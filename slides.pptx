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"/>
          <p:cNvPicPr/>
          <p:nvPr/>
        </p:nvPicPr>
        <p:blipFill>
          <a:blip r:embed="rId2"/>
          <a:stretch/>
        </p:blipFill>
        <p:spPr>
          <a:xfrm>
            <a:off x="3552840" y="152280"/>
            <a:ext cx="5086080" cy="311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1034640" y="4021200"/>
            <a:ext cx="10966881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From Bytes to Tensors: Efficient Media Processing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026960" y="4545000"/>
            <a:ext cx="4503081" cy="46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with PyTorch in 2026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388680" y="5369040"/>
            <a:ext cx="589109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Nicolas Hug (META), Scott Schneider (META)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185920" y="1900080"/>
            <a:ext cx="2314800" cy="943200"/>
          </a:xfrm>
          <a:custGeom>
            <a:avLst/>
            <a:gdLst/>
            <a:ahLst/>
            <a:rect l="0" t="0" r="r" b="b"/>
            <a:pathLst>
              <a:path w="6430" h="2620">
                <a:moveTo>
                  <a:pt x="0" y="1311"/>
                </a:moveTo>
                <a:cubicBezTo>
                  <a:pt x="0" y="1267"/>
                  <a:pt x="2" y="1224"/>
                  <a:pt x="6" y="1181"/>
                </a:cubicBezTo>
                <a:cubicBezTo>
                  <a:pt x="10" y="1139"/>
                  <a:pt x="16" y="1096"/>
                  <a:pt x="25" y="1054"/>
                </a:cubicBezTo>
                <a:cubicBezTo>
                  <a:pt x="33" y="1012"/>
                  <a:pt x="44" y="970"/>
                  <a:pt x="56" y="929"/>
                </a:cubicBezTo>
                <a:cubicBezTo>
                  <a:pt x="69" y="888"/>
                  <a:pt x="83" y="848"/>
                  <a:pt x="99" y="808"/>
                </a:cubicBezTo>
                <a:cubicBezTo>
                  <a:pt x="116" y="769"/>
                  <a:pt x="134" y="730"/>
                  <a:pt x="154" y="692"/>
                </a:cubicBezTo>
                <a:cubicBezTo>
                  <a:pt x="175" y="654"/>
                  <a:pt x="197" y="618"/>
                  <a:pt x="220" y="582"/>
                </a:cubicBezTo>
                <a:cubicBezTo>
                  <a:pt x="244" y="546"/>
                  <a:pt x="270" y="512"/>
                  <a:pt x="297" y="479"/>
                </a:cubicBezTo>
                <a:cubicBezTo>
                  <a:pt x="324" y="446"/>
                  <a:pt x="353" y="414"/>
                  <a:pt x="383" y="384"/>
                </a:cubicBezTo>
                <a:cubicBezTo>
                  <a:pt x="414" y="353"/>
                  <a:pt x="445" y="324"/>
                  <a:pt x="479" y="297"/>
                </a:cubicBezTo>
                <a:cubicBezTo>
                  <a:pt x="512" y="270"/>
                  <a:pt x="546" y="244"/>
                  <a:pt x="582" y="221"/>
                </a:cubicBezTo>
                <a:cubicBezTo>
                  <a:pt x="617" y="197"/>
                  <a:pt x="654" y="175"/>
                  <a:pt x="692" y="155"/>
                </a:cubicBezTo>
                <a:cubicBezTo>
                  <a:pt x="730" y="134"/>
                  <a:pt x="769" y="116"/>
                  <a:pt x="808" y="100"/>
                </a:cubicBezTo>
                <a:cubicBezTo>
                  <a:pt x="848" y="83"/>
                  <a:pt x="888" y="69"/>
                  <a:pt x="929" y="56"/>
                </a:cubicBezTo>
                <a:cubicBezTo>
                  <a:pt x="970" y="44"/>
                  <a:pt x="1012" y="33"/>
                  <a:pt x="1054" y="25"/>
                </a:cubicBezTo>
                <a:cubicBezTo>
                  <a:pt x="1096" y="17"/>
                  <a:pt x="1138" y="10"/>
                  <a:pt x="1181" y="6"/>
                </a:cubicBezTo>
                <a:cubicBezTo>
                  <a:pt x="1224" y="2"/>
                  <a:pt x="1266" y="0"/>
                  <a:pt x="1309" y="0"/>
                </a:cubicBezTo>
                <a:lnTo>
                  <a:pt x="5120" y="0"/>
                </a:lnTo>
                <a:cubicBezTo>
                  <a:pt x="5163" y="0"/>
                  <a:pt x="5206" y="2"/>
                  <a:pt x="5249" y="6"/>
                </a:cubicBezTo>
                <a:cubicBezTo>
                  <a:pt x="5291" y="10"/>
                  <a:pt x="5334" y="17"/>
                  <a:pt x="5376" y="25"/>
                </a:cubicBezTo>
                <a:cubicBezTo>
                  <a:pt x="5418" y="33"/>
                  <a:pt x="5460" y="44"/>
                  <a:pt x="5501" y="56"/>
                </a:cubicBezTo>
                <a:cubicBezTo>
                  <a:pt x="5542" y="69"/>
                  <a:pt x="5582" y="83"/>
                  <a:pt x="5622" y="100"/>
                </a:cubicBezTo>
                <a:cubicBezTo>
                  <a:pt x="5661" y="116"/>
                  <a:pt x="5700" y="134"/>
                  <a:pt x="5738" y="155"/>
                </a:cubicBezTo>
                <a:cubicBezTo>
                  <a:pt x="5776" y="175"/>
                  <a:pt x="5812" y="197"/>
                  <a:pt x="5848" y="221"/>
                </a:cubicBezTo>
                <a:cubicBezTo>
                  <a:pt x="5884" y="244"/>
                  <a:pt x="5918" y="270"/>
                  <a:pt x="5951" y="297"/>
                </a:cubicBezTo>
                <a:cubicBezTo>
                  <a:pt x="5984" y="324"/>
                  <a:pt x="6016" y="353"/>
                  <a:pt x="6046" y="384"/>
                </a:cubicBezTo>
                <a:cubicBezTo>
                  <a:pt x="6077" y="414"/>
                  <a:pt x="6106" y="446"/>
                  <a:pt x="6133" y="479"/>
                </a:cubicBezTo>
                <a:cubicBezTo>
                  <a:pt x="6160" y="512"/>
                  <a:pt x="6186" y="546"/>
                  <a:pt x="6209" y="582"/>
                </a:cubicBezTo>
                <a:cubicBezTo>
                  <a:pt x="6233" y="618"/>
                  <a:pt x="6255" y="654"/>
                  <a:pt x="6275" y="692"/>
                </a:cubicBezTo>
                <a:cubicBezTo>
                  <a:pt x="6296" y="730"/>
                  <a:pt x="6314" y="769"/>
                  <a:pt x="6330" y="808"/>
                </a:cubicBezTo>
                <a:cubicBezTo>
                  <a:pt x="6347" y="848"/>
                  <a:pt x="6361" y="888"/>
                  <a:pt x="6374" y="929"/>
                </a:cubicBezTo>
                <a:cubicBezTo>
                  <a:pt x="6386" y="970"/>
                  <a:pt x="6397" y="1012"/>
                  <a:pt x="6405" y="1054"/>
                </a:cubicBezTo>
                <a:cubicBezTo>
                  <a:pt x="6413" y="1096"/>
                  <a:pt x="6420" y="1139"/>
                  <a:pt x="6424" y="1181"/>
                </a:cubicBezTo>
                <a:cubicBezTo>
                  <a:pt x="6428" y="1224"/>
                  <a:pt x="6430" y="1267"/>
                  <a:pt x="6430" y="1311"/>
                </a:cubicBezTo>
                <a:cubicBezTo>
                  <a:pt x="6430" y="1354"/>
                  <a:pt x="6428" y="1396"/>
                  <a:pt x="6424" y="1439"/>
                </a:cubicBezTo>
                <a:cubicBezTo>
                  <a:pt x="6420" y="1482"/>
                  <a:pt x="6413" y="1524"/>
                  <a:pt x="6405" y="1566"/>
                </a:cubicBezTo>
                <a:cubicBezTo>
                  <a:pt x="6397" y="1608"/>
                  <a:pt x="6386" y="1650"/>
                  <a:pt x="6374" y="1691"/>
                </a:cubicBezTo>
                <a:cubicBezTo>
                  <a:pt x="6361" y="1732"/>
                  <a:pt x="6347" y="1772"/>
                  <a:pt x="6330" y="1812"/>
                </a:cubicBezTo>
                <a:cubicBezTo>
                  <a:pt x="6314" y="1851"/>
                  <a:pt x="6296" y="1890"/>
                  <a:pt x="6275" y="1928"/>
                </a:cubicBezTo>
                <a:cubicBezTo>
                  <a:pt x="6255" y="1966"/>
                  <a:pt x="6233" y="2003"/>
                  <a:pt x="6209" y="2038"/>
                </a:cubicBezTo>
                <a:cubicBezTo>
                  <a:pt x="6186" y="2074"/>
                  <a:pt x="6160" y="2108"/>
                  <a:pt x="6133" y="2141"/>
                </a:cubicBezTo>
                <a:cubicBezTo>
                  <a:pt x="6106" y="2175"/>
                  <a:pt x="6077" y="2206"/>
                  <a:pt x="6046" y="2237"/>
                </a:cubicBezTo>
                <a:cubicBezTo>
                  <a:pt x="6016" y="2267"/>
                  <a:pt x="5984" y="2296"/>
                  <a:pt x="5951" y="2323"/>
                </a:cubicBezTo>
                <a:cubicBezTo>
                  <a:pt x="5918" y="2350"/>
                  <a:pt x="5884" y="2376"/>
                  <a:pt x="5848" y="2400"/>
                </a:cubicBezTo>
                <a:cubicBezTo>
                  <a:pt x="5812" y="2423"/>
                  <a:pt x="5776" y="2445"/>
                  <a:pt x="5738" y="2466"/>
                </a:cubicBezTo>
                <a:cubicBezTo>
                  <a:pt x="5700" y="2486"/>
                  <a:pt x="5661" y="2504"/>
                  <a:pt x="5622" y="2521"/>
                </a:cubicBezTo>
                <a:cubicBezTo>
                  <a:pt x="5582" y="2537"/>
                  <a:pt x="5542" y="2551"/>
                  <a:pt x="5501" y="2564"/>
                </a:cubicBezTo>
                <a:cubicBezTo>
                  <a:pt x="5460" y="2576"/>
                  <a:pt x="5418" y="2587"/>
                  <a:pt x="5376" y="2595"/>
                </a:cubicBezTo>
                <a:cubicBezTo>
                  <a:pt x="5334" y="2604"/>
                  <a:pt x="5291" y="2610"/>
                  <a:pt x="5249" y="2614"/>
                </a:cubicBezTo>
                <a:cubicBezTo>
                  <a:pt x="5206" y="2618"/>
                  <a:pt x="5163" y="2620"/>
                  <a:pt x="5120" y="2620"/>
                </a:cubicBezTo>
                <a:lnTo>
                  <a:pt x="1309" y="2620"/>
                </a:lnTo>
                <a:cubicBezTo>
                  <a:pt x="1266" y="2620"/>
                  <a:pt x="1224" y="2618"/>
                  <a:pt x="1181" y="2614"/>
                </a:cubicBezTo>
                <a:cubicBezTo>
                  <a:pt x="1138" y="2610"/>
                  <a:pt x="1096" y="2604"/>
                  <a:pt x="1054" y="2595"/>
                </a:cubicBezTo>
                <a:cubicBezTo>
                  <a:pt x="1012" y="2587"/>
                  <a:pt x="970" y="2576"/>
                  <a:pt x="929" y="2564"/>
                </a:cubicBezTo>
                <a:cubicBezTo>
                  <a:pt x="888" y="2551"/>
                  <a:pt x="848" y="2537"/>
                  <a:pt x="808" y="2521"/>
                </a:cubicBezTo>
                <a:cubicBezTo>
                  <a:pt x="769" y="2504"/>
                  <a:pt x="730" y="2486"/>
                  <a:pt x="692" y="2466"/>
                </a:cubicBezTo>
                <a:cubicBezTo>
                  <a:pt x="654" y="2445"/>
                  <a:pt x="617" y="2423"/>
                  <a:pt x="582" y="2400"/>
                </a:cubicBezTo>
                <a:cubicBezTo>
                  <a:pt x="546" y="2376"/>
                  <a:pt x="512" y="2350"/>
                  <a:pt x="479" y="2323"/>
                </a:cubicBezTo>
                <a:cubicBezTo>
                  <a:pt x="445" y="2296"/>
                  <a:pt x="414" y="2267"/>
                  <a:pt x="383" y="2237"/>
                </a:cubicBezTo>
                <a:cubicBezTo>
                  <a:pt x="353" y="2206"/>
                  <a:pt x="324" y="2175"/>
                  <a:pt x="297" y="2141"/>
                </a:cubicBezTo>
                <a:cubicBezTo>
                  <a:pt x="270" y="2108"/>
                  <a:pt x="244" y="2074"/>
                  <a:pt x="220" y="2038"/>
                </a:cubicBezTo>
                <a:cubicBezTo>
                  <a:pt x="197" y="2003"/>
                  <a:pt x="175" y="1966"/>
                  <a:pt x="154" y="1928"/>
                </a:cubicBezTo>
                <a:cubicBezTo>
                  <a:pt x="134" y="1890"/>
                  <a:pt x="116" y="1851"/>
                  <a:pt x="99" y="1812"/>
                </a:cubicBezTo>
                <a:cubicBezTo>
                  <a:pt x="83" y="1772"/>
                  <a:pt x="69" y="1732"/>
                  <a:pt x="56" y="1691"/>
                </a:cubicBezTo>
                <a:cubicBezTo>
                  <a:pt x="44" y="1650"/>
                  <a:pt x="33" y="1608"/>
                  <a:pt x="25" y="1566"/>
                </a:cubicBezTo>
                <a:cubicBezTo>
                  <a:pt x="16" y="1524"/>
                  <a:pt x="10" y="1482"/>
                  <a:pt x="6" y="1439"/>
                </a:cubicBezTo>
                <a:cubicBezTo>
                  <a:pt x="2" y="1396"/>
                  <a:pt x="0" y="1354"/>
                  <a:pt x="0" y="131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66720" y="1169640"/>
            <a:ext cx="869745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Plan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519280" y="2084400"/>
            <a:ext cx="1805976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4814640" y="1900080"/>
            <a:ext cx="2619720" cy="943200"/>
          </a:xfrm>
          <a:custGeom>
            <a:avLst/>
            <a:gdLst/>
            <a:ahLst/>
            <a:rect l="0" t="0" r="r" b="b"/>
            <a:pathLst>
              <a:path w="7277" h="2620">
                <a:moveTo>
                  <a:pt x="0" y="1311"/>
                </a:moveTo>
                <a:cubicBezTo>
                  <a:pt x="0" y="1267"/>
                  <a:pt x="2" y="1224"/>
                  <a:pt x="6" y="1181"/>
                </a:cubicBezTo>
                <a:cubicBezTo>
                  <a:pt x="11" y="1139"/>
                  <a:pt x="17" y="1096"/>
                  <a:pt x="25" y="1054"/>
                </a:cubicBezTo>
                <a:cubicBezTo>
                  <a:pt x="34" y="1012"/>
                  <a:pt x="44" y="970"/>
                  <a:pt x="57" y="929"/>
                </a:cubicBezTo>
                <a:cubicBezTo>
                  <a:pt x="69" y="888"/>
                  <a:pt x="83" y="848"/>
                  <a:pt x="100" y="808"/>
                </a:cubicBezTo>
                <a:cubicBezTo>
                  <a:pt x="116" y="769"/>
                  <a:pt x="135" y="730"/>
                  <a:pt x="155" y="692"/>
                </a:cubicBezTo>
                <a:cubicBezTo>
                  <a:pt x="175" y="654"/>
                  <a:pt x="197" y="618"/>
                  <a:pt x="221" y="582"/>
                </a:cubicBezTo>
                <a:cubicBezTo>
                  <a:pt x="245" y="546"/>
                  <a:pt x="270" y="512"/>
                  <a:pt x="297" y="479"/>
                </a:cubicBezTo>
                <a:cubicBezTo>
                  <a:pt x="325" y="446"/>
                  <a:pt x="353" y="414"/>
                  <a:pt x="384" y="384"/>
                </a:cubicBezTo>
                <a:cubicBezTo>
                  <a:pt x="414" y="353"/>
                  <a:pt x="446" y="324"/>
                  <a:pt x="479" y="297"/>
                </a:cubicBezTo>
                <a:cubicBezTo>
                  <a:pt x="512" y="270"/>
                  <a:pt x="547" y="244"/>
                  <a:pt x="582" y="221"/>
                </a:cubicBezTo>
                <a:cubicBezTo>
                  <a:pt x="618" y="197"/>
                  <a:pt x="655" y="175"/>
                  <a:pt x="692" y="155"/>
                </a:cubicBezTo>
                <a:cubicBezTo>
                  <a:pt x="730" y="134"/>
                  <a:pt x="769" y="116"/>
                  <a:pt x="809" y="100"/>
                </a:cubicBezTo>
                <a:cubicBezTo>
                  <a:pt x="848" y="83"/>
                  <a:pt x="889" y="69"/>
                  <a:pt x="930" y="56"/>
                </a:cubicBezTo>
                <a:cubicBezTo>
                  <a:pt x="971" y="44"/>
                  <a:pt x="1012" y="33"/>
                  <a:pt x="1054" y="25"/>
                </a:cubicBezTo>
                <a:cubicBezTo>
                  <a:pt x="1096" y="17"/>
                  <a:pt x="1139" y="10"/>
                  <a:pt x="1182" y="6"/>
                </a:cubicBezTo>
                <a:cubicBezTo>
                  <a:pt x="1224" y="2"/>
                  <a:pt x="1267" y="0"/>
                  <a:pt x="1310" y="0"/>
                </a:cubicBezTo>
                <a:lnTo>
                  <a:pt x="5968" y="0"/>
                </a:lnTo>
                <a:cubicBezTo>
                  <a:pt x="6010" y="0"/>
                  <a:pt x="6053" y="2"/>
                  <a:pt x="6096" y="6"/>
                </a:cubicBezTo>
                <a:cubicBezTo>
                  <a:pt x="6139" y="10"/>
                  <a:pt x="6181" y="17"/>
                  <a:pt x="6223" y="25"/>
                </a:cubicBezTo>
                <a:cubicBezTo>
                  <a:pt x="6265" y="33"/>
                  <a:pt x="6307" y="44"/>
                  <a:pt x="6348" y="56"/>
                </a:cubicBezTo>
                <a:cubicBezTo>
                  <a:pt x="6389" y="69"/>
                  <a:pt x="6429" y="83"/>
                  <a:pt x="6469" y="100"/>
                </a:cubicBezTo>
                <a:cubicBezTo>
                  <a:pt x="6508" y="116"/>
                  <a:pt x="6547" y="134"/>
                  <a:pt x="6585" y="155"/>
                </a:cubicBezTo>
                <a:cubicBezTo>
                  <a:pt x="6623" y="175"/>
                  <a:pt x="6659" y="197"/>
                  <a:pt x="6695" y="221"/>
                </a:cubicBezTo>
                <a:cubicBezTo>
                  <a:pt x="6731" y="244"/>
                  <a:pt x="6765" y="270"/>
                  <a:pt x="6798" y="297"/>
                </a:cubicBezTo>
                <a:cubicBezTo>
                  <a:pt x="6832" y="324"/>
                  <a:pt x="6863" y="353"/>
                  <a:pt x="6894" y="384"/>
                </a:cubicBezTo>
                <a:cubicBezTo>
                  <a:pt x="6924" y="414"/>
                  <a:pt x="6953" y="446"/>
                  <a:pt x="6980" y="479"/>
                </a:cubicBezTo>
                <a:cubicBezTo>
                  <a:pt x="7007" y="512"/>
                  <a:pt x="7033" y="546"/>
                  <a:pt x="7057" y="582"/>
                </a:cubicBezTo>
                <a:cubicBezTo>
                  <a:pt x="7080" y="618"/>
                  <a:pt x="7102" y="654"/>
                  <a:pt x="7123" y="692"/>
                </a:cubicBezTo>
                <a:cubicBezTo>
                  <a:pt x="7143" y="730"/>
                  <a:pt x="7161" y="769"/>
                  <a:pt x="7178" y="808"/>
                </a:cubicBezTo>
                <a:cubicBezTo>
                  <a:pt x="7194" y="848"/>
                  <a:pt x="7208" y="888"/>
                  <a:pt x="7221" y="929"/>
                </a:cubicBezTo>
                <a:cubicBezTo>
                  <a:pt x="7233" y="970"/>
                  <a:pt x="7244" y="1012"/>
                  <a:pt x="7252" y="1054"/>
                </a:cubicBezTo>
                <a:cubicBezTo>
                  <a:pt x="7260" y="1096"/>
                  <a:pt x="7267" y="1139"/>
                  <a:pt x="7271" y="1181"/>
                </a:cubicBezTo>
                <a:cubicBezTo>
                  <a:pt x="7275" y="1224"/>
                  <a:pt x="7277" y="1267"/>
                  <a:pt x="7277" y="1311"/>
                </a:cubicBezTo>
                <a:cubicBezTo>
                  <a:pt x="7277" y="1354"/>
                  <a:pt x="7275" y="1396"/>
                  <a:pt x="7271" y="1439"/>
                </a:cubicBezTo>
                <a:cubicBezTo>
                  <a:pt x="7267" y="1482"/>
                  <a:pt x="7260" y="1524"/>
                  <a:pt x="7252" y="1566"/>
                </a:cubicBezTo>
                <a:cubicBezTo>
                  <a:pt x="7244" y="1608"/>
                  <a:pt x="7233" y="1650"/>
                  <a:pt x="7221" y="1691"/>
                </a:cubicBezTo>
                <a:cubicBezTo>
                  <a:pt x="7208" y="1732"/>
                  <a:pt x="7194" y="1772"/>
                  <a:pt x="7178" y="1812"/>
                </a:cubicBezTo>
                <a:cubicBezTo>
                  <a:pt x="7161" y="1851"/>
                  <a:pt x="7143" y="1890"/>
                  <a:pt x="7123" y="1928"/>
                </a:cubicBezTo>
                <a:cubicBezTo>
                  <a:pt x="7102" y="1966"/>
                  <a:pt x="7080" y="2003"/>
                  <a:pt x="7057" y="2038"/>
                </a:cubicBezTo>
                <a:cubicBezTo>
                  <a:pt x="7033" y="2074"/>
                  <a:pt x="7007" y="2108"/>
                  <a:pt x="6980" y="2141"/>
                </a:cubicBezTo>
                <a:cubicBezTo>
                  <a:pt x="6953" y="2175"/>
                  <a:pt x="6924" y="2206"/>
                  <a:pt x="6894" y="2237"/>
                </a:cubicBezTo>
                <a:cubicBezTo>
                  <a:pt x="6863" y="2267"/>
                  <a:pt x="6832" y="2296"/>
                  <a:pt x="6798" y="2323"/>
                </a:cubicBezTo>
                <a:cubicBezTo>
                  <a:pt x="6765" y="2350"/>
                  <a:pt x="6731" y="2376"/>
                  <a:pt x="6695" y="2400"/>
                </a:cubicBezTo>
                <a:cubicBezTo>
                  <a:pt x="6659" y="2423"/>
                  <a:pt x="6623" y="2445"/>
                  <a:pt x="6585" y="2466"/>
                </a:cubicBezTo>
                <a:cubicBezTo>
                  <a:pt x="6547" y="2486"/>
                  <a:pt x="6508" y="2504"/>
                  <a:pt x="6469" y="2521"/>
                </a:cubicBezTo>
                <a:cubicBezTo>
                  <a:pt x="6429" y="2537"/>
                  <a:pt x="6389" y="2551"/>
                  <a:pt x="6348" y="2564"/>
                </a:cubicBezTo>
                <a:cubicBezTo>
                  <a:pt x="6307" y="2576"/>
                  <a:pt x="6265" y="2587"/>
                  <a:pt x="6223" y="2595"/>
                </a:cubicBezTo>
                <a:cubicBezTo>
                  <a:pt x="6181" y="2604"/>
                  <a:pt x="6139" y="2610"/>
                  <a:pt x="6096" y="2614"/>
                </a:cubicBezTo>
                <a:cubicBezTo>
                  <a:pt x="6053" y="2618"/>
                  <a:pt x="6010" y="2620"/>
                  <a:pt x="5968" y="2620"/>
                </a:cubicBezTo>
                <a:lnTo>
                  <a:pt x="1310" y="2620"/>
                </a:lnTo>
                <a:cubicBezTo>
                  <a:pt x="1267" y="2620"/>
                  <a:pt x="1224" y="2618"/>
                  <a:pt x="1182" y="2614"/>
                </a:cubicBezTo>
                <a:cubicBezTo>
                  <a:pt x="1139" y="2610"/>
                  <a:pt x="1096" y="2604"/>
                  <a:pt x="1054" y="2595"/>
                </a:cubicBezTo>
                <a:cubicBezTo>
                  <a:pt x="1012" y="2587"/>
                  <a:pt x="971" y="2576"/>
                  <a:pt x="930" y="2564"/>
                </a:cubicBezTo>
                <a:cubicBezTo>
                  <a:pt x="889" y="2551"/>
                  <a:pt x="848" y="2537"/>
                  <a:pt x="809" y="2521"/>
                </a:cubicBezTo>
                <a:cubicBezTo>
                  <a:pt x="769" y="2504"/>
                  <a:pt x="730" y="2486"/>
                  <a:pt x="692" y="2466"/>
                </a:cubicBezTo>
                <a:cubicBezTo>
                  <a:pt x="655" y="2445"/>
                  <a:pt x="618" y="2423"/>
                  <a:pt x="582" y="2400"/>
                </a:cubicBezTo>
                <a:cubicBezTo>
                  <a:pt x="547" y="2376"/>
                  <a:pt x="512" y="2350"/>
                  <a:pt x="479" y="2323"/>
                </a:cubicBezTo>
                <a:cubicBezTo>
                  <a:pt x="446" y="2296"/>
                  <a:pt x="414" y="2267"/>
                  <a:pt x="384" y="2237"/>
                </a:cubicBezTo>
                <a:cubicBezTo>
                  <a:pt x="353" y="2206"/>
                  <a:pt x="325" y="2175"/>
                  <a:pt x="297" y="2141"/>
                </a:cubicBezTo>
                <a:cubicBezTo>
                  <a:pt x="270" y="2108"/>
                  <a:pt x="245" y="2074"/>
                  <a:pt x="221" y="2038"/>
                </a:cubicBezTo>
                <a:cubicBezTo>
                  <a:pt x="197" y="2003"/>
                  <a:pt x="175" y="1966"/>
                  <a:pt x="155" y="1928"/>
                </a:cubicBezTo>
                <a:cubicBezTo>
                  <a:pt x="135" y="1890"/>
                  <a:pt x="116" y="1851"/>
                  <a:pt x="100" y="1812"/>
                </a:cubicBezTo>
                <a:cubicBezTo>
                  <a:pt x="83" y="1772"/>
                  <a:pt x="69" y="1732"/>
                  <a:pt x="57" y="1691"/>
                </a:cubicBezTo>
                <a:cubicBezTo>
                  <a:pt x="44" y="1650"/>
                  <a:pt x="34" y="1608"/>
                  <a:pt x="25" y="1566"/>
                </a:cubicBezTo>
                <a:cubicBezTo>
                  <a:pt x="17" y="1524"/>
                  <a:pt x="11" y="1482"/>
                  <a:pt x="6" y="1439"/>
                </a:cubicBezTo>
                <a:cubicBezTo>
                  <a:pt x="2" y="1396"/>
                  <a:pt x="0" y="1354"/>
                  <a:pt x="0" y="131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674800" y="2483280"/>
            <a:ext cx="143583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decode &amp; encode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315400" y="2084400"/>
            <a:ext cx="1788868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TorchVision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7748280" y="1900080"/>
            <a:ext cx="2257920" cy="943200"/>
          </a:xfrm>
          <a:custGeom>
            <a:avLst/>
            <a:gdLst/>
            <a:ahLst/>
            <a:rect l="0" t="0" r="r" b="b"/>
            <a:pathLst>
              <a:path w="6272" h="2620">
                <a:moveTo>
                  <a:pt x="0" y="1311"/>
                </a:moveTo>
                <a:cubicBezTo>
                  <a:pt x="0" y="1267"/>
                  <a:pt x="2" y="1224"/>
                  <a:pt x="7" y="1181"/>
                </a:cubicBezTo>
                <a:cubicBezTo>
                  <a:pt x="11" y="1139"/>
                  <a:pt x="17" y="1096"/>
                  <a:pt x="26" y="1054"/>
                </a:cubicBezTo>
                <a:cubicBezTo>
                  <a:pt x="34" y="1012"/>
                  <a:pt x="44" y="970"/>
                  <a:pt x="57" y="929"/>
                </a:cubicBezTo>
                <a:cubicBezTo>
                  <a:pt x="69" y="888"/>
                  <a:pt x="84" y="848"/>
                  <a:pt x="100" y="808"/>
                </a:cubicBezTo>
                <a:cubicBezTo>
                  <a:pt x="116" y="769"/>
                  <a:pt x="135" y="730"/>
                  <a:pt x="155" y="692"/>
                </a:cubicBezTo>
                <a:cubicBezTo>
                  <a:pt x="175" y="654"/>
                  <a:pt x="197" y="618"/>
                  <a:pt x="221" y="582"/>
                </a:cubicBezTo>
                <a:cubicBezTo>
                  <a:pt x="245" y="546"/>
                  <a:pt x="270" y="512"/>
                  <a:pt x="298" y="479"/>
                </a:cubicBezTo>
                <a:cubicBezTo>
                  <a:pt x="325" y="446"/>
                  <a:pt x="354" y="414"/>
                  <a:pt x="384" y="384"/>
                </a:cubicBezTo>
                <a:cubicBezTo>
                  <a:pt x="414" y="353"/>
                  <a:pt x="447" y="324"/>
                  <a:pt x="480" y="297"/>
                </a:cubicBezTo>
                <a:cubicBezTo>
                  <a:pt x="513" y="270"/>
                  <a:pt x="548" y="244"/>
                  <a:pt x="583" y="221"/>
                </a:cubicBezTo>
                <a:cubicBezTo>
                  <a:pt x="619" y="197"/>
                  <a:pt x="656" y="175"/>
                  <a:pt x="694" y="155"/>
                </a:cubicBezTo>
                <a:cubicBezTo>
                  <a:pt x="731" y="134"/>
                  <a:pt x="770" y="116"/>
                  <a:pt x="810" y="100"/>
                </a:cubicBezTo>
                <a:cubicBezTo>
                  <a:pt x="849" y="83"/>
                  <a:pt x="890" y="69"/>
                  <a:pt x="931" y="56"/>
                </a:cubicBezTo>
                <a:cubicBezTo>
                  <a:pt x="972" y="44"/>
                  <a:pt x="1013" y="33"/>
                  <a:pt x="1056" y="25"/>
                </a:cubicBezTo>
                <a:cubicBezTo>
                  <a:pt x="1098" y="17"/>
                  <a:pt x="1140" y="10"/>
                  <a:pt x="1183" y="6"/>
                </a:cubicBezTo>
                <a:cubicBezTo>
                  <a:pt x="1225" y="2"/>
                  <a:pt x="1268" y="0"/>
                  <a:pt x="1311" y="0"/>
                </a:cubicBezTo>
                <a:lnTo>
                  <a:pt x="4962" y="0"/>
                </a:lnTo>
                <a:cubicBezTo>
                  <a:pt x="5005" y="0"/>
                  <a:pt x="5048" y="2"/>
                  <a:pt x="5091" y="6"/>
                </a:cubicBezTo>
                <a:cubicBezTo>
                  <a:pt x="5133" y="10"/>
                  <a:pt x="5176" y="17"/>
                  <a:pt x="5218" y="25"/>
                </a:cubicBezTo>
                <a:cubicBezTo>
                  <a:pt x="5260" y="33"/>
                  <a:pt x="5301" y="44"/>
                  <a:pt x="5342" y="56"/>
                </a:cubicBezTo>
                <a:cubicBezTo>
                  <a:pt x="5384" y="69"/>
                  <a:pt x="5424" y="83"/>
                  <a:pt x="5463" y="100"/>
                </a:cubicBezTo>
                <a:cubicBezTo>
                  <a:pt x="5503" y="116"/>
                  <a:pt x="5542" y="134"/>
                  <a:pt x="5580" y="155"/>
                </a:cubicBezTo>
                <a:cubicBezTo>
                  <a:pt x="5618" y="175"/>
                  <a:pt x="5654" y="197"/>
                  <a:pt x="5690" y="221"/>
                </a:cubicBezTo>
                <a:cubicBezTo>
                  <a:pt x="5726" y="244"/>
                  <a:pt x="5760" y="270"/>
                  <a:pt x="5793" y="297"/>
                </a:cubicBezTo>
                <a:cubicBezTo>
                  <a:pt x="5826" y="324"/>
                  <a:pt x="5858" y="353"/>
                  <a:pt x="5888" y="384"/>
                </a:cubicBezTo>
                <a:cubicBezTo>
                  <a:pt x="5919" y="414"/>
                  <a:pt x="5947" y="446"/>
                  <a:pt x="5975" y="479"/>
                </a:cubicBezTo>
                <a:cubicBezTo>
                  <a:pt x="6002" y="512"/>
                  <a:pt x="6027" y="546"/>
                  <a:pt x="6051" y="582"/>
                </a:cubicBezTo>
                <a:cubicBezTo>
                  <a:pt x="6075" y="618"/>
                  <a:pt x="6097" y="654"/>
                  <a:pt x="6117" y="692"/>
                </a:cubicBezTo>
                <a:cubicBezTo>
                  <a:pt x="6138" y="730"/>
                  <a:pt x="6156" y="769"/>
                  <a:pt x="6172" y="808"/>
                </a:cubicBezTo>
                <a:cubicBezTo>
                  <a:pt x="6189" y="848"/>
                  <a:pt x="6203" y="888"/>
                  <a:pt x="6216" y="929"/>
                </a:cubicBezTo>
                <a:cubicBezTo>
                  <a:pt x="6228" y="970"/>
                  <a:pt x="6238" y="1012"/>
                  <a:pt x="6247" y="1054"/>
                </a:cubicBezTo>
                <a:cubicBezTo>
                  <a:pt x="6255" y="1096"/>
                  <a:pt x="6261" y="1139"/>
                  <a:pt x="6266" y="1181"/>
                </a:cubicBezTo>
                <a:cubicBezTo>
                  <a:pt x="6270" y="1224"/>
                  <a:pt x="6272" y="1267"/>
                  <a:pt x="6272" y="1311"/>
                </a:cubicBezTo>
                <a:cubicBezTo>
                  <a:pt x="6272" y="1354"/>
                  <a:pt x="6270" y="1396"/>
                  <a:pt x="6266" y="1439"/>
                </a:cubicBezTo>
                <a:cubicBezTo>
                  <a:pt x="6261" y="1482"/>
                  <a:pt x="6255" y="1524"/>
                  <a:pt x="6247" y="1566"/>
                </a:cubicBezTo>
                <a:cubicBezTo>
                  <a:pt x="6238" y="1608"/>
                  <a:pt x="6228" y="1650"/>
                  <a:pt x="6216" y="1691"/>
                </a:cubicBezTo>
                <a:cubicBezTo>
                  <a:pt x="6203" y="1732"/>
                  <a:pt x="6189" y="1772"/>
                  <a:pt x="6172" y="1812"/>
                </a:cubicBezTo>
                <a:cubicBezTo>
                  <a:pt x="6156" y="1851"/>
                  <a:pt x="6138" y="1890"/>
                  <a:pt x="6117" y="1928"/>
                </a:cubicBezTo>
                <a:cubicBezTo>
                  <a:pt x="6097" y="1966"/>
                  <a:pt x="6075" y="2003"/>
                  <a:pt x="6051" y="2038"/>
                </a:cubicBezTo>
                <a:cubicBezTo>
                  <a:pt x="6027" y="2074"/>
                  <a:pt x="6002" y="2108"/>
                  <a:pt x="5975" y="2141"/>
                </a:cubicBezTo>
                <a:cubicBezTo>
                  <a:pt x="5947" y="2175"/>
                  <a:pt x="5919" y="2206"/>
                  <a:pt x="5888" y="2237"/>
                </a:cubicBezTo>
                <a:cubicBezTo>
                  <a:pt x="5858" y="2267"/>
                  <a:pt x="5826" y="2296"/>
                  <a:pt x="5793" y="2323"/>
                </a:cubicBezTo>
                <a:cubicBezTo>
                  <a:pt x="5760" y="2350"/>
                  <a:pt x="5726" y="2376"/>
                  <a:pt x="5690" y="2400"/>
                </a:cubicBezTo>
                <a:cubicBezTo>
                  <a:pt x="5654" y="2423"/>
                  <a:pt x="5617" y="2445"/>
                  <a:pt x="5580" y="2466"/>
                </a:cubicBezTo>
                <a:cubicBezTo>
                  <a:pt x="5542" y="2486"/>
                  <a:pt x="5503" y="2504"/>
                  <a:pt x="5463" y="2521"/>
                </a:cubicBezTo>
                <a:cubicBezTo>
                  <a:pt x="5424" y="2537"/>
                  <a:pt x="5384" y="2551"/>
                  <a:pt x="5342" y="2564"/>
                </a:cubicBezTo>
                <a:cubicBezTo>
                  <a:pt x="5301" y="2576"/>
                  <a:pt x="5260" y="2587"/>
                  <a:pt x="5218" y="2595"/>
                </a:cubicBezTo>
                <a:cubicBezTo>
                  <a:pt x="5176" y="2604"/>
                  <a:pt x="5133" y="2610"/>
                  <a:pt x="5091" y="2614"/>
                </a:cubicBezTo>
                <a:cubicBezTo>
                  <a:pt x="5048" y="2618"/>
                  <a:pt x="5005" y="2620"/>
                  <a:pt x="4962" y="2620"/>
                </a:cubicBezTo>
                <a:lnTo>
                  <a:pt x="1311" y="2620"/>
                </a:lnTo>
                <a:cubicBezTo>
                  <a:pt x="1268" y="2620"/>
                  <a:pt x="1225" y="2618"/>
                  <a:pt x="1183" y="2614"/>
                </a:cubicBezTo>
                <a:cubicBezTo>
                  <a:pt x="1140" y="2610"/>
                  <a:pt x="1098" y="2604"/>
                  <a:pt x="1056" y="2595"/>
                </a:cubicBezTo>
                <a:cubicBezTo>
                  <a:pt x="1013" y="2587"/>
                  <a:pt x="972" y="2576"/>
                  <a:pt x="931" y="2564"/>
                </a:cubicBezTo>
                <a:cubicBezTo>
                  <a:pt x="890" y="2551"/>
                  <a:pt x="849" y="2537"/>
                  <a:pt x="810" y="2521"/>
                </a:cubicBezTo>
                <a:cubicBezTo>
                  <a:pt x="770" y="2504"/>
                  <a:pt x="731" y="2486"/>
                  <a:pt x="694" y="2466"/>
                </a:cubicBezTo>
                <a:cubicBezTo>
                  <a:pt x="656" y="2445"/>
                  <a:pt x="619" y="2423"/>
                  <a:pt x="583" y="2400"/>
                </a:cubicBezTo>
                <a:cubicBezTo>
                  <a:pt x="548" y="2376"/>
                  <a:pt x="513" y="2350"/>
                  <a:pt x="480" y="2323"/>
                </a:cubicBezTo>
                <a:cubicBezTo>
                  <a:pt x="447" y="2296"/>
                  <a:pt x="414" y="2267"/>
                  <a:pt x="384" y="2237"/>
                </a:cubicBezTo>
                <a:cubicBezTo>
                  <a:pt x="354" y="2206"/>
                  <a:pt x="325" y="2175"/>
                  <a:pt x="298" y="2141"/>
                </a:cubicBezTo>
                <a:cubicBezTo>
                  <a:pt x="270" y="2108"/>
                  <a:pt x="245" y="2074"/>
                  <a:pt x="221" y="2038"/>
                </a:cubicBezTo>
                <a:cubicBezTo>
                  <a:pt x="197" y="2003"/>
                  <a:pt x="175" y="1966"/>
                  <a:pt x="155" y="1928"/>
                </a:cubicBezTo>
                <a:cubicBezTo>
                  <a:pt x="135" y="1890"/>
                  <a:pt x="116" y="1851"/>
                  <a:pt x="100" y="1812"/>
                </a:cubicBezTo>
                <a:cubicBezTo>
                  <a:pt x="84" y="1772"/>
                  <a:pt x="69" y="1732"/>
                  <a:pt x="57" y="1691"/>
                </a:cubicBezTo>
                <a:cubicBezTo>
                  <a:pt x="44" y="1650"/>
                  <a:pt x="34" y="1608"/>
                  <a:pt x="26" y="1566"/>
                </a:cubicBezTo>
                <a:cubicBezTo>
                  <a:pt x="17" y="1524"/>
                  <a:pt x="11" y="1482"/>
                  <a:pt x="7" y="1439"/>
                </a:cubicBezTo>
                <a:cubicBezTo>
                  <a:pt x="2" y="1396"/>
                  <a:pt x="0" y="1354"/>
                  <a:pt x="0" y="131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155920" y="2483280"/>
            <a:ext cx="2090966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image &amp; video transforms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090280" y="2084400"/>
            <a:ext cx="1736769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TorchAudio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666720" y="3143160"/>
            <a:ext cx="5239080" cy="2248200"/>
          </a:xfrm>
          <a:custGeom>
            <a:avLst/>
            <a:gdLst/>
            <a:ahLst/>
            <a:rect l="0" t="0" r="r" b="b"/>
            <a:pathLst>
              <a:path w="14553" h="6245">
                <a:moveTo>
                  <a:pt x="0" y="5927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7" y="78"/>
                  <a:pt x="123" y="65"/>
                  <a:pt x="141" y="53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4235" y="0"/>
                </a:lnTo>
                <a:cubicBezTo>
                  <a:pt x="14256" y="0"/>
                  <a:pt x="14277" y="2"/>
                  <a:pt x="14297" y="6"/>
                </a:cubicBezTo>
                <a:cubicBezTo>
                  <a:pt x="14318" y="10"/>
                  <a:pt x="14337" y="16"/>
                  <a:pt x="14357" y="24"/>
                </a:cubicBezTo>
                <a:cubicBezTo>
                  <a:pt x="14376" y="32"/>
                  <a:pt x="14394" y="42"/>
                  <a:pt x="14412" y="53"/>
                </a:cubicBezTo>
                <a:cubicBezTo>
                  <a:pt x="14429" y="65"/>
                  <a:pt x="14445" y="78"/>
                  <a:pt x="14460" y="93"/>
                </a:cubicBezTo>
                <a:cubicBezTo>
                  <a:pt x="14474" y="107"/>
                  <a:pt x="14488" y="124"/>
                  <a:pt x="14499" y="141"/>
                </a:cubicBezTo>
                <a:cubicBezTo>
                  <a:pt x="14511" y="158"/>
                  <a:pt x="14521" y="176"/>
                  <a:pt x="14528" y="196"/>
                </a:cubicBezTo>
                <a:cubicBezTo>
                  <a:pt x="14536" y="215"/>
                  <a:pt x="14542" y="235"/>
                  <a:pt x="14547" y="255"/>
                </a:cubicBezTo>
                <a:cubicBezTo>
                  <a:pt x="14551" y="276"/>
                  <a:pt x="14553" y="296"/>
                  <a:pt x="14553" y="317"/>
                </a:cubicBezTo>
                <a:lnTo>
                  <a:pt x="14553" y="5927"/>
                </a:lnTo>
                <a:cubicBezTo>
                  <a:pt x="14553" y="5948"/>
                  <a:pt x="14551" y="5969"/>
                  <a:pt x="14547" y="5989"/>
                </a:cubicBezTo>
                <a:cubicBezTo>
                  <a:pt x="14542" y="6010"/>
                  <a:pt x="14536" y="6030"/>
                  <a:pt x="14528" y="6049"/>
                </a:cubicBezTo>
                <a:cubicBezTo>
                  <a:pt x="14521" y="6068"/>
                  <a:pt x="14511" y="6086"/>
                  <a:pt x="14499" y="6104"/>
                </a:cubicBezTo>
                <a:cubicBezTo>
                  <a:pt x="14488" y="6121"/>
                  <a:pt x="14474" y="6137"/>
                  <a:pt x="14460" y="6152"/>
                </a:cubicBezTo>
                <a:cubicBezTo>
                  <a:pt x="14445" y="6167"/>
                  <a:pt x="14429" y="6180"/>
                  <a:pt x="14412" y="6191"/>
                </a:cubicBezTo>
                <a:cubicBezTo>
                  <a:pt x="14394" y="6203"/>
                  <a:pt x="14376" y="6213"/>
                  <a:pt x="14357" y="6221"/>
                </a:cubicBezTo>
                <a:cubicBezTo>
                  <a:pt x="14337" y="6229"/>
                  <a:pt x="14318" y="6235"/>
                  <a:pt x="14297" y="6239"/>
                </a:cubicBezTo>
                <a:cubicBezTo>
                  <a:pt x="14277" y="6243"/>
                  <a:pt x="14256" y="6245"/>
                  <a:pt x="14235" y="6245"/>
                </a:cubicBezTo>
                <a:lnTo>
                  <a:pt x="317" y="6245"/>
                </a:lnTo>
                <a:cubicBezTo>
                  <a:pt x="296" y="6245"/>
                  <a:pt x="276" y="6243"/>
                  <a:pt x="255" y="6239"/>
                </a:cubicBezTo>
                <a:cubicBezTo>
                  <a:pt x="235" y="6235"/>
                  <a:pt x="215" y="6229"/>
                  <a:pt x="196" y="6221"/>
                </a:cubicBezTo>
                <a:cubicBezTo>
                  <a:pt x="176" y="6213"/>
                  <a:pt x="158" y="6203"/>
                  <a:pt x="141" y="6191"/>
                </a:cubicBezTo>
                <a:cubicBezTo>
                  <a:pt x="123" y="6180"/>
                  <a:pt x="107" y="6167"/>
                  <a:pt x="93" y="6152"/>
                </a:cubicBezTo>
                <a:cubicBezTo>
                  <a:pt x="78" y="6137"/>
                  <a:pt x="65" y="6121"/>
                  <a:pt x="53" y="6104"/>
                </a:cubicBezTo>
                <a:cubicBezTo>
                  <a:pt x="42" y="6086"/>
                  <a:pt x="32" y="6068"/>
                  <a:pt x="24" y="6049"/>
                </a:cubicBezTo>
                <a:cubicBezTo>
                  <a:pt x="16" y="6030"/>
                  <a:pt x="10" y="6010"/>
                  <a:pt x="6" y="5989"/>
                </a:cubicBezTo>
                <a:cubicBezTo>
                  <a:pt x="2" y="5969"/>
                  <a:pt x="0" y="5948"/>
                  <a:pt x="0" y="5927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242920" y="2483280"/>
            <a:ext cx="137363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audio transforms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14400" y="3344400"/>
            <a:ext cx="3284582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Part 1: The landscape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914400" y="3892320"/>
            <a:ext cx="509211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Where these three libraries landed: who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6286320" y="3143160"/>
            <a:ext cx="5239080" cy="2248200"/>
          </a:xfrm>
          <a:custGeom>
            <a:avLst/>
            <a:gdLst/>
            <a:ahLst/>
            <a:rect l="0" t="0" r="r" b="b"/>
            <a:pathLst>
              <a:path w="14553" h="6245">
                <a:moveTo>
                  <a:pt x="0" y="5927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4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14236" y="0"/>
                </a:lnTo>
                <a:cubicBezTo>
                  <a:pt x="14256" y="0"/>
                  <a:pt x="14277" y="2"/>
                  <a:pt x="14298" y="6"/>
                </a:cubicBezTo>
                <a:cubicBezTo>
                  <a:pt x="14318" y="10"/>
                  <a:pt x="14338" y="16"/>
                  <a:pt x="14357" y="24"/>
                </a:cubicBezTo>
                <a:cubicBezTo>
                  <a:pt x="14376" y="32"/>
                  <a:pt x="14395" y="42"/>
                  <a:pt x="14412" y="53"/>
                </a:cubicBezTo>
                <a:cubicBezTo>
                  <a:pt x="14429" y="65"/>
                  <a:pt x="14445" y="78"/>
                  <a:pt x="14460" y="93"/>
                </a:cubicBezTo>
                <a:cubicBezTo>
                  <a:pt x="14475" y="107"/>
                  <a:pt x="14488" y="124"/>
                  <a:pt x="14500" y="141"/>
                </a:cubicBezTo>
                <a:cubicBezTo>
                  <a:pt x="14511" y="158"/>
                  <a:pt x="14521" y="176"/>
                  <a:pt x="14529" y="196"/>
                </a:cubicBezTo>
                <a:cubicBezTo>
                  <a:pt x="14537" y="215"/>
                  <a:pt x="14543" y="235"/>
                  <a:pt x="14547" y="255"/>
                </a:cubicBezTo>
                <a:cubicBezTo>
                  <a:pt x="14551" y="276"/>
                  <a:pt x="14553" y="296"/>
                  <a:pt x="14553" y="317"/>
                </a:cubicBezTo>
                <a:lnTo>
                  <a:pt x="14553" y="5927"/>
                </a:lnTo>
                <a:cubicBezTo>
                  <a:pt x="14553" y="5948"/>
                  <a:pt x="14551" y="5969"/>
                  <a:pt x="14547" y="5989"/>
                </a:cubicBezTo>
                <a:cubicBezTo>
                  <a:pt x="14543" y="6010"/>
                  <a:pt x="14537" y="6030"/>
                  <a:pt x="14529" y="6049"/>
                </a:cubicBezTo>
                <a:cubicBezTo>
                  <a:pt x="14521" y="6068"/>
                  <a:pt x="14511" y="6086"/>
                  <a:pt x="14500" y="6104"/>
                </a:cubicBezTo>
                <a:cubicBezTo>
                  <a:pt x="14488" y="6121"/>
                  <a:pt x="14475" y="6137"/>
                  <a:pt x="14460" y="6152"/>
                </a:cubicBezTo>
                <a:cubicBezTo>
                  <a:pt x="14445" y="6167"/>
                  <a:pt x="14429" y="6180"/>
                  <a:pt x="14412" y="6191"/>
                </a:cubicBezTo>
                <a:cubicBezTo>
                  <a:pt x="14395" y="6203"/>
                  <a:pt x="14376" y="6213"/>
                  <a:pt x="14357" y="6221"/>
                </a:cubicBezTo>
                <a:cubicBezTo>
                  <a:pt x="14338" y="6229"/>
                  <a:pt x="14318" y="6235"/>
                  <a:pt x="14298" y="6239"/>
                </a:cubicBezTo>
                <a:cubicBezTo>
                  <a:pt x="14277" y="6243"/>
                  <a:pt x="14256" y="6245"/>
                  <a:pt x="14236" y="6245"/>
                </a:cubicBezTo>
                <a:lnTo>
                  <a:pt x="317" y="6245"/>
                </a:lnTo>
                <a:cubicBezTo>
                  <a:pt x="297" y="6245"/>
                  <a:pt x="276" y="6243"/>
                  <a:pt x="256" y="6239"/>
                </a:cubicBezTo>
                <a:cubicBezTo>
                  <a:pt x="235" y="6235"/>
                  <a:pt x="215" y="6229"/>
                  <a:pt x="196" y="6221"/>
                </a:cubicBezTo>
                <a:cubicBezTo>
                  <a:pt x="177" y="6213"/>
                  <a:pt x="158" y="6203"/>
                  <a:pt x="141" y="6191"/>
                </a:cubicBezTo>
                <a:cubicBezTo>
                  <a:pt x="124" y="6180"/>
                  <a:pt x="108" y="6167"/>
                  <a:pt x="93" y="6152"/>
                </a:cubicBezTo>
                <a:cubicBezTo>
                  <a:pt x="78" y="6137"/>
                  <a:pt x="65" y="6121"/>
                  <a:pt x="54" y="6104"/>
                </a:cubicBezTo>
                <a:cubicBezTo>
                  <a:pt x="42" y="6086"/>
                  <a:pt x="32" y="6068"/>
                  <a:pt x="24" y="6049"/>
                </a:cubicBezTo>
                <a:cubicBezTo>
                  <a:pt x="16" y="6030"/>
                  <a:pt x="10" y="6010"/>
                  <a:pt x="6" y="5989"/>
                </a:cubicBezTo>
                <a:cubicBezTo>
                  <a:pt x="2" y="5969"/>
                  <a:pt x="0" y="5948"/>
                  <a:pt x="0" y="5927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914400" y="4292640"/>
            <a:ext cx="4628275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does what, and how they fit together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534000" y="3344400"/>
            <a:ext cx="2648505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Part 2: Going fast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534000" y="3892320"/>
            <a:ext cx="480362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How to make your media pipeline fast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534000" y="4292640"/>
            <a:ext cx="5027961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with these three libraries, using existing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534000" y="4692600"/>
            <a:ext cx="221071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and new features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565080" y="5426640"/>
            <a:ext cx="5469638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79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All benchmarks: </a:t>
            </a:r>
            <a:r>
              <a:rPr lang="en-US" sz="1679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github.com/NicolasHug/ptc-talk-2026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009520" y="1285560"/>
            <a:ext cx="8172720" cy="4763160"/>
          </a:xfrm>
          <a:custGeom>
            <a:avLst/>
            <a:gdLst/>
            <a:ahLst/>
            <a:rect l="0" t="0" r="r" b="b"/>
            <a:pathLst>
              <a:path w="22702" h="13231">
                <a:moveTo>
                  <a:pt x="0" y="0"/>
                </a:moveTo>
                <a:lnTo>
                  <a:pt x="22702" y="0"/>
                </a:lnTo>
                <a:lnTo>
                  <a:pt x="22702" y="13231"/>
                </a:lnTo>
                <a:lnTo>
                  <a:pt x="0" y="132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214000" y="1421640"/>
            <a:ext cx="7764120" cy="2551680"/>
          </a:xfrm>
          <a:custGeom>
            <a:avLst/>
            <a:gdLst/>
            <a:ahLst/>
            <a:rect l="0" t="0" r="r" b="b"/>
            <a:pathLst>
              <a:path w="21567" h="7088">
                <a:moveTo>
                  <a:pt x="284" y="0"/>
                </a:moveTo>
                <a:lnTo>
                  <a:pt x="21283" y="0"/>
                </a:lnTo>
                <a:cubicBezTo>
                  <a:pt x="21302" y="0"/>
                  <a:pt x="21320" y="2"/>
                  <a:pt x="21339" y="6"/>
                </a:cubicBezTo>
                <a:cubicBezTo>
                  <a:pt x="21357" y="9"/>
                  <a:pt x="21375" y="15"/>
                  <a:pt x="21392" y="22"/>
                </a:cubicBezTo>
                <a:cubicBezTo>
                  <a:pt x="21409" y="29"/>
                  <a:pt x="21425" y="38"/>
                  <a:pt x="21441" y="48"/>
                </a:cubicBezTo>
                <a:cubicBezTo>
                  <a:pt x="21456" y="58"/>
                  <a:pt x="21471" y="70"/>
                  <a:pt x="21484" y="83"/>
                </a:cubicBezTo>
                <a:cubicBezTo>
                  <a:pt x="21497" y="97"/>
                  <a:pt x="21509" y="111"/>
                  <a:pt x="21519" y="126"/>
                </a:cubicBezTo>
                <a:cubicBezTo>
                  <a:pt x="21529" y="142"/>
                  <a:pt x="21538" y="158"/>
                  <a:pt x="21545" y="175"/>
                </a:cubicBezTo>
                <a:cubicBezTo>
                  <a:pt x="21552" y="193"/>
                  <a:pt x="21558" y="210"/>
                  <a:pt x="21561" y="229"/>
                </a:cubicBezTo>
                <a:cubicBezTo>
                  <a:pt x="21565" y="247"/>
                  <a:pt x="21567" y="265"/>
                  <a:pt x="21567" y="284"/>
                </a:cubicBezTo>
                <a:lnTo>
                  <a:pt x="21567" y="6805"/>
                </a:lnTo>
                <a:cubicBezTo>
                  <a:pt x="21567" y="6824"/>
                  <a:pt x="21565" y="6842"/>
                  <a:pt x="21561" y="6860"/>
                </a:cubicBezTo>
                <a:cubicBezTo>
                  <a:pt x="21558" y="6878"/>
                  <a:pt x="21552" y="6896"/>
                  <a:pt x="21545" y="6913"/>
                </a:cubicBezTo>
                <a:cubicBezTo>
                  <a:pt x="21538" y="6931"/>
                  <a:pt x="21529" y="6947"/>
                  <a:pt x="21519" y="6962"/>
                </a:cubicBezTo>
                <a:cubicBezTo>
                  <a:pt x="21509" y="6978"/>
                  <a:pt x="21497" y="6992"/>
                  <a:pt x="21484" y="7005"/>
                </a:cubicBezTo>
                <a:cubicBezTo>
                  <a:pt x="21471" y="7019"/>
                  <a:pt x="21456" y="7030"/>
                  <a:pt x="21441" y="7041"/>
                </a:cubicBezTo>
                <a:cubicBezTo>
                  <a:pt x="21425" y="7051"/>
                  <a:pt x="21409" y="7060"/>
                  <a:pt x="21392" y="7067"/>
                </a:cubicBezTo>
                <a:cubicBezTo>
                  <a:pt x="21375" y="7074"/>
                  <a:pt x="21357" y="7079"/>
                  <a:pt x="21339" y="7083"/>
                </a:cubicBezTo>
                <a:cubicBezTo>
                  <a:pt x="21320" y="7087"/>
                  <a:pt x="21302" y="7088"/>
                  <a:pt x="21283" y="7088"/>
                </a:cubicBezTo>
                <a:lnTo>
                  <a:pt x="284" y="7088"/>
                </a:lnTo>
                <a:cubicBezTo>
                  <a:pt x="265" y="7088"/>
                  <a:pt x="246" y="7087"/>
                  <a:pt x="228" y="7083"/>
                </a:cubicBezTo>
                <a:cubicBezTo>
                  <a:pt x="210" y="7079"/>
                  <a:pt x="192" y="7074"/>
                  <a:pt x="175" y="7067"/>
                </a:cubicBezTo>
                <a:cubicBezTo>
                  <a:pt x="158" y="7060"/>
                  <a:pt x="141" y="7051"/>
                  <a:pt x="126" y="7041"/>
                </a:cubicBezTo>
                <a:cubicBezTo>
                  <a:pt x="110" y="7030"/>
                  <a:pt x="96" y="7019"/>
                  <a:pt x="83" y="7005"/>
                </a:cubicBezTo>
                <a:cubicBezTo>
                  <a:pt x="70" y="6992"/>
                  <a:pt x="58" y="6978"/>
                  <a:pt x="48" y="6962"/>
                </a:cubicBezTo>
                <a:cubicBezTo>
                  <a:pt x="37" y="6947"/>
                  <a:pt x="28" y="6931"/>
                  <a:pt x="21" y="6913"/>
                </a:cubicBezTo>
                <a:cubicBezTo>
                  <a:pt x="14" y="6896"/>
                  <a:pt x="9" y="6878"/>
                  <a:pt x="5" y="6860"/>
                </a:cubicBezTo>
                <a:cubicBezTo>
                  <a:pt x="2" y="6842"/>
                  <a:pt x="0" y="6824"/>
                  <a:pt x="0" y="6805"/>
                </a:cubicBezTo>
                <a:lnTo>
                  <a:pt x="0" y="284"/>
                </a:lnTo>
                <a:cubicBezTo>
                  <a:pt x="0" y="265"/>
                  <a:pt x="2" y="247"/>
                  <a:pt x="5" y="229"/>
                </a:cubicBezTo>
                <a:cubicBezTo>
                  <a:pt x="9" y="210"/>
                  <a:pt x="14" y="193"/>
                  <a:pt x="21" y="175"/>
                </a:cubicBezTo>
                <a:cubicBezTo>
                  <a:pt x="28" y="158"/>
                  <a:pt x="37" y="142"/>
                  <a:pt x="48" y="126"/>
                </a:cubicBezTo>
                <a:cubicBezTo>
                  <a:pt x="58" y="111"/>
                  <a:pt x="70" y="97"/>
                  <a:pt x="83" y="83"/>
                </a:cubicBezTo>
                <a:cubicBezTo>
                  <a:pt x="96" y="70"/>
                  <a:pt x="110" y="58"/>
                  <a:pt x="126" y="48"/>
                </a:cubicBezTo>
                <a:cubicBezTo>
                  <a:pt x="141" y="38"/>
                  <a:pt x="158" y="29"/>
                  <a:pt x="175" y="22"/>
                </a:cubicBezTo>
                <a:cubicBezTo>
                  <a:pt x="192" y="15"/>
                  <a:pt x="210" y="9"/>
                  <a:pt x="228" y="6"/>
                </a:cubicBezTo>
                <a:cubicBezTo>
                  <a:pt x="246" y="2"/>
                  <a:pt x="265" y="0"/>
                  <a:pt x="284" y="0"/>
                </a:cubicBezTo>
                <a:close/>
              </a:path>
            </a:pathLst>
          </a:custGeom>
          <a:solidFill>
            <a:srgbClr val="fbf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214000" y="1421640"/>
            <a:ext cx="7764120" cy="2551680"/>
          </a:xfrm>
          <a:custGeom>
            <a:avLst/>
            <a:gdLst/>
            <a:ahLst/>
            <a:rect l="0" t="0" r="r" b="b"/>
            <a:pathLst>
              <a:path w="21567" h="7088">
                <a:moveTo>
                  <a:pt x="284" y="0"/>
                </a:moveTo>
                <a:lnTo>
                  <a:pt x="21283" y="0"/>
                </a:lnTo>
                <a:cubicBezTo>
                  <a:pt x="21302" y="0"/>
                  <a:pt x="21320" y="2"/>
                  <a:pt x="21339" y="6"/>
                </a:cubicBezTo>
                <a:cubicBezTo>
                  <a:pt x="21357" y="9"/>
                  <a:pt x="21375" y="15"/>
                  <a:pt x="21392" y="22"/>
                </a:cubicBezTo>
                <a:cubicBezTo>
                  <a:pt x="21409" y="29"/>
                  <a:pt x="21425" y="38"/>
                  <a:pt x="21441" y="48"/>
                </a:cubicBezTo>
                <a:cubicBezTo>
                  <a:pt x="21456" y="58"/>
                  <a:pt x="21471" y="70"/>
                  <a:pt x="21484" y="83"/>
                </a:cubicBezTo>
                <a:cubicBezTo>
                  <a:pt x="21497" y="97"/>
                  <a:pt x="21509" y="111"/>
                  <a:pt x="21519" y="126"/>
                </a:cubicBezTo>
                <a:cubicBezTo>
                  <a:pt x="21529" y="142"/>
                  <a:pt x="21538" y="158"/>
                  <a:pt x="21545" y="175"/>
                </a:cubicBezTo>
                <a:cubicBezTo>
                  <a:pt x="21552" y="193"/>
                  <a:pt x="21558" y="210"/>
                  <a:pt x="21561" y="229"/>
                </a:cubicBezTo>
                <a:cubicBezTo>
                  <a:pt x="21565" y="247"/>
                  <a:pt x="21567" y="265"/>
                  <a:pt x="21567" y="284"/>
                </a:cubicBezTo>
                <a:lnTo>
                  <a:pt x="21567" y="6805"/>
                </a:lnTo>
                <a:cubicBezTo>
                  <a:pt x="21567" y="6824"/>
                  <a:pt x="21565" y="6842"/>
                  <a:pt x="21561" y="6860"/>
                </a:cubicBezTo>
                <a:cubicBezTo>
                  <a:pt x="21558" y="6878"/>
                  <a:pt x="21552" y="6896"/>
                  <a:pt x="21545" y="6913"/>
                </a:cubicBezTo>
                <a:cubicBezTo>
                  <a:pt x="21538" y="6931"/>
                  <a:pt x="21529" y="6947"/>
                  <a:pt x="21519" y="6962"/>
                </a:cubicBezTo>
                <a:cubicBezTo>
                  <a:pt x="21509" y="6978"/>
                  <a:pt x="21497" y="6992"/>
                  <a:pt x="21484" y="7005"/>
                </a:cubicBezTo>
                <a:cubicBezTo>
                  <a:pt x="21471" y="7019"/>
                  <a:pt x="21456" y="7030"/>
                  <a:pt x="21441" y="7041"/>
                </a:cubicBezTo>
                <a:cubicBezTo>
                  <a:pt x="21425" y="7051"/>
                  <a:pt x="21409" y="7060"/>
                  <a:pt x="21392" y="7067"/>
                </a:cubicBezTo>
                <a:cubicBezTo>
                  <a:pt x="21375" y="7074"/>
                  <a:pt x="21357" y="7079"/>
                  <a:pt x="21339" y="7083"/>
                </a:cubicBezTo>
                <a:cubicBezTo>
                  <a:pt x="21320" y="7087"/>
                  <a:pt x="21302" y="7088"/>
                  <a:pt x="21283" y="7088"/>
                </a:cubicBezTo>
                <a:lnTo>
                  <a:pt x="284" y="7088"/>
                </a:lnTo>
                <a:cubicBezTo>
                  <a:pt x="265" y="7088"/>
                  <a:pt x="246" y="7087"/>
                  <a:pt x="228" y="7083"/>
                </a:cubicBezTo>
                <a:cubicBezTo>
                  <a:pt x="210" y="7079"/>
                  <a:pt x="192" y="7074"/>
                  <a:pt x="175" y="7067"/>
                </a:cubicBezTo>
                <a:cubicBezTo>
                  <a:pt x="158" y="7060"/>
                  <a:pt x="141" y="7051"/>
                  <a:pt x="126" y="7041"/>
                </a:cubicBezTo>
                <a:cubicBezTo>
                  <a:pt x="110" y="7030"/>
                  <a:pt x="96" y="7019"/>
                  <a:pt x="83" y="7005"/>
                </a:cubicBezTo>
                <a:cubicBezTo>
                  <a:pt x="70" y="6992"/>
                  <a:pt x="58" y="6978"/>
                  <a:pt x="48" y="6962"/>
                </a:cubicBezTo>
                <a:cubicBezTo>
                  <a:pt x="37" y="6947"/>
                  <a:pt x="28" y="6931"/>
                  <a:pt x="21" y="6913"/>
                </a:cubicBezTo>
                <a:cubicBezTo>
                  <a:pt x="14" y="6896"/>
                  <a:pt x="9" y="6878"/>
                  <a:pt x="5" y="6860"/>
                </a:cubicBezTo>
                <a:cubicBezTo>
                  <a:pt x="2" y="6842"/>
                  <a:pt x="0" y="6824"/>
                  <a:pt x="0" y="6805"/>
                </a:cubicBezTo>
                <a:lnTo>
                  <a:pt x="0" y="284"/>
                </a:lnTo>
                <a:cubicBezTo>
                  <a:pt x="0" y="265"/>
                  <a:pt x="2" y="247"/>
                  <a:pt x="5" y="229"/>
                </a:cubicBezTo>
                <a:cubicBezTo>
                  <a:pt x="9" y="210"/>
                  <a:pt x="14" y="193"/>
                  <a:pt x="21" y="175"/>
                </a:cubicBezTo>
                <a:cubicBezTo>
                  <a:pt x="28" y="158"/>
                  <a:pt x="37" y="142"/>
                  <a:pt x="48" y="126"/>
                </a:cubicBezTo>
                <a:cubicBezTo>
                  <a:pt x="58" y="111"/>
                  <a:pt x="70" y="97"/>
                  <a:pt x="83" y="83"/>
                </a:cubicBezTo>
                <a:cubicBezTo>
                  <a:pt x="96" y="70"/>
                  <a:pt x="110" y="58"/>
                  <a:pt x="126" y="48"/>
                </a:cubicBezTo>
                <a:cubicBezTo>
                  <a:pt x="141" y="38"/>
                  <a:pt x="158" y="29"/>
                  <a:pt x="175" y="22"/>
                </a:cubicBezTo>
                <a:cubicBezTo>
                  <a:pt x="192" y="15"/>
                  <a:pt x="210" y="9"/>
                  <a:pt x="228" y="6"/>
                </a:cubicBezTo>
                <a:cubicBezTo>
                  <a:pt x="246" y="2"/>
                  <a:pt x="265" y="0"/>
                  <a:pt x="284" y="0"/>
                </a:cubicBezTo>
                <a:close/>
              </a:path>
            </a:pathLst>
          </a:custGeom>
          <a:noFill/>
          <a:ln w="8280">
            <a:solidFill>
              <a:srgbClr val="e2e8f0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66720" y="569520"/>
            <a:ext cx="8255001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The PyTorch media stack: before and now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486520" y="1494720"/>
            <a:ext cx="513604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758680" y="1965960"/>
            <a:ext cx="3235320" cy="1667160"/>
          </a:xfrm>
          <a:custGeom>
            <a:avLst/>
            <a:gdLst/>
            <a:ahLst/>
            <a:rect l="0" t="0" r="r" b="b"/>
            <a:pathLst>
              <a:path w="8987" h="4631">
                <a:moveTo>
                  <a:pt x="237" y="0"/>
                </a:moveTo>
                <a:lnTo>
                  <a:pt x="8751" y="0"/>
                </a:lnTo>
                <a:cubicBezTo>
                  <a:pt x="8766" y="0"/>
                  <a:pt x="8781" y="2"/>
                  <a:pt x="8797" y="5"/>
                </a:cubicBezTo>
                <a:cubicBezTo>
                  <a:pt x="8812" y="8"/>
                  <a:pt x="8827" y="12"/>
                  <a:pt x="8841" y="18"/>
                </a:cubicBezTo>
                <a:cubicBezTo>
                  <a:pt x="8855" y="24"/>
                  <a:pt x="8869" y="31"/>
                  <a:pt x="8882" y="40"/>
                </a:cubicBezTo>
                <a:cubicBezTo>
                  <a:pt x="8895" y="49"/>
                  <a:pt x="8907" y="58"/>
                  <a:pt x="8918" y="69"/>
                </a:cubicBezTo>
                <a:cubicBezTo>
                  <a:pt x="8929" y="80"/>
                  <a:pt x="8939" y="92"/>
                  <a:pt x="8947" y="105"/>
                </a:cubicBezTo>
                <a:cubicBezTo>
                  <a:pt x="8956" y="118"/>
                  <a:pt x="8963" y="132"/>
                  <a:pt x="8969" y="146"/>
                </a:cubicBezTo>
                <a:cubicBezTo>
                  <a:pt x="8975" y="160"/>
                  <a:pt x="8979" y="175"/>
                  <a:pt x="8983" y="190"/>
                </a:cubicBezTo>
                <a:cubicBezTo>
                  <a:pt x="8986" y="206"/>
                  <a:pt x="8987" y="221"/>
                  <a:pt x="8987" y="237"/>
                </a:cubicBezTo>
                <a:lnTo>
                  <a:pt x="8987" y="4395"/>
                </a:lnTo>
                <a:cubicBezTo>
                  <a:pt x="8987" y="4411"/>
                  <a:pt x="8986" y="4426"/>
                  <a:pt x="8983" y="4441"/>
                </a:cubicBezTo>
                <a:cubicBezTo>
                  <a:pt x="8979" y="4457"/>
                  <a:pt x="8975" y="4471"/>
                  <a:pt x="8969" y="4486"/>
                </a:cubicBezTo>
                <a:cubicBezTo>
                  <a:pt x="8963" y="4500"/>
                  <a:pt x="8956" y="4514"/>
                  <a:pt x="8947" y="4526"/>
                </a:cubicBezTo>
                <a:cubicBezTo>
                  <a:pt x="8939" y="4539"/>
                  <a:pt x="8929" y="4551"/>
                  <a:pt x="8918" y="4562"/>
                </a:cubicBezTo>
                <a:cubicBezTo>
                  <a:pt x="8907" y="4573"/>
                  <a:pt x="8895" y="4583"/>
                  <a:pt x="8882" y="4592"/>
                </a:cubicBezTo>
                <a:cubicBezTo>
                  <a:pt x="8869" y="4600"/>
                  <a:pt x="8855" y="4608"/>
                  <a:pt x="8841" y="4613"/>
                </a:cubicBezTo>
                <a:cubicBezTo>
                  <a:pt x="8827" y="4619"/>
                  <a:pt x="8812" y="4624"/>
                  <a:pt x="8797" y="4627"/>
                </a:cubicBezTo>
                <a:cubicBezTo>
                  <a:pt x="8781" y="4630"/>
                  <a:pt x="8766" y="4631"/>
                  <a:pt x="8751" y="4631"/>
                </a:cubicBezTo>
                <a:lnTo>
                  <a:pt x="237" y="4631"/>
                </a:lnTo>
                <a:cubicBezTo>
                  <a:pt x="221" y="4631"/>
                  <a:pt x="206" y="4630"/>
                  <a:pt x="190" y="4627"/>
                </a:cubicBezTo>
                <a:cubicBezTo>
                  <a:pt x="175" y="4624"/>
                  <a:pt x="160" y="4619"/>
                  <a:pt x="146" y="4613"/>
                </a:cubicBezTo>
                <a:cubicBezTo>
                  <a:pt x="132" y="4608"/>
                  <a:pt x="118" y="4600"/>
                  <a:pt x="105" y="4592"/>
                </a:cubicBezTo>
                <a:cubicBezTo>
                  <a:pt x="92" y="4583"/>
                  <a:pt x="80" y="4573"/>
                  <a:pt x="69" y="4562"/>
                </a:cubicBezTo>
                <a:cubicBezTo>
                  <a:pt x="58" y="4551"/>
                  <a:pt x="49" y="4539"/>
                  <a:pt x="40" y="4526"/>
                </a:cubicBezTo>
                <a:cubicBezTo>
                  <a:pt x="31" y="4514"/>
                  <a:pt x="24" y="4500"/>
                  <a:pt x="18" y="4486"/>
                </a:cubicBezTo>
                <a:cubicBezTo>
                  <a:pt x="12" y="4471"/>
                  <a:pt x="8" y="4457"/>
                  <a:pt x="5" y="4441"/>
                </a:cubicBezTo>
                <a:cubicBezTo>
                  <a:pt x="2" y="4426"/>
                  <a:pt x="0" y="4411"/>
                  <a:pt x="0" y="4395"/>
                </a:cubicBezTo>
                <a:lnTo>
                  <a:pt x="0" y="237"/>
                </a:lnTo>
                <a:cubicBezTo>
                  <a:pt x="0" y="221"/>
                  <a:pt x="2" y="206"/>
                  <a:pt x="5" y="190"/>
                </a:cubicBezTo>
                <a:cubicBezTo>
                  <a:pt x="8" y="175"/>
                  <a:pt x="12" y="160"/>
                  <a:pt x="18" y="146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758680" y="1965960"/>
            <a:ext cx="3235320" cy="1667160"/>
          </a:xfrm>
          <a:custGeom>
            <a:avLst/>
            <a:gdLst/>
            <a:ahLst/>
            <a:rect l="0" t="0" r="r" b="b"/>
            <a:pathLst>
              <a:path w="8987" h="4631">
                <a:moveTo>
                  <a:pt x="237" y="0"/>
                </a:moveTo>
                <a:lnTo>
                  <a:pt x="8751" y="0"/>
                </a:lnTo>
                <a:cubicBezTo>
                  <a:pt x="8766" y="0"/>
                  <a:pt x="8781" y="2"/>
                  <a:pt x="8797" y="5"/>
                </a:cubicBezTo>
                <a:cubicBezTo>
                  <a:pt x="8812" y="8"/>
                  <a:pt x="8827" y="12"/>
                  <a:pt x="8841" y="18"/>
                </a:cubicBezTo>
                <a:cubicBezTo>
                  <a:pt x="8855" y="24"/>
                  <a:pt x="8869" y="31"/>
                  <a:pt x="8882" y="40"/>
                </a:cubicBezTo>
                <a:cubicBezTo>
                  <a:pt x="8895" y="49"/>
                  <a:pt x="8907" y="58"/>
                  <a:pt x="8918" y="69"/>
                </a:cubicBezTo>
                <a:cubicBezTo>
                  <a:pt x="8929" y="80"/>
                  <a:pt x="8939" y="92"/>
                  <a:pt x="8947" y="105"/>
                </a:cubicBezTo>
                <a:cubicBezTo>
                  <a:pt x="8956" y="118"/>
                  <a:pt x="8963" y="132"/>
                  <a:pt x="8969" y="146"/>
                </a:cubicBezTo>
                <a:cubicBezTo>
                  <a:pt x="8975" y="160"/>
                  <a:pt x="8979" y="175"/>
                  <a:pt x="8983" y="190"/>
                </a:cubicBezTo>
                <a:cubicBezTo>
                  <a:pt x="8986" y="206"/>
                  <a:pt x="8987" y="221"/>
                  <a:pt x="8987" y="237"/>
                </a:cubicBezTo>
                <a:lnTo>
                  <a:pt x="8987" y="4395"/>
                </a:lnTo>
                <a:cubicBezTo>
                  <a:pt x="8987" y="4411"/>
                  <a:pt x="8986" y="4426"/>
                  <a:pt x="8983" y="4441"/>
                </a:cubicBezTo>
                <a:cubicBezTo>
                  <a:pt x="8979" y="4457"/>
                  <a:pt x="8975" y="4471"/>
                  <a:pt x="8969" y="4486"/>
                </a:cubicBezTo>
                <a:cubicBezTo>
                  <a:pt x="8963" y="4500"/>
                  <a:pt x="8956" y="4514"/>
                  <a:pt x="8947" y="4526"/>
                </a:cubicBezTo>
                <a:cubicBezTo>
                  <a:pt x="8939" y="4539"/>
                  <a:pt x="8929" y="4551"/>
                  <a:pt x="8918" y="4562"/>
                </a:cubicBezTo>
                <a:cubicBezTo>
                  <a:pt x="8907" y="4573"/>
                  <a:pt x="8895" y="4583"/>
                  <a:pt x="8882" y="4592"/>
                </a:cubicBezTo>
                <a:cubicBezTo>
                  <a:pt x="8869" y="4600"/>
                  <a:pt x="8855" y="4608"/>
                  <a:pt x="8841" y="4613"/>
                </a:cubicBezTo>
                <a:cubicBezTo>
                  <a:pt x="8827" y="4619"/>
                  <a:pt x="8812" y="4624"/>
                  <a:pt x="8797" y="4627"/>
                </a:cubicBezTo>
                <a:cubicBezTo>
                  <a:pt x="8781" y="4630"/>
                  <a:pt x="8766" y="4631"/>
                  <a:pt x="8751" y="4631"/>
                </a:cubicBezTo>
                <a:lnTo>
                  <a:pt x="237" y="4631"/>
                </a:lnTo>
                <a:cubicBezTo>
                  <a:pt x="221" y="4631"/>
                  <a:pt x="206" y="4630"/>
                  <a:pt x="190" y="4627"/>
                </a:cubicBezTo>
                <a:cubicBezTo>
                  <a:pt x="175" y="4624"/>
                  <a:pt x="160" y="4619"/>
                  <a:pt x="146" y="4613"/>
                </a:cubicBezTo>
                <a:cubicBezTo>
                  <a:pt x="132" y="4608"/>
                  <a:pt x="118" y="4600"/>
                  <a:pt x="105" y="4592"/>
                </a:cubicBezTo>
                <a:cubicBezTo>
                  <a:pt x="92" y="4583"/>
                  <a:pt x="80" y="4573"/>
                  <a:pt x="69" y="4562"/>
                </a:cubicBezTo>
                <a:cubicBezTo>
                  <a:pt x="58" y="4551"/>
                  <a:pt x="49" y="4539"/>
                  <a:pt x="40" y="4526"/>
                </a:cubicBezTo>
                <a:cubicBezTo>
                  <a:pt x="31" y="4514"/>
                  <a:pt x="24" y="4500"/>
                  <a:pt x="18" y="4486"/>
                </a:cubicBezTo>
                <a:cubicBezTo>
                  <a:pt x="12" y="4471"/>
                  <a:pt x="8" y="4457"/>
                  <a:pt x="5" y="4441"/>
                </a:cubicBezTo>
                <a:cubicBezTo>
                  <a:pt x="2" y="4426"/>
                  <a:pt x="0" y="4411"/>
                  <a:pt x="0" y="4395"/>
                </a:cubicBezTo>
                <a:lnTo>
                  <a:pt x="0" y="237"/>
                </a:lnTo>
                <a:cubicBezTo>
                  <a:pt x="0" y="221"/>
                  <a:pt x="2" y="206"/>
                  <a:pt x="5" y="190"/>
                </a:cubicBezTo>
                <a:cubicBezTo>
                  <a:pt x="8" y="175"/>
                  <a:pt x="12" y="160"/>
                  <a:pt x="18" y="146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758680" y="1965960"/>
            <a:ext cx="3235320" cy="255600"/>
          </a:xfrm>
          <a:custGeom>
            <a:avLst/>
            <a:gdLst/>
            <a:ahLst/>
            <a:rect l="0" t="0" r="r" b="b"/>
            <a:pathLst>
              <a:path w="8987" h="710">
                <a:moveTo>
                  <a:pt x="237" y="0"/>
                </a:moveTo>
                <a:lnTo>
                  <a:pt x="8751" y="0"/>
                </a:lnTo>
                <a:cubicBezTo>
                  <a:pt x="8766" y="0"/>
                  <a:pt x="8781" y="2"/>
                  <a:pt x="8797" y="5"/>
                </a:cubicBezTo>
                <a:cubicBezTo>
                  <a:pt x="8812" y="8"/>
                  <a:pt x="8827" y="12"/>
                  <a:pt x="8841" y="18"/>
                </a:cubicBezTo>
                <a:cubicBezTo>
                  <a:pt x="8855" y="24"/>
                  <a:pt x="8869" y="31"/>
                  <a:pt x="8882" y="40"/>
                </a:cubicBezTo>
                <a:cubicBezTo>
                  <a:pt x="8895" y="49"/>
                  <a:pt x="8907" y="58"/>
                  <a:pt x="8918" y="69"/>
                </a:cubicBezTo>
                <a:cubicBezTo>
                  <a:pt x="8929" y="80"/>
                  <a:pt x="8939" y="92"/>
                  <a:pt x="8947" y="105"/>
                </a:cubicBezTo>
                <a:cubicBezTo>
                  <a:pt x="8956" y="118"/>
                  <a:pt x="8963" y="132"/>
                  <a:pt x="8969" y="146"/>
                </a:cubicBezTo>
                <a:cubicBezTo>
                  <a:pt x="8975" y="160"/>
                  <a:pt x="8979" y="175"/>
                  <a:pt x="8983" y="190"/>
                </a:cubicBezTo>
                <a:cubicBezTo>
                  <a:pt x="8986" y="206"/>
                  <a:pt x="8987" y="221"/>
                  <a:pt x="8987" y="237"/>
                </a:cubicBezTo>
                <a:lnTo>
                  <a:pt x="8987" y="473"/>
                </a:lnTo>
                <a:cubicBezTo>
                  <a:pt x="8987" y="488"/>
                  <a:pt x="8986" y="504"/>
                  <a:pt x="8983" y="519"/>
                </a:cubicBezTo>
                <a:cubicBezTo>
                  <a:pt x="8979" y="534"/>
                  <a:pt x="8975" y="549"/>
                  <a:pt x="8969" y="564"/>
                </a:cubicBezTo>
                <a:cubicBezTo>
                  <a:pt x="8963" y="578"/>
                  <a:pt x="8956" y="592"/>
                  <a:pt x="8947" y="605"/>
                </a:cubicBezTo>
                <a:cubicBezTo>
                  <a:pt x="8939" y="618"/>
                  <a:pt x="8929" y="630"/>
                  <a:pt x="8918" y="641"/>
                </a:cubicBezTo>
                <a:cubicBezTo>
                  <a:pt x="8907" y="652"/>
                  <a:pt x="8895" y="662"/>
                  <a:pt x="8882" y="670"/>
                </a:cubicBezTo>
                <a:cubicBezTo>
                  <a:pt x="8869" y="679"/>
                  <a:pt x="8855" y="686"/>
                  <a:pt x="8841" y="692"/>
                </a:cubicBezTo>
                <a:cubicBezTo>
                  <a:pt x="8827" y="698"/>
                  <a:pt x="8812" y="702"/>
                  <a:pt x="8797" y="705"/>
                </a:cubicBezTo>
                <a:cubicBezTo>
                  <a:pt x="8781" y="708"/>
                  <a:pt x="8766" y="710"/>
                  <a:pt x="8751" y="710"/>
                </a:cubicBezTo>
                <a:lnTo>
                  <a:pt x="237" y="710"/>
                </a:lnTo>
                <a:cubicBezTo>
                  <a:pt x="221" y="710"/>
                  <a:pt x="206" y="708"/>
                  <a:pt x="190" y="705"/>
                </a:cubicBezTo>
                <a:cubicBezTo>
                  <a:pt x="175" y="702"/>
                  <a:pt x="160" y="698"/>
                  <a:pt x="146" y="692"/>
                </a:cubicBezTo>
                <a:cubicBezTo>
                  <a:pt x="132" y="686"/>
                  <a:pt x="118" y="679"/>
                  <a:pt x="105" y="670"/>
                </a:cubicBezTo>
                <a:cubicBezTo>
                  <a:pt x="92" y="662"/>
                  <a:pt x="80" y="652"/>
                  <a:pt x="69" y="641"/>
                </a:cubicBezTo>
                <a:cubicBezTo>
                  <a:pt x="58" y="630"/>
                  <a:pt x="49" y="618"/>
                  <a:pt x="40" y="605"/>
                </a:cubicBezTo>
                <a:cubicBezTo>
                  <a:pt x="31" y="592"/>
                  <a:pt x="24" y="578"/>
                  <a:pt x="18" y="564"/>
                </a:cubicBezTo>
                <a:cubicBezTo>
                  <a:pt x="12" y="549"/>
                  <a:pt x="8" y="534"/>
                  <a:pt x="5" y="519"/>
                </a:cubicBezTo>
                <a:cubicBezTo>
                  <a:pt x="2" y="504"/>
                  <a:pt x="0" y="488"/>
                  <a:pt x="0" y="473"/>
                </a:cubicBezTo>
                <a:lnTo>
                  <a:pt x="0" y="237"/>
                </a:lnTo>
                <a:cubicBezTo>
                  <a:pt x="0" y="221"/>
                  <a:pt x="2" y="206"/>
                  <a:pt x="5" y="190"/>
                </a:cubicBezTo>
                <a:cubicBezTo>
                  <a:pt x="8" y="175"/>
                  <a:pt x="12" y="160"/>
                  <a:pt x="18" y="146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758680" y="2136240"/>
            <a:ext cx="3235320" cy="85320"/>
          </a:xfrm>
          <a:custGeom>
            <a:avLst/>
            <a:gdLst/>
            <a:ahLst/>
            <a:rect l="0" t="0" r="r" b="b"/>
            <a:pathLst>
              <a:path w="8987" h="237">
                <a:moveTo>
                  <a:pt x="0" y="0"/>
                </a:moveTo>
                <a:lnTo>
                  <a:pt x="8987" y="0"/>
                </a:lnTo>
                <a:lnTo>
                  <a:pt x="8987" y="237"/>
                </a:lnTo>
                <a:lnTo>
                  <a:pt x="0" y="237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486520" y="1711080"/>
            <a:ext cx="2886062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70" b="0" u="none" strike="noStrike">
                <a:solidFill>
                  <a:srgbClr val="64748b"/>
                </a:solidFill>
                <a:effectLst/>
                <a:uFillTx/>
                <a:latin typeface="SegoeUI"/>
                <a:ea typeface="SegoeUI"/>
              </a:rPr>
              <a:t>Each library built its own decoding and encoding stack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928960" y="22892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4"/>
                  <a:pt x="7945" y="7"/>
                  <a:pt x="7954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7"/>
                </a:cubicBezTo>
                <a:cubicBezTo>
                  <a:pt x="8034" y="97"/>
                  <a:pt x="8037" y="106"/>
                  <a:pt x="8038" y="115"/>
                </a:cubicBezTo>
                <a:cubicBezTo>
                  <a:pt x="8040" y="124"/>
                  <a:pt x="8041" y="133"/>
                  <a:pt x="8041" y="143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6"/>
                  <a:pt x="8022" y="544"/>
                  <a:pt x="8017" y="552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6"/>
                  <a:pt x="7962" y="601"/>
                  <a:pt x="7954" y="604"/>
                </a:cubicBezTo>
                <a:cubicBezTo>
                  <a:pt x="7945" y="608"/>
                  <a:pt x="7936" y="611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1"/>
                  <a:pt x="96" y="608"/>
                  <a:pt x="88" y="604"/>
                </a:cubicBezTo>
                <a:cubicBezTo>
                  <a:pt x="79" y="601"/>
                  <a:pt x="71" y="596"/>
                  <a:pt x="63" y="591"/>
                </a:cubicBezTo>
                <a:cubicBezTo>
                  <a:pt x="55" y="586"/>
                  <a:pt x="48" y="580"/>
                  <a:pt x="42" y="574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4"/>
                  <a:pt x="14" y="536"/>
                  <a:pt x="11" y="528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3"/>
                </a:cubicBezTo>
                <a:lnTo>
                  <a:pt x="0" y="143"/>
                </a:lnTo>
                <a:cubicBezTo>
                  <a:pt x="0" y="133"/>
                  <a:pt x="1" y="124"/>
                  <a:pt x="3" y="115"/>
                </a:cubicBezTo>
                <a:cubicBezTo>
                  <a:pt x="5" y="106"/>
                  <a:pt x="7" y="97"/>
                  <a:pt x="11" y="87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4"/>
                  <a:pt x="88" y="11"/>
                </a:cubicBezTo>
                <a:cubicBezTo>
                  <a:pt x="96" y="7"/>
                  <a:pt x="105" y="4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928960" y="22892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4"/>
                  <a:pt x="7945" y="7"/>
                  <a:pt x="7954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7"/>
                </a:cubicBezTo>
                <a:cubicBezTo>
                  <a:pt x="8034" y="97"/>
                  <a:pt x="8037" y="106"/>
                  <a:pt x="8038" y="115"/>
                </a:cubicBezTo>
                <a:cubicBezTo>
                  <a:pt x="8040" y="124"/>
                  <a:pt x="8041" y="133"/>
                  <a:pt x="8041" y="143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6"/>
                  <a:pt x="8022" y="544"/>
                  <a:pt x="8017" y="552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6"/>
                  <a:pt x="7962" y="601"/>
                  <a:pt x="7954" y="604"/>
                </a:cubicBezTo>
                <a:cubicBezTo>
                  <a:pt x="7945" y="608"/>
                  <a:pt x="7936" y="611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1"/>
                  <a:pt x="96" y="608"/>
                  <a:pt x="88" y="604"/>
                </a:cubicBezTo>
                <a:cubicBezTo>
                  <a:pt x="79" y="601"/>
                  <a:pt x="71" y="596"/>
                  <a:pt x="63" y="591"/>
                </a:cubicBezTo>
                <a:cubicBezTo>
                  <a:pt x="55" y="586"/>
                  <a:pt x="48" y="580"/>
                  <a:pt x="42" y="574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4"/>
                  <a:pt x="14" y="536"/>
                  <a:pt x="11" y="528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3"/>
                </a:cubicBezTo>
                <a:lnTo>
                  <a:pt x="0" y="143"/>
                </a:lnTo>
                <a:cubicBezTo>
                  <a:pt x="0" y="133"/>
                  <a:pt x="1" y="124"/>
                  <a:pt x="3" y="115"/>
                </a:cubicBezTo>
                <a:cubicBezTo>
                  <a:pt x="5" y="106"/>
                  <a:pt x="7" y="97"/>
                  <a:pt x="11" y="87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4"/>
                  <a:pt x="88" y="11"/>
                </a:cubicBezTo>
                <a:cubicBezTo>
                  <a:pt x="96" y="7"/>
                  <a:pt x="105" y="4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noFill/>
          <a:ln w="8280">
            <a:solidFill>
              <a:srgbClr val="fcd34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075200" y="2021040"/>
            <a:ext cx="648518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torchvision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928960" y="254448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2"/>
                </a:cubicBezTo>
                <a:cubicBezTo>
                  <a:pt x="7936" y="4"/>
                  <a:pt x="7945" y="7"/>
                  <a:pt x="7954" y="10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0"/>
                  <a:pt x="8027" y="79"/>
                  <a:pt x="8030" y="87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2"/>
                  <a:pt x="8041" y="141"/>
                </a:cubicBezTo>
                <a:lnTo>
                  <a:pt x="8041" y="472"/>
                </a:lnTo>
                <a:cubicBezTo>
                  <a:pt x="8041" y="481"/>
                  <a:pt x="8040" y="491"/>
                  <a:pt x="8038" y="500"/>
                </a:cubicBezTo>
                <a:cubicBezTo>
                  <a:pt x="8037" y="509"/>
                  <a:pt x="8034" y="518"/>
                  <a:pt x="8030" y="526"/>
                </a:cubicBezTo>
                <a:cubicBezTo>
                  <a:pt x="8027" y="535"/>
                  <a:pt x="8022" y="543"/>
                  <a:pt x="8017" y="551"/>
                </a:cubicBezTo>
                <a:cubicBezTo>
                  <a:pt x="8012" y="559"/>
                  <a:pt x="8006" y="566"/>
                  <a:pt x="8000" y="572"/>
                </a:cubicBezTo>
                <a:cubicBezTo>
                  <a:pt x="7993" y="579"/>
                  <a:pt x="7986" y="585"/>
                  <a:pt x="7978" y="590"/>
                </a:cubicBezTo>
                <a:cubicBezTo>
                  <a:pt x="7970" y="595"/>
                  <a:pt x="7962" y="600"/>
                  <a:pt x="7954" y="603"/>
                </a:cubicBezTo>
                <a:cubicBezTo>
                  <a:pt x="7945" y="608"/>
                  <a:pt x="7936" y="610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0"/>
                  <a:pt x="96" y="608"/>
                  <a:pt x="88" y="603"/>
                </a:cubicBezTo>
                <a:cubicBezTo>
                  <a:pt x="79" y="600"/>
                  <a:pt x="71" y="595"/>
                  <a:pt x="63" y="590"/>
                </a:cubicBezTo>
                <a:cubicBezTo>
                  <a:pt x="55" y="585"/>
                  <a:pt x="48" y="579"/>
                  <a:pt x="42" y="572"/>
                </a:cubicBezTo>
                <a:cubicBezTo>
                  <a:pt x="35" y="566"/>
                  <a:pt x="29" y="559"/>
                  <a:pt x="24" y="551"/>
                </a:cubicBezTo>
                <a:cubicBezTo>
                  <a:pt x="19" y="543"/>
                  <a:pt x="14" y="535"/>
                  <a:pt x="11" y="526"/>
                </a:cubicBezTo>
                <a:cubicBezTo>
                  <a:pt x="7" y="518"/>
                  <a:pt x="5" y="509"/>
                  <a:pt x="3" y="500"/>
                </a:cubicBezTo>
                <a:cubicBezTo>
                  <a:pt x="1" y="491"/>
                  <a:pt x="0" y="481"/>
                  <a:pt x="0" y="472"/>
                </a:cubicBezTo>
                <a:lnTo>
                  <a:pt x="0" y="141"/>
                </a:lnTo>
                <a:cubicBezTo>
                  <a:pt x="0" y="132"/>
                  <a:pt x="1" y="123"/>
                  <a:pt x="3" y="114"/>
                </a:cubicBezTo>
                <a:cubicBezTo>
                  <a:pt x="5" y="105"/>
                  <a:pt x="7" y="96"/>
                  <a:pt x="11" y="87"/>
                </a:cubicBezTo>
                <a:cubicBezTo>
                  <a:pt x="14" y="79"/>
                  <a:pt x="19" y="70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8"/>
                  <a:pt x="79" y="14"/>
                  <a:pt x="88" y="10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928960" y="254448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2"/>
                </a:cubicBezTo>
                <a:cubicBezTo>
                  <a:pt x="7936" y="4"/>
                  <a:pt x="7945" y="7"/>
                  <a:pt x="7954" y="10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0"/>
                  <a:pt x="8027" y="79"/>
                  <a:pt x="8030" y="87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2"/>
                  <a:pt x="8041" y="141"/>
                </a:cubicBezTo>
                <a:lnTo>
                  <a:pt x="8041" y="472"/>
                </a:lnTo>
                <a:cubicBezTo>
                  <a:pt x="8041" y="481"/>
                  <a:pt x="8040" y="491"/>
                  <a:pt x="8038" y="500"/>
                </a:cubicBezTo>
                <a:cubicBezTo>
                  <a:pt x="8037" y="509"/>
                  <a:pt x="8034" y="518"/>
                  <a:pt x="8030" y="526"/>
                </a:cubicBezTo>
                <a:cubicBezTo>
                  <a:pt x="8027" y="535"/>
                  <a:pt x="8022" y="543"/>
                  <a:pt x="8017" y="551"/>
                </a:cubicBezTo>
                <a:cubicBezTo>
                  <a:pt x="8012" y="559"/>
                  <a:pt x="8006" y="566"/>
                  <a:pt x="8000" y="572"/>
                </a:cubicBezTo>
                <a:cubicBezTo>
                  <a:pt x="7993" y="579"/>
                  <a:pt x="7986" y="585"/>
                  <a:pt x="7978" y="590"/>
                </a:cubicBezTo>
                <a:cubicBezTo>
                  <a:pt x="7970" y="595"/>
                  <a:pt x="7962" y="600"/>
                  <a:pt x="7954" y="603"/>
                </a:cubicBezTo>
                <a:cubicBezTo>
                  <a:pt x="7945" y="608"/>
                  <a:pt x="7936" y="610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0"/>
                  <a:pt x="96" y="608"/>
                  <a:pt x="88" y="603"/>
                </a:cubicBezTo>
                <a:cubicBezTo>
                  <a:pt x="79" y="600"/>
                  <a:pt x="71" y="595"/>
                  <a:pt x="63" y="590"/>
                </a:cubicBezTo>
                <a:cubicBezTo>
                  <a:pt x="55" y="585"/>
                  <a:pt x="48" y="579"/>
                  <a:pt x="42" y="572"/>
                </a:cubicBezTo>
                <a:cubicBezTo>
                  <a:pt x="35" y="566"/>
                  <a:pt x="29" y="559"/>
                  <a:pt x="24" y="551"/>
                </a:cubicBezTo>
                <a:cubicBezTo>
                  <a:pt x="19" y="543"/>
                  <a:pt x="14" y="535"/>
                  <a:pt x="11" y="526"/>
                </a:cubicBezTo>
                <a:cubicBezTo>
                  <a:pt x="7" y="518"/>
                  <a:pt x="5" y="509"/>
                  <a:pt x="3" y="500"/>
                </a:cubicBezTo>
                <a:cubicBezTo>
                  <a:pt x="1" y="491"/>
                  <a:pt x="0" y="481"/>
                  <a:pt x="0" y="472"/>
                </a:cubicBezTo>
                <a:lnTo>
                  <a:pt x="0" y="141"/>
                </a:lnTo>
                <a:cubicBezTo>
                  <a:pt x="0" y="132"/>
                  <a:pt x="1" y="123"/>
                  <a:pt x="3" y="114"/>
                </a:cubicBezTo>
                <a:cubicBezTo>
                  <a:pt x="5" y="105"/>
                  <a:pt x="7" y="96"/>
                  <a:pt x="11" y="87"/>
                </a:cubicBezTo>
                <a:cubicBezTo>
                  <a:pt x="14" y="79"/>
                  <a:pt x="19" y="70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8"/>
                  <a:pt x="79" y="14"/>
                  <a:pt x="88" y="10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noFill/>
          <a:ln w="8280">
            <a:solidFill>
              <a:srgbClr val="93c5f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181760" y="2327760"/>
            <a:ext cx="421848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92400e"/>
                </a:solidFill>
                <a:effectLst/>
                <a:uFillTx/>
                <a:latin typeface="SegoeUI"/>
                <a:ea typeface="SegoeUI"/>
              </a:rPr>
              <a:t>datasets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928960" y="2799360"/>
            <a:ext cx="2894760" cy="221760"/>
          </a:xfrm>
          <a:custGeom>
            <a:avLst/>
            <a:gdLst/>
            <a:ahLst/>
            <a:rect l="0" t="0" r="r" b="b"/>
            <a:pathLst>
              <a:path w="8041" h="616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5"/>
                  <a:pt x="7945" y="8"/>
                  <a:pt x="7954" y="11"/>
                </a:cubicBezTo>
                <a:cubicBezTo>
                  <a:pt x="7962" y="15"/>
                  <a:pt x="7970" y="19"/>
                  <a:pt x="7978" y="24"/>
                </a:cubicBezTo>
                <a:cubicBezTo>
                  <a:pt x="7986" y="29"/>
                  <a:pt x="7993" y="35"/>
                  <a:pt x="8000" y="42"/>
                </a:cubicBezTo>
                <a:cubicBezTo>
                  <a:pt x="8006" y="48"/>
                  <a:pt x="8012" y="56"/>
                  <a:pt x="8017" y="63"/>
                </a:cubicBezTo>
                <a:cubicBezTo>
                  <a:pt x="8022" y="71"/>
                  <a:pt x="8027" y="79"/>
                  <a:pt x="8030" y="88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4"/>
                  <a:pt x="8041" y="133"/>
                  <a:pt x="8041" y="142"/>
                </a:cubicBezTo>
                <a:lnTo>
                  <a:pt x="8041" y="473"/>
                </a:lnTo>
                <a:cubicBezTo>
                  <a:pt x="8041" y="482"/>
                  <a:pt x="8040" y="491"/>
                  <a:pt x="8038" y="500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7"/>
                  <a:pt x="8022" y="545"/>
                  <a:pt x="8017" y="553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1"/>
                  <a:pt x="7986" y="587"/>
                  <a:pt x="7978" y="592"/>
                </a:cubicBezTo>
                <a:cubicBezTo>
                  <a:pt x="7970" y="597"/>
                  <a:pt x="7962" y="601"/>
                  <a:pt x="7954" y="605"/>
                </a:cubicBezTo>
                <a:cubicBezTo>
                  <a:pt x="7945" y="608"/>
                  <a:pt x="7936" y="611"/>
                  <a:pt x="7927" y="613"/>
                </a:cubicBezTo>
                <a:cubicBezTo>
                  <a:pt x="7918" y="615"/>
                  <a:pt x="7909" y="616"/>
                  <a:pt x="7899" y="616"/>
                </a:cubicBezTo>
                <a:lnTo>
                  <a:pt x="142" y="616"/>
                </a:lnTo>
                <a:cubicBezTo>
                  <a:pt x="133" y="616"/>
                  <a:pt x="123" y="615"/>
                  <a:pt x="114" y="613"/>
                </a:cubicBezTo>
                <a:cubicBezTo>
                  <a:pt x="105" y="611"/>
                  <a:pt x="96" y="608"/>
                  <a:pt x="88" y="605"/>
                </a:cubicBezTo>
                <a:cubicBezTo>
                  <a:pt x="79" y="601"/>
                  <a:pt x="71" y="597"/>
                  <a:pt x="63" y="592"/>
                </a:cubicBezTo>
                <a:cubicBezTo>
                  <a:pt x="55" y="587"/>
                  <a:pt x="48" y="581"/>
                  <a:pt x="42" y="574"/>
                </a:cubicBezTo>
                <a:cubicBezTo>
                  <a:pt x="35" y="567"/>
                  <a:pt x="29" y="560"/>
                  <a:pt x="24" y="553"/>
                </a:cubicBezTo>
                <a:cubicBezTo>
                  <a:pt x="19" y="545"/>
                  <a:pt x="14" y="537"/>
                  <a:pt x="11" y="528"/>
                </a:cubicBezTo>
                <a:cubicBezTo>
                  <a:pt x="7" y="519"/>
                  <a:pt x="5" y="510"/>
                  <a:pt x="3" y="500"/>
                </a:cubicBezTo>
                <a:cubicBezTo>
                  <a:pt x="1" y="491"/>
                  <a:pt x="0" y="482"/>
                  <a:pt x="0" y="473"/>
                </a:cubicBezTo>
                <a:lnTo>
                  <a:pt x="0" y="142"/>
                </a:lnTo>
                <a:cubicBezTo>
                  <a:pt x="0" y="133"/>
                  <a:pt x="1" y="124"/>
                  <a:pt x="3" y="114"/>
                </a:cubicBezTo>
                <a:cubicBezTo>
                  <a:pt x="5" y="105"/>
                  <a:pt x="7" y="96"/>
                  <a:pt x="11" y="88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6"/>
                  <a:pt x="35" y="48"/>
                  <a:pt x="42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5"/>
                  <a:pt x="88" y="11"/>
                </a:cubicBezTo>
                <a:cubicBezTo>
                  <a:pt x="96" y="8"/>
                  <a:pt x="105" y="5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928960" y="2799360"/>
            <a:ext cx="2894760" cy="221760"/>
          </a:xfrm>
          <a:custGeom>
            <a:avLst/>
            <a:gdLst/>
            <a:ahLst/>
            <a:rect l="0" t="0" r="r" b="b"/>
            <a:pathLst>
              <a:path w="8041" h="616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5"/>
                  <a:pt x="7945" y="8"/>
                  <a:pt x="7954" y="11"/>
                </a:cubicBezTo>
                <a:cubicBezTo>
                  <a:pt x="7962" y="15"/>
                  <a:pt x="7970" y="19"/>
                  <a:pt x="7978" y="24"/>
                </a:cubicBezTo>
                <a:cubicBezTo>
                  <a:pt x="7986" y="29"/>
                  <a:pt x="7993" y="35"/>
                  <a:pt x="8000" y="42"/>
                </a:cubicBezTo>
                <a:cubicBezTo>
                  <a:pt x="8006" y="48"/>
                  <a:pt x="8012" y="56"/>
                  <a:pt x="8017" y="63"/>
                </a:cubicBezTo>
                <a:cubicBezTo>
                  <a:pt x="8022" y="71"/>
                  <a:pt x="8027" y="79"/>
                  <a:pt x="8030" y="88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4"/>
                  <a:pt x="8041" y="133"/>
                  <a:pt x="8041" y="142"/>
                </a:cubicBezTo>
                <a:lnTo>
                  <a:pt x="8041" y="473"/>
                </a:lnTo>
                <a:cubicBezTo>
                  <a:pt x="8041" y="482"/>
                  <a:pt x="8040" y="491"/>
                  <a:pt x="8038" y="500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7"/>
                  <a:pt x="8022" y="545"/>
                  <a:pt x="8017" y="553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1"/>
                  <a:pt x="7986" y="587"/>
                  <a:pt x="7978" y="592"/>
                </a:cubicBezTo>
                <a:cubicBezTo>
                  <a:pt x="7970" y="597"/>
                  <a:pt x="7962" y="601"/>
                  <a:pt x="7954" y="605"/>
                </a:cubicBezTo>
                <a:cubicBezTo>
                  <a:pt x="7945" y="608"/>
                  <a:pt x="7936" y="611"/>
                  <a:pt x="7927" y="613"/>
                </a:cubicBezTo>
                <a:cubicBezTo>
                  <a:pt x="7918" y="615"/>
                  <a:pt x="7909" y="616"/>
                  <a:pt x="7899" y="616"/>
                </a:cubicBezTo>
                <a:lnTo>
                  <a:pt x="142" y="616"/>
                </a:lnTo>
                <a:cubicBezTo>
                  <a:pt x="133" y="616"/>
                  <a:pt x="123" y="615"/>
                  <a:pt x="114" y="613"/>
                </a:cubicBezTo>
                <a:cubicBezTo>
                  <a:pt x="105" y="611"/>
                  <a:pt x="96" y="608"/>
                  <a:pt x="88" y="605"/>
                </a:cubicBezTo>
                <a:cubicBezTo>
                  <a:pt x="79" y="601"/>
                  <a:pt x="71" y="597"/>
                  <a:pt x="63" y="592"/>
                </a:cubicBezTo>
                <a:cubicBezTo>
                  <a:pt x="55" y="587"/>
                  <a:pt x="48" y="581"/>
                  <a:pt x="42" y="574"/>
                </a:cubicBezTo>
                <a:cubicBezTo>
                  <a:pt x="35" y="567"/>
                  <a:pt x="29" y="560"/>
                  <a:pt x="24" y="553"/>
                </a:cubicBezTo>
                <a:cubicBezTo>
                  <a:pt x="19" y="545"/>
                  <a:pt x="14" y="537"/>
                  <a:pt x="11" y="528"/>
                </a:cubicBezTo>
                <a:cubicBezTo>
                  <a:pt x="7" y="519"/>
                  <a:pt x="5" y="510"/>
                  <a:pt x="3" y="500"/>
                </a:cubicBezTo>
                <a:cubicBezTo>
                  <a:pt x="1" y="491"/>
                  <a:pt x="0" y="482"/>
                  <a:pt x="0" y="473"/>
                </a:cubicBezTo>
                <a:lnTo>
                  <a:pt x="0" y="142"/>
                </a:lnTo>
                <a:cubicBezTo>
                  <a:pt x="0" y="133"/>
                  <a:pt x="1" y="124"/>
                  <a:pt x="3" y="114"/>
                </a:cubicBezTo>
                <a:cubicBezTo>
                  <a:pt x="5" y="105"/>
                  <a:pt x="7" y="96"/>
                  <a:pt x="11" y="88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6"/>
                  <a:pt x="35" y="48"/>
                  <a:pt x="42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5"/>
                  <a:pt x="88" y="11"/>
                </a:cubicBezTo>
                <a:cubicBezTo>
                  <a:pt x="96" y="8"/>
                  <a:pt x="105" y="5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noFill/>
          <a:ln w="8280">
            <a:solidFill>
              <a:srgbClr val="93c5f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836520" y="2582640"/>
            <a:ext cx="1170288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1e40af"/>
                </a:solidFill>
                <a:effectLst/>
                <a:uFillTx/>
                <a:latin typeface="SegoeUI"/>
                <a:ea typeface="SegoeUI"/>
              </a:rPr>
              <a:t>video decode / encode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2928960" y="305460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5"/>
                  <a:pt x="7945" y="7"/>
                  <a:pt x="7954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6" y="29"/>
                  <a:pt x="7993" y="35"/>
                  <a:pt x="8000" y="42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8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3"/>
                  <a:pt x="8041" y="142"/>
                </a:cubicBezTo>
                <a:lnTo>
                  <a:pt x="8041" y="474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6"/>
                  <a:pt x="8022" y="545"/>
                  <a:pt x="8017" y="552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7"/>
                  <a:pt x="7962" y="601"/>
                  <a:pt x="7954" y="604"/>
                </a:cubicBezTo>
                <a:cubicBezTo>
                  <a:pt x="7945" y="608"/>
                  <a:pt x="7936" y="611"/>
                  <a:pt x="7927" y="613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3"/>
                </a:cubicBezTo>
                <a:cubicBezTo>
                  <a:pt x="105" y="611"/>
                  <a:pt x="96" y="608"/>
                  <a:pt x="88" y="604"/>
                </a:cubicBezTo>
                <a:cubicBezTo>
                  <a:pt x="79" y="601"/>
                  <a:pt x="71" y="597"/>
                  <a:pt x="63" y="591"/>
                </a:cubicBezTo>
                <a:cubicBezTo>
                  <a:pt x="55" y="586"/>
                  <a:pt x="48" y="580"/>
                  <a:pt x="42" y="574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5"/>
                  <a:pt x="14" y="536"/>
                  <a:pt x="11" y="528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4"/>
                </a:cubicBezTo>
                <a:lnTo>
                  <a:pt x="0" y="142"/>
                </a:lnTo>
                <a:cubicBezTo>
                  <a:pt x="0" y="133"/>
                  <a:pt x="1" y="123"/>
                  <a:pt x="3" y="114"/>
                </a:cubicBezTo>
                <a:cubicBezTo>
                  <a:pt x="5" y="105"/>
                  <a:pt x="7" y="96"/>
                  <a:pt x="11" y="88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4"/>
                  <a:pt x="88" y="11"/>
                </a:cubicBezTo>
                <a:cubicBezTo>
                  <a:pt x="96" y="7"/>
                  <a:pt x="105" y="5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928960" y="305460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3"/>
                </a:cubicBezTo>
                <a:cubicBezTo>
                  <a:pt x="7936" y="5"/>
                  <a:pt x="7945" y="7"/>
                  <a:pt x="7954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6" y="29"/>
                  <a:pt x="7993" y="35"/>
                  <a:pt x="8000" y="42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8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3"/>
                  <a:pt x="8041" y="142"/>
                </a:cubicBezTo>
                <a:lnTo>
                  <a:pt x="8041" y="474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8"/>
                </a:cubicBezTo>
                <a:cubicBezTo>
                  <a:pt x="8027" y="536"/>
                  <a:pt x="8022" y="545"/>
                  <a:pt x="8017" y="552"/>
                </a:cubicBezTo>
                <a:cubicBezTo>
                  <a:pt x="8012" y="560"/>
                  <a:pt x="8006" y="567"/>
                  <a:pt x="8000" y="574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7"/>
                  <a:pt x="7962" y="601"/>
                  <a:pt x="7954" y="604"/>
                </a:cubicBezTo>
                <a:cubicBezTo>
                  <a:pt x="7945" y="608"/>
                  <a:pt x="7936" y="611"/>
                  <a:pt x="7927" y="613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3"/>
                </a:cubicBezTo>
                <a:cubicBezTo>
                  <a:pt x="105" y="611"/>
                  <a:pt x="96" y="608"/>
                  <a:pt x="88" y="604"/>
                </a:cubicBezTo>
                <a:cubicBezTo>
                  <a:pt x="79" y="601"/>
                  <a:pt x="71" y="597"/>
                  <a:pt x="63" y="591"/>
                </a:cubicBezTo>
                <a:cubicBezTo>
                  <a:pt x="55" y="586"/>
                  <a:pt x="48" y="580"/>
                  <a:pt x="42" y="574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5"/>
                  <a:pt x="14" y="536"/>
                  <a:pt x="11" y="528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4"/>
                </a:cubicBezTo>
                <a:lnTo>
                  <a:pt x="0" y="142"/>
                </a:lnTo>
                <a:cubicBezTo>
                  <a:pt x="0" y="133"/>
                  <a:pt x="1" y="123"/>
                  <a:pt x="3" y="114"/>
                </a:cubicBezTo>
                <a:cubicBezTo>
                  <a:pt x="5" y="105"/>
                  <a:pt x="7" y="96"/>
                  <a:pt x="11" y="88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9"/>
                  <a:pt x="79" y="14"/>
                  <a:pt x="88" y="11"/>
                </a:cubicBezTo>
                <a:cubicBezTo>
                  <a:pt x="96" y="7"/>
                  <a:pt x="105" y="5"/>
                  <a:pt x="114" y="3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20320" y="2837880"/>
            <a:ext cx="1205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1e40af"/>
                </a:solidFill>
                <a:effectLst/>
                <a:uFillTx/>
                <a:latin typeface="SegoeUI"/>
                <a:ea typeface="SegoeUI"/>
              </a:rPr>
              <a:t>image decode / encode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2928960" y="33098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2"/>
                </a:cubicBezTo>
                <a:cubicBezTo>
                  <a:pt x="7936" y="4"/>
                  <a:pt x="7945" y="7"/>
                  <a:pt x="7954" y="11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7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2"/>
                  <a:pt x="8041" y="142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7"/>
                </a:cubicBezTo>
                <a:cubicBezTo>
                  <a:pt x="8027" y="536"/>
                  <a:pt x="8022" y="544"/>
                  <a:pt x="8017" y="552"/>
                </a:cubicBezTo>
                <a:cubicBezTo>
                  <a:pt x="8012" y="560"/>
                  <a:pt x="8006" y="567"/>
                  <a:pt x="8000" y="573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6"/>
                  <a:pt x="7962" y="601"/>
                  <a:pt x="7954" y="604"/>
                </a:cubicBezTo>
                <a:cubicBezTo>
                  <a:pt x="7945" y="608"/>
                  <a:pt x="7936" y="610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0"/>
                  <a:pt x="96" y="608"/>
                  <a:pt x="88" y="604"/>
                </a:cubicBezTo>
                <a:cubicBezTo>
                  <a:pt x="79" y="601"/>
                  <a:pt x="71" y="596"/>
                  <a:pt x="63" y="591"/>
                </a:cubicBezTo>
                <a:cubicBezTo>
                  <a:pt x="55" y="586"/>
                  <a:pt x="48" y="580"/>
                  <a:pt x="42" y="573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4"/>
                  <a:pt x="14" y="536"/>
                  <a:pt x="11" y="527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3"/>
                </a:cubicBezTo>
                <a:lnTo>
                  <a:pt x="0" y="142"/>
                </a:lnTo>
                <a:cubicBezTo>
                  <a:pt x="0" y="132"/>
                  <a:pt x="1" y="123"/>
                  <a:pt x="3" y="114"/>
                </a:cubicBezTo>
                <a:cubicBezTo>
                  <a:pt x="5" y="105"/>
                  <a:pt x="7" y="96"/>
                  <a:pt x="11" y="87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8"/>
                  <a:pt x="79" y="14"/>
                  <a:pt x="88" y="11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928960" y="33098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2" y="0"/>
                </a:moveTo>
                <a:lnTo>
                  <a:pt x="7899" y="0"/>
                </a:lnTo>
                <a:cubicBezTo>
                  <a:pt x="7909" y="0"/>
                  <a:pt x="7918" y="1"/>
                  <a:pt x="7927" y="2"/>
                </a:cubicBezTo>
                <a:cubicBezTo>
                  <a:pt x="7936" y="4"/>
                  <a:pt x="7945" y="7"/>
                  <a:pt x="7954" y="11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6" y="29"/>
                  <a:pt x="7993" y="35"/>
                  <a:pt x="8000" y="41"/>
                </a:cubicBezTo>
                <a:cubicBezTo>
                  <a:pt x="8006" y="48"/>
                  <a:pt x="8012" y="55"/>
                  <a:pt x="8017" y="63"/>
                </a:cubicBezTo>
                <a:cubicBezTo>
                  <a:pt x="8022" y="71"/>
                  <a:pt x="8027" y="79"/>
                  <a:pt x="8030" y="87"/>
                </a:cubicBezTo>
                <a:cubicBezTo>
                  <a:pt x="8034" y="96"/>
                  <a:pt x="8037" y="105"/>
                  <a:pt x="8038" y="114"/>
                </a:cubicBezTo>
                <a:cubicBezTo>
                  <a:pt x="8040" y="123"/>
                  <a:pt x="8041" y="132"/>
                  <a:pt x="8041" y="142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7" y="510"/>
                  <a:pt x="8034" y="519"/>
                  <a:pt x="8030" y="527"/>
                </a:cubicBezTo>
                <a:cubicBezTo>
                  <a:pt x="8027" y="536"/>
                  <a:pt x="8022" y="544"/>
                  <a:pt x="8017" y="552"/>
                </a:cubicBezTo>
                <a:cubicBezTo>
                  <a:pt x="8012" y="560"/>
                  <a:pt x="8006" y="567"/>
                  <a:pt x="8000" y="573"/>
                </a:cubicBezTo>
                <a:cubicBezTo>
                  <a:pt x="7993" y="580"/>
                  <a:pt x="7986" y="586"/>
                  <a:pt x="7978" y="591"/>
                </a:cubicBezTo>
                <a:cubicBezTo>
                  <a:pt x="7970" y="596"/>
                  <a:pt x="7962" y="601"/>
                  <a:pt x="7954" y="604"/>
                </a:cubicBezTo>
                <a:cubicBezTo>
                  <a:pt x="7945" y="608"/>
                  <a:pt x="7936" y="610"/>
                  <a:pt x="7927" y="612"/>
                </a:cubicBezTo>
                <a:cubicBezTo>
                  <a:pt x="7918" y="614"/>
                  <a:pt x="7909" y="615"/>
                  <a:pt x="7899" y="615"/>
                </a:cubicBezTo>
                <a:lnTo>
                  <a:pt x="142" y="615"/>
                </a:lnTo>
                <a:cubicBezTo>
                  <a:pt x="133" y="615"/>
                  <a:pt x="123" y="614"/>
                  <a:pt x="114" y="612"/>
                </a:cubicBezTo>
                <a:cubicBezTo>
                  <a:pt x="105" y="610"/>
                  <a:pt x="96" y="608"/>
                  <a:pt x="88" y="604"/>
                </a:cubicBezTo>
                <a:cubicBezTo>
                  <a:pt x="79" y="601"/>
                  <a:pt x="71" y="596"/>
                  <a:pt x="63" y="591"/>
                </a:cubicBezTo>
                <a:cubicBezTo>
                  <a:pt x="55" y="586"/>
                  <a:pt x="48" y="580"/>
                  <a:pt x="42" y="573"/>
                </a:cubicBezTo>
                <a:cubicBezTo>
                  <a:pt x="35" y="567"/>
                  <a:pt x="29" y="560"/>
                  <a:pt x="24" y="552"/>
                </a:cubicBezTo>
                <a:cubicBezTo>
                  <a:pt x="19" y="544"/>
                  <a:pt x="14" y="536"/>
                  <a:pt x="11" y="527"/>
                </a:cubicBezTo>
                <a:cubicBezTo>
                  <a:pt x="7" y="519"/>
                  <a:pt x="5" y="510"/>
                  <a:pt x="3" y="501"/>
                </a:cubicBezTo>
                <a:cubicBezTo>
                  <a:pt x="1" y="492"/>
                  <a:pt x="0" y="483"/>
                  <a:pt x="0" y="473"/>
                </a:cubicBezTo>
                <a:lnTo>
                  <a:pt x="0" y="142"/>
                </a:lnTo>
                <a:cubicBezTo>
                  <a:pt x="0" y="132"/>
                  <a:pt x="1" y="123"/>
                  <a:pt x="3" y="114"/>
                </a:cubicBezTo>
                <a:cubicBezTo>
                  <a:pt x="5" y="105"/>
                  <a:pt x="7" y="96"/>
                  <a:pt x="11" y="87"/>
                </a:cubicBezTo>
                <a:cubicBezTo>
                  <a:pt x="14" y="79"/>
                  <a:pt x="19" y="71"/>
                  <a:pt x="24" y="63"/>
                </a:cubicBezTo>
                <a:cubicBezTo>
                  <a:pt x="29" y="55"/>
                  <a:pt x="35" y="48"/>
                  <a:pt x="42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1" y="18"/>
                  <a:pt x="79" y="14"/>
                  <a:pt x="88" y="11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3" y="0"/>
                  <a:pt x="142" y="0"/>
                </a:cubicBezTo>
                <a:close/>
              </a:path>
            </a:pathLst>
          </a:custGeom>
          <a:noFill/>
          <a:ln w="8280">
            <a:solidFill>
              <a:srgbClr val="fcd34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125240" y="3093120"/>
            <a:ext cx="54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transforms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198120" y="1965960"/>
            <a:ext cx="3235320" cy="1667160"/>
          </a:xfrm>
          <a:custGeom>
            <a:avLst/>
            <a:gdLst/>
            <a:ahLst/>
            <a:rect l="0" t="0" r="r" b="b"/>
            <a:pathLst>
              <a:path w="8987" h="4631">
                <a:moveTo>
                  <a:pt x="236" y="0"/>
                </a:moveTo>
                <a:lnTo>
                  <a:pt x="8750" y="0"/>
                </a:lnTo>
                <a:cubicBezTo>
                  <a:pt x="8766" y="0"/>
                  <a:pt x="8781" y="2"/>
                  <a:pt x="8796" y="5"/>
                </a:cubicBezTo>
                <a:cubicBezTo>
                  <a:pt x="8811" y="8"/>
                  <a:pt x="8826" y="12"/>
                  <a:pt x="8841" y="18"/>
                </a:cubicBezTo>
                <a:cubicBezTo>
                  <a:pt x="8855" y="24"/>
                  <a:pt x="8868" y="31"/>
                  <a:pt x="8881" y="40"/>
                </a:cubicBezTo>
                <a:cubicBezTo>
                  <a:pt x="8894" y="49"/>
                  <a:pt x="8906" y="58"/>
                  <a:pt x="8917" y="69"/>
                </a:cubicBezTo>
                <a:cubicBezTo>
                  <a:pt x="8928" y="80"/>
                  <a:pt x="8938" y="92"/>
                  <a:pt x="8947" y="105"/>
                </a:cubicBezTo>
                <a:cubicBezTo>
                  <a:pt x="8955" y="118"/>
                  <a:pt x="8963" y="132"/>
                  <a:pt x="8969" y="146"/>
                </a:cubicBezTo>
                <a:cubicBezTo>
                  <a:pt x="8974" y="160"/>
                  <a:pt x="8979" y="175"/>
                  <a:pt x="8982" y="190"/>
                </a:cubicBezTo>
                <a:cubicBezTo>
                  <a:pt x="8985" y="206"/>
                  <a:pt x="8987" y="221"/>
                  <a:pt x="8987" y="237"/>
                </a:cubicBezTo>
                <a:lnTo>
                  <a:pt x="8987" y="4395"/>
                </a:lnTo>
                <a:cubicBezTo>
                  <a:pt x="8987" y="4411"/>
                  <a:pt x="8985" y="4426"/>
                  <a:pt x="8982" y="4441"/>
                </a:cubicBezTo>
                <a:cubicBezTo>
                  <a:pt x="8979" y="4457"/>
                  <a:pt x="8974" y="4471"/>
                  <a:pt x="8969" y="4486"/>
                </a:cubicBezTo>
                <a:cubicBezTo>
                  <a:pt x="8963" y="4500"/>
                  <a:pt x="8955" y="4514"/>
                  <a:pt x="8947" y="4526"/>
                </a:cubicBezTo>
                <a:cubicBezTo>
                  <a:pt x="8938" y="4539"/>
                  <a:pt x="8928" y="4551"/>
                  <a:pt x="8917" y="4562"/>
                </a:cubicBezTo>
                <a:cubicBezTo>
                  <a:pt x="8906" y="4573"/>
                  <a:pt x="8894" y="4583"/>
                  <a:pt x="8881" y="4592"/>
                </a:cubicBezTo>
                <a:cubicBezTo>
                  <a:pt x="8868" y="4600"/>
                  <a:pt x="8855" y="4608"/>
                  <a:pt x="8841" y="4613"/>
                </a:cubicBezTo>
                <a:cubicBezTo>
                  <a:pt x="8826" y="4619"/>
                  <a:pt x="8811" y="4624"/>
                  <a:pt x="8796" y="4627"/>
                </a:cubicBezTo>
                <a:cubicBezTo>
                  <a:pt x="8781" y="4630"/>
                  <a:pt x="8766" y="4631"/>
                  <a:pt x="8750" y="4631"/>
                </a:cubicBezTo>
                <a:lnTo>
                  <a:pt x="236" y="4631"/>
                </a:lnTo>
                <a:cubicBezTo>
                  <a:pt x="221" y="4631"/>
                  <a:pt x="205" y="4630"/>
                  <a:pt x="190" y="4627"/>
                </a:cubicBezTo>
                <a:cubicBezTo>
                  <a:pt x="175" y="4624"/>
                  <a:pt x="160" y="4619"/>
                  <a:pt x="146" y="4613"/>
                </a:cubicBezTo>
                <a:cubicBezTo>
                  <a:pt x="131" y="4608"/>
                  <a:pt x="118" y="4600"/>
                  <a:pt x="105" y="4592"/>
                </a:cubicBezTo>
                <a:cubicBezTo>
                  <a:pt x="92" y="4583"/>
                  <a:pt x="80" y="4573"/>
                  <a:pt x="69" y="4562"/>
                </a:cubicBezTo>
                <a:cubicBezTo>
                  <a:pt x="58" y="4551"/>
                  <a:pt x="48" y="4539"/>
                  <a:pt x="39" y="4526"/>
                </a:cubicBezTo>
                <a:cubicBezTo>
                  <a:pt x="31" y="4514"/>
                  <a:pt x="24" y="4500"/>
                  <a:pt x="18" y="4486"/>
                </a:cubicBezTo>
                <a:cubicBezTo>
                  <a:pt x="12" y="4471"/>
                  <a:pt x="7" y="4457"/>
                  <a:pt x="4" y="4441"/>
                </a:cubicBezTo>
                <a:cubicBezTo>
                  <a:pt x="1" y="4426"/>
                  <a:pt x="0" y="4411"/>
                  <a:pt x="0" y="4395"/>
                </a:cubicBezTo>
                <a:lnTo>
                  <a:pt x="0" y="237"/>
                </a:lnTo>
                <a:cubicBezTo>
                  <a:pt x="0" y="221"/>
                  <a:pt x="1" y="206"/>
                  <a:pt x="4" y="190"/>
                </a:cubicBezTo>
                <a:cubicBezTo>
                  <a:pt x="7" y="175"/>
                  <a:pt x="12" y="160"/>
                  <a:pt x="18" y="146"/>
                </a:cubicBezTo>
                <a:cubicBezTo>
                  <a:pt x="24" y="132"/>
                  <a:pt x="31" y="118"/>
                  <a:pt x="39" y="105"/>
                </a:cubicBezTo>
                <a:cubicBezTo>
                  <a:pt x="48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98120" y="1965960"/>
            <a:ext cx="3235320" cy="1667160"/>
          </a:xfrm>
          <a:custGeom>
            <a:avLst/>
            <a:gdLst/>
            <a:ahLst/>
            <a:rect l="0" t="0" r="r" b="b"/>
            <a:pathLst>
              <a:path w="8987" h="4631">
                <a:moveTo>
                  <a:pt x="236" y="0"/>
                </a:moveTo>
                <a:lnTo>
                  <a:pt x="8750" y="0"/>
                </a:lnTo>
                <a:cubicBezTo>
                  <a:pt x="8766" y="0"/>
                  <a:pt x="8781" y="2"/>
                  <a:pt x="8796" y="5"/>
                </a:cubicBezTo>
                <a:cubicBezTo>
                  <a:pt x="8811" y="8"/>
                  <a:pt x="8826" y="12"/>
                  <a:pt x="8841" y="18"/>
                </a:cubicBezTo>
                <a:cubicBezTo>
                  <a:pt x="8855" y="24"/>
                  <a:pt x="8868" y="31"/>
                  <a:pt x="8881" y="40"/>
                </a:cubicBezTo>
                <a:cubicBezTo>
                  <a:pt x="8894" y="49"/>
                  <a:pt x="8906" y="58"/>
                  <a:pt x="8917" y="69"/>
                </a:cubicBezTo>
                <a:cubicBezTo>
                  <a:pt x="8928" y="80"/>
                  <a:pt x="8938" y="92"/>
                  <a:pt x="8947" y="105"/>
                </a:cubicBezTo>
                <a:cubicBezTo>
                  <a:pt x="8955" y="118"/>
                  <a:pt x="8963" y="132"/>
                  <a:pt x="8969" y="146"/>
                </a:cubicBezTo>
                <a:cubicBezTo>
                  <a:pt x="8974" y="160"/>
                  <a:pt x="8979" y="175"/>
                  <a:pt x="8982" y="190"/>
                </a:cubicBezTo>
                <a:cubicBezTo>
                  <a:pt x="8985" y="206"/>
                  <a:pt x="8987" y="221"/>
                  <a:pt x="8987" y="237"/>
                </a:cubicBezTo>
                <a:lnTo>
                  <a:pt x="8987" y="4395"/>
                </a:lnTo>
                <a:cubicBezTo>
                  <a:pt x="8987" y="4411"/>
                  <a:pt x="8985" y="4426"/>
                  <a:pt x="8982" y="4441"/>
                </a:cubicBezTo>
                <a:cubicBezTo>
                  <a:pt x="8979" y="4457"/>
                  <a:pt x="8974" y="4471"/>
                  <a:pt x="8969" y="4486"/>
                </a:cubicBezTo>
                <a:cubicBezTo>
                  <a:pt x="8963" y="4500"/>
                  <a:pt x="8955" y="4514"/>
                  <a:pt x="8947" y="4526"/>
                </a:cubicBezTo>
                <a:cubicBezTo>
                  <a:pt x="8938" y="4539"/>
                  <a:pt x="8928" y="4551"/>
                  <a:pt x="8917" y="4562"/>
                </a:cubicBezTo>
                <a:cubicBezTo>
                  <a:pt x="8906" y="4573"/>
                  <a:pt x="8894" y="4583"/>
                  <a:pt x="8881" y="4592"/>
                </a:cubicBezTo>
                <a:cubicBezTo>
                  <a:pt x="8868" y="4600"/>
                  <a:pt x="8855" y="4608"/>
                  <a:pt x="8841" y="4613"/>
                </a:cubicBezTo>
                <a:cubicBezTo>
                  <a:pt x="8826" y="4619"/>
                  <a:pt x="8811" y="4624"/>
                  <a:pt x="8796" y="4627"/>
                </a:cubicBezTo>
                <a:cubicBezTo>
                  <a:pt x="8781" y="4630"/>
                  <a:pt x="8766" y="4631"/>
                  <a:pt x="8750" y="4631"/>
                </a:cubicBezTo>
                <a:lnTo>
                  <a:pt x="236" y="4631"/>
                </a:lnTo>
                <a:cubicBezTo>
                  <a:pt x="221" y="4631"/>
                  <a:pt x="205" y="4630"/>
                  <a:pt x="190" y="4627"/>
                </a:cubicBezTo>
                <a:cubicBezTo>
                  <a:pt x="175" y="4624"/>
                  <a:pt x="160" y="4619"/>
                  <a:pt x="146" y="4613"/>
                </a:cubicBezTo>
                <a:cubicBezTo>
                  <a:pt x="131" y="4608"/>
                  <a:pt x="118" y="4600"/>
                  <a:pt x="105" y="4592"/>
                </a:cubicBezTo>
                <a:cubicBezTo>
                  <a:pt x="92" y="4583"/>
                  <a:pt x="80" y="4573"/>
                  <a:pt x="69" y="4562"/>
                </a:cubicBezTo>
                <a:cubicBezTo>
                  <a:pt x="58" y="4551"/>
                  <a:pt x="48" y="4539"/>
                  <a:pt x="39" y="4526"/>
                </a:cubicBezTo>
                <a:cubicBezTo>
                  <a:pt x="31" y="4514"/>
                  <a:pt x="24" y="4500"/>
                  <a:pt x="18" y="4486"/>
                </a:cubicBezTo>
                <a:cubicBezTo>
                  <a:pt x="12" y="4471"/>
                  <a:pt x="7" y="4457"/>
                  <a:pt x="4" y="4441"/>
                </a:cubicBezTo>
                <a:cubicBezTo>
                  <a:pt x="1" y="4426"/>
                  <a:pt x="0" y="4411"/>
                  <a:pt x="0" y="4395"/>
                </a:cubicBezTo>
                <a:lnTo>
                  <a:pt x="0" y="237"/>
                </a:lnTo>
                <a:cubicBezTo>
                  <a:pt x="0" y="221"/>
                  <a:pt x="1" y="206"/>
                  <a:pt x="4" y="190"/>
                </a:cubicBezTo>
                <a:cubicBezTo>
                  <a:pt x="7" y="175"/>
                  <a:pt x="12" y="160"/>
                  <a:pt x="18" y="146"/>
                </a:cubicBezTo>
                <a:cubicBezTo>
                  <a:pt x="24" y="132"/>
                  <a:pt x="31" y="118"/>
                  <a:pt x="39" y="105"/>
                </a:cubicBezTo>
                <a:cubicBezTo>
                  <a:pt x="48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198120" y="1965960"/>
            <a:ext cx="3235320" cy="255600"/>
          </a:xfrm>
          <a:custGeom>
            <a:avLst/>
            <a:gdLst/>
            <a:ahLst/>
            <a:rect l="0" t="0" r="r" b="b"/>
            <a:pathLst>
              <a:path w="8987" h="710">
                <a:moveTo>
                  <a:pt x="236" y="0"/>
                </a:moveTo>
                <a:lnTo>
                  <a:pt x="8750" y="0"/>
                </a:lnTo>
                <a:cubicBezTo>
                  <a:pt x="8766" y="0"/>
                  <a:pt x="8781" y="2"/>
                  <a:pt x="8796" y="5"/>
                </a:cubicBezTo>
                <a:cubicBezTo>
                  <a:pt x="8811" y="8"/>
                  <a:pt x="8826" y="12"/>
                  <a:pt x="8841" y="18"/>
                </a:cubicBezTo>
                <a:cubicBezTo>
                  <a:pt x="8855" y="24"/>
                  <a:pt x="8868" y="31"/>
                  <a:pt x="8881" y="40"/>
                </a:cubicBezTo>
                <a:cubicBezTo>
                  <a:pt x="8894" y="49"/>
                  <a:pt x="8906" y="58"/>
                  <a:pt x="8917" y="69"/>
                </a:cubicBezTo>
                <a:cubicBezTo>
                  <a:pt x="8928" y="80"/>
                  <a:pt x="8938" y="92"/>
                  <a:pt x="8947" y="105"/>
                </a:cubicBezTo>
                <a:cubicBezTo>
                  <a:pt x="8955" y="118"/>
                  <a:pt x="8963" y="132"/>
                  <a:pt x="8969" y="146"/>
                </a:cubicBezTo>
                <a:cubicBezTo>
                  <a:pt x="8974" y="160"/>
                  <a:pt x="8979" y="175"/>
                  <a:pt x="8982" y="190"/>
                </a:cubicBezTo>
                <a:cubicBezTo>
                  <a:pt x="8985" y="206"/>
                  <a:pt x="8987" y="221"/>
                  <a:pt x="8987" y="237"/>
                </a:cubicBezTo>
                <a:lnTo>
                  <a:pt x="8987" y="473"/>
                </a:lnTo>
                <a:cubicBezTo>
                  <a:pt x="8987" y="488"/>
                  <a:pt x="8985" y="504"/>
                  <a:pt x="8982" y="519"/>
                </a:cubicBezTo>
                <a:cubicBezTo>
                  <a:pt x="8979" y="534"/>
                  <a:pt x="8974" y="549"/>
                  <a:pt x="8969" y="564"/>
                </a:cubicBezTo>
                <a:cubicBezTo>
                  <a:pt x="8963" y="578"/>
                  <a:pt x="8955" y="592"/>
                  <a:pt x="8947" y="605"/>
                </a:cubicBezTo>
                <a:cubicBezTo>
                  <a:pt x="8938" y="618"/>
                  <a:pt x="8928" y="630"/>
                  <a:pt x="8917" y="641"/>
                </a:cubicBezTo>
                <a:cubicBezTo>
                  <a:pt x="8906" y="652"/>
                  <a:pt x="8894" y="662"/>
                  <a:pt x="8881" y="670"/>
                </a:cubicBezTo>
                <a:cubicBezTo>
                  <a:pt x="8868" y="679"/>
                  <a:pt x="8855" y="686"/>
                  <a:pt x="8841" y="692"/>
                </a:cubicBezTo>
                <a:cubicBezTo>
                  <a:pt x="8826" y="698"/>
                  <a:pt x="8811" y="702"/>
                  <a:pt x="8796" y="705"/>
                </a:cubicBezTo>
                <a:cubicBezTo>
                  <a:pt x="8781" y="708"/>
                  <a:pt x="8766" y="710"/>
                  <a:pt x="8750" y="710"/>
                </a:cubicBezTo>
                <a:lnTo>
                  <a:pt x="236" y="710"/>
                </a:lnTo>
                <a:cubicBezTo>
                  <a:pt x="221" y="710"/>
                  <a:pt x="205" y="708"/>
                  <a:pt x="190" y="705"/>
                </a:cubicBezTo>
                <a:cubicBezTo>
                  <a:pt x="175" y="702"/>
                  <a:pt x="160" y="698"/>
                  <a:pt x="146" y="692"/>
                </a:cubicBezTo>
                <a:cubicBezTo>
                  <a:pt x="131" y="686"/>
                  <a:pt x="118" y="679"/>
                  <a:pt x="105" y="670"/>
                </a:cubicBezTo>
                <a:cubicBezTo>
                  <a:pt x="92" y="662"/>
                  <a:pt x="80" y="652"/>
                  <a:pt x="69" y="641"/>
                </a:cubicBezTo>
                <a:cubicBezTo>
                  <a:pt x="58" y="630"/>
                  <a:pt x="48" y="618"/>
                  <a:pt x="39" y="605"/>
                </a:cubicBezTo>
                <a:cubicBezTo>
                  <a:pt x="31" y="592"/>
                  <a:pt x="24" y="578"/>
                  <a:pt x="18" y="564"/>
                </a:cubicBezTo>
                <a:cubicBezTo>
                  <a:pt x="12" y="549"/>
                  <a:pt x="7" y="534"/>
                  <a:pt x="4" y="519"/>
                </a:cubicBezTo>
                <a:cubicBezTo>
                  <a:pt x="1" y="504"/>
                  <a:pt x="0" y="488"/>
                  <a:pt x="0" y="473"/>
                </a:cubicBezTo>
                <a:lnTo>
                  <a:pt x="0" y="237"/>
                </a:lnTo>
                <a:cubicBezTo>
                  <a:pt x="0" y="221"/>
                  <a:pt x="1" y="206"/>
                  <a:pt x="4" y="190"/>
                </a:cubicBezTo>
                <a:cubicBezTo>
                  <a:pt x="7" y="175"/>
                  <a:pt x="12" y="160"/>
                  <a:pt x="18" y="146"/>
                </a:cubicBezTo>
                <a:cubicBezTo>
                  <a:pt x="24" y="132"/>
                  <a:pt x="31" y="118"/>
                  <a:pt x="39" y="105"/>
                </a:cubicBezTo>
                <a:cubicBezTo>
                  <a:pt x="48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198120" y="2136240"/>
            <a:ext cx="3235320" cy="85320"/>
          </a:xfrm>
          <a:custGeom>
            <a:avLst/>
            <a:gdLst/>
            <a:ahLst/>
            <a:rect l="0" t="0" r="r" b="b"/>
            <a:pathLst>
              <a:path w="8987" h="237">
                <a:moveTo>
                  <a:pt x="0" y="0"/>
                </a:moveTo>
                <a:lnTo>
                  <a:pt x="8987" y="0"/>
                </a:lnTo>
                <a:lnTo>
                  <a:pt x="8987" y="237"/>
                </a:lnTo>
                <a:lnTo>
                  <a:pt x="0" y="237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204800" y="3348360"/>
            <a:ext cx="37247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92400e"/>
                </a:solidFill>
                <a:effectLst/>
                <a:uFillTx/>
                <a:latin typeface="SegoeUI"/>
                <a:ea typeface="SegoeUI"/>
              </a:rPr>
              <a:t>models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368400" y="22892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4"/>
                  <a:pt x="7944" y="7"/>
                  <a:pt x="7953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7"/>
                </a:cubicBezTo>
                <a:cubicBezTo>
                  <a:pt x="8033" y="97"/>
                  <a:pt x="8036" y="106"/>
                  <a:pt x="8038" y="115"/>
                </a:cubicBezTo>
                <a:cubicBezTo>
                  <a:pt x="8040" y="124"/>
                  <a:pt x="8041" y="133"/>
                  <a:pt x="8041" y="143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6"/>
                  <a:pt x="8022" y="544"/>
                  <a:pt x="8017" y="552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6"/>
                  <a:pt x="7962" y="601"/>
                  <a:pt x="7953" y="604"/>
                </a:cubicBezTo>
                <a:cubicBezTo>
                  <a:pt x="7944" y="608"/>
                  <a:pt x="7935" y="611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1"/>
                  <a:pt x="96" y="608"/>
                  <a:pt x="87" y="604"/>
                </a:cubicBezTo>
                <a:cubicBezTo>
                  <a:pt x="79" y="601"/>
                  <a:pt x="70" y="596"/>
                  <a:pt x="63" y="591"/>
                </a:cubicBezTo>
                <a:cubicBezTo>
                  <a:pt x="55" y="586"/>
                  <a:pt x="48" y="580"/>
                  <a:pt x="41" y="574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4"/>
                  <a:pt x="14" y="536"/>
                  <a:pt x="10" y="528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3"/>
                </a:cubicBezTo>
                <a:lnTo>
                  <a:pt x="0" y="143"/>
                </a:lnTo>
                <a:cubicBezTo>
                  <a:pt x="0" y="133"/>
                  <a:pt x="0" y="124"/>
                  <a:pt x="2" y="115"/>
                </a:cubicBezTo>
                <a:cubicBezTo>
                  <a:pt x="4" y="106"/>
                  <a:pt x="7" y="97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4"/>
                  <a:pt x="87" y="11"/>
                </a:cubicBezTo>
                <a:cubicBezTo>
                  <a:pt x="96" y="7"/>
                  <a:pt x="105" y="4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368400" y="22892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4"/>
                  <a:pt x="7944" y="7"/>
                  <a:pt x="7953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7"/>
                </a:cubicBezTo>
                <a:cubicBezTo>
                  <a:pt x="8033" y="97"/>
                  <a:pt x="8036" y="106"/>
                  <a:pt x="8038" y="115"/>
                </a:cubicBezTo>
                <a:cubicBezTo>
                  <a:pt x="8040" y="124"/>
                  <a:pt x="8041" y="133"/>
                  <a:pt x="8041" y="143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6"/>
                  <a:pt x="8022" y="544"/>
                  <a:pt x="8017" y="552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6"/>
                  <a:pt x="7962" y="601"/>
                  <a:pt x="7953" y="604"/>
                </a:cubicBezTo>
                <a:cubicBezTo>
                  <a:pt x="7944" y="608"/>
                  <a:pt x="7935" y="611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1"/>
                  <a:pt x="96" y="608"/>
                  <a:pt x="87" y="604"/>
                </a:cubicBezTo>
                <a:cubicBezTo>
                  <a:pt x="79" y="601"/>
                  <a:pt x="70" y="596"/>
                  <a:pt x="63" y="591"/>
                </a:cubicBezTo>
                <a:cubicBezTo>
                  <a:pt x="55" y="586"/>
                  <a:pt x="48" y="580"/>
                  <a:pt x="41" y="574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4"/>
                  <a:pt x="14" y="536"/>
                  <a:pt x="10" y="528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3"/>
                </a:cubicBezTo>
                <a:lnTo>
                  <a:pt x="0" y="143"/>
                </a:lnTo>
                <a:cubicBezTo>
                  <a:pt x="0" y="133"/>
                  <a:pt x="0" y="124"/>
                  <a:pt x="2" y="115"/>
                </a:cubicBezTo>
                <a:cubicBezTo>
                  <a:pt x="4" y="106"/>
                  <a:pt x="7" y="97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4"/>
                  <a:pt x="87" y="11"/>
                </a:cubicBezTo>
                <a:cubicBezTo>
                  <a:pt x="96" y="7"/>
                  <a:pt x="105" y="4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noFill/>
          <a:ln w="8280">
            <a:solidFill>
              <a:srgbClr val="fcd34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520760" y="2021040"/>
            <a:ext cx="63491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torchaudio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368400" y="254448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2"/>
                </a:cubicBezTo>
                <a:cubicBezTo>
                  <a:pt x="7935" y="4"/>
                  <a:pt x="7944" y="7"/>
                  <a:pt x="7953" y="10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0"/>
                  <a:pt x="8026" y="79"/>
                  <a:pt x="8030" y="87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2"/>
                  <a:pt x="8041" y="141"/>
                </a:cubicBezTo>
                <a:lnTo>
                  <a:pt x="8041" y="472"/>
                </a:lnTo>
                <a:cubicBezTo>
                  <a:pt x="8041" y="481"/>
                  <a:pt x="8040" y="491"/>
                  <a:pt x="8038" y="500"/>
                </a:cubicBezTo>
                <a:cubicBezTo>
                  <a:pt x="8036" y="509"/>
                  <a:pt x="8033" y="518"/>
                  <a:pt x="8030" y="526"/>
                </a:cubicBezTo>
                <a:cubicBezTo>
                  <a:pt x="8026" y="535"/>
                  <a:pt x="8022" y="543"/>
                  <a:pt x="8017" y="551"/>
                </a:cubicBezTo>
                <a:cubicBezTo>
                  <a:pt x="8011" y="559"/>
                  <a:pt x="8006" y="566"/>
                  <a:pt x="7999" y="572"/>
                </a:cubicBezTo>
                <a:cubicBezTo>
                  <a:pt x="7992" y="579"/>
                  <a:pt x="7985" y="585"/>
                  <a:pt x="7978" y="590"/>
                </a:cubicBezTo>
                <a:cubicBezTo>
                  <a:pt x="7970" y="595"/>
                  <a:pt x="7962" y="600"/>
                  <a:pt x="7953" y="603"/>
                </a:cubicBezTo>
                <a:cubicBezTo>
                  <a:pt x="7944" y="608"/>
                  <a:pt x="7935" y="610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0"/>
                  <a:pt x="96" y="608"/>
                  <a:pt x="87" y="603"/>
                </a:cubicBezTo>
                <a:cubicBezTo>
                  <a:pt x="79" y="600"/>
                  <a:pt x="70" y="595"/>
                  <a:pt x="63" y="590"/>
                </a:cubicBezTo>
                <a:cubicBezTo>
                  <a:pt x="55" y="585"/>
                  <a:pt x="48" y="579"/>
                  <a:pt x="41" y="572"/>
                </a:cubicBezTo>
                <a:cubicBezTo>
                  <a:pt x="35" y="566"/>
                  <a:pt x="29" y="559"/>
                  <a:pt x="23" y="551"/>
                </a:cubicBezTo>
                <a:cubicBezTo>
                  <a:pt x="18" y="543"/>
                  <a:pt x="14" y="535"/>
                  <a:pt x="10" y="526"/>
                </a:cubicBezTo>
                <a:cubicBezTo>
                  <a:pt x="7" y="518"/>
                  <a:pt x="4" y="509"/>
                  <a:pt x="2" y="500"/>
                </a:cubicBezTo>
                <a:cubicBezTo>
                  <a:pt x="0" y="491"/>
                  <a:pt x="0" y="481"/>
                  <a:pt x="0" y="472"/>
                </a:cubicBezTo>
                <a:lnTo>
                  <a:pt x="0" y="141"/>
                </a:lnTo>
                <a:cubicBezTo>
                  <a:pt x="0" y="132"/>
                  <a:pt x="0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0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8"/>
                  <a:pt x="79" y="14"/>
                  <a:pt x="87" y="10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368400" y="254448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2"/>
                </a:cubicBezTo>
                <a:cubicBezTo>
                  <a:pt x="7935" y="4"/>
                  <a:pt x="7944" y="7"/>
                  <a:pt x="7953" y="10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0"/>
                  <a:pt x="8026" y="79"/>
                  <a:pt x="8030" y="87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2"/>
                  <a:pt x="8041" y="141"/>
                </a:cubicBezTo>
                <a:lnTo>
                  <a:pt x="8041" y="472"/>
                </a:lnTo>
                <a:cubicBezTo>
                  <a:pt x="8041" y="481"/>
                  <a:pt x="8040" y="491"/>
                  <a:pt x="8038" y="500"/>
                </a:cubicBezTo>
                <a:cubicBezTo>
                  <a:pt x="8036" y="509"/>
                  <a:pt x="8033" y="518"/>
                  <a:pt x="8030" y="526"/>
                </a:cubicBezTo>
                <a:cubicBezTo>
                  <a:pt x="8026" y="535"/>
                  <a:pt x="8022" y="543"/>
                  <a:pt x="8017" y="551"/>
                </a:cubicBezTo>
                <a:cubicBezTo>
                  <a:pt x="8011" y="559"/>
                  <a:pt x="8006" y="566"/>
                  <a:pt x="7999" y="572"/>
                </a:cubicBezTo>
                <a:cubicBezTo>
                  <a:pt x="7992" y="579"/>
                  <a:pt x="7985" y="585"/>
                  <a:pt x="7978" y="590"/>
                </a:cubicBezTo>
                <a:cubicBezTo>
                  <a:pt x="7970" y="595"/>
                  <a:pt x="7962" y="600"/>
                  <a:pt x="7953" y="603"/>
                </a:cubicBezTo>
                <a:cubicBezTo>
                  <a:pt x="7944" y="608"/>
                  <a:pt x="7935" y="610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0"/>
                  <a:pt x="96" y="608"/>
                  <a:pt x="87" y="603"/>
                </a:cubicBezTo>
                <a:cubicBezTo>
                  <a:pt x="79" y="600"/>
                  <a:pt x="70" y="595"/>
                  <a:pt x="63" y="590"/>
                </a:cubicBezTo>
                <a:cubicBezTo>
                  <a:pt x="55" y="585"/>
                  <a:pt x="48" y="579"/>
                  <a:pt x="41" y="572"/>
                </a:cubicBezTo>
                <a:cubicBezTo>
                  <a:pt x="35" y="566"/>
                  <a:pt x="29" y="559"/>
                  <a:pt x="23" y="551"/>
                </a:cubicBezTo>
                <a:cubicBezTo>
                  <a:pt x="18" y="543"/>
                  <a:pt x="14" y="535"/>
                  <a:pt x="10" y="526"/>
                </a:cubicBezTo>
                <a:cubicBezTo>
                  <a:pt x="7" y="518"/>
                  <a:pt x="4" y="509"/>
                  <a:pt x="2" y="500"/>
                </a:cubicBezTo>
                <a:cubicBezTo>
                  <a:pt x="0" y="491"/>
                  <a:pt x="0" y="481"/>
                  <a:pt x="0" y="472"/>
                </a:cubicBezTo>
                <a:lnTo>
                  <a:pt x="0" y="141"/>
                </a:lnTo>
                <a:cubicBezTo>
                  <a:pt x="0" y="132"/>
                  <a:pt x="0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0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8"/>
                  <a:pt x="79" y="14"/>
                  <a:pt x="87" y="10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noFill/>
          <a:ln w="8280">
            <a:solidFill>
              <a:srgbClr val="93c5f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361640" y="2327760"/>
            <a:ext cx="983664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92400e"/>
                </a:solidFill>
                <a:effectLst/>
                <a:uFillTx/>
                <a:latin typeface="SegoeUI"/>
                <a:ea typeface="SegoeUI"/>
              </a:rPr>
              <a:t>datasets / pipelines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368400" y="2799360"/>
            <a:ext cx="2894760" cy="221760"/>
          </a:xfrm>
          <a:custGeom>
            <a:avLst/>
            <a:gdLst/>
            <a:ahLst/>
            <a:rect l="0" t="0" r="r" b="b"/>
            <a:pathLst>
              <a:path w="8041" h="616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5"/>
                  <a:pt x="7944" y="8"/>
                  <a:pt x="7953" y="11"/>
                </a:cubicBezTo>
                <a:cubicBezTo>
                  <a:pt x="7962" y="15"/>
                  <a:pt x="7970" y="19"/>
                  <a:pt x="7978" y="24"/>
                </a:cubicBezTo>
                <a:cubicBezTo>
                  <a:pt x="7985" y="29"/>
                  <a:pt x="7992" y="35"/>
                  <a:pt x="7999" y="42"/>
                </a:cubicBezTo>
                <a:cubicBezTo>
                  <a:pt x="8006" y="48"/>
                  <a:pt x="8011" y="56"/>
                  <a:pt x="8017" y="63"/>
                </a:cubicBezTo>
                <a:cubicBezTo>
                  <a:pt x="8022" y="71"/>
                  <a:pt x="8026" y="79"/>
                  <a:pt x="8030" y="88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4"/>
                  <a:pt x="8041" y="133"/>
                  <a:pt x="8041" y="142"/>
                </a:cubicBezTo>
                <a:lnTo>
                  <a:pt x="8041" y="473"/>
                </a:lnTo>
                <a:cubicBezTo>
                  <a:pt x="8041" y="482"/>
                  <a:pt x="8040" y="491"/>
                  <a:pt x="8038" y="500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7"/>
                  <a:pt x="8022" y="545"/>
                  <a:pt x="8017" y="553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1"/>
                  <a:pt x="7985" y="587"/>
                  <a:pt x="7978" y="592"/>
                </a:cubicBezTo>
                <a:cubicBezTo>
                  <a:pt x="7970" y="597"/>
                  <a:pt x="7962" y="601"/>
                  <a:pt x="7953" y="605"/>
                </a:cubicBezTo>
                <a:cubicBezTo>
                  <a:pt x="7944" y="608"/>
                  <a:pt x="7935" y="611"/>
                  <a:pt x="7926" y="613"/>
                </a:cubicBezTo>
                <a:cubicBezTo>
                  <a:pt x="7917" y="615"/>
                  <a:pt x="7908" y="616"/>
                  <a:pt x="7899" y="616"/>
                </a:cubicBezTo>
                <a:lnTo>
                  <a:pt x="141" y="616"/>
                </a:lnTo>
                <a:cubicBezTo>
                  <a:pt x="132" y="616"/>
                  <a:pt x="123" y="615"/>
                  <a:pt x="114" y="613"/>
                </a:cubicBezTo>
                <a:cubicBezTo>
                  <a:pt x="105" y="611"/>
                  <a:pt x="96" y="608"/>
                  <a:pt x="87" y="605"/>
                </a:cubicBezTo>
                <a:cubicBezTo>
                  <a:pt x="79" y="601"/>
                  <a:pt x="70" y="597"/>
                  <a:pt x="63" y="592"/>
                </a:cubicBezTo>
                <a:cubicBezTo>
                  <a:pt x="55" y="587"/>
                  <a:pt x="48" y="581"/>
                  <a:pt x="41" y="574"/>
                </a:cubicBezTo>
                <a:cubicBezTo>
                  <a:pt x="35" y="567"/>
                  <a:pt x="29" y="560"/>
                  <a:pt x="23" y="553"/>
                </a:cubicBezTo>
                <a:cubicBezTo>
                  <a:pt x="18" y="545"/>
                  <a:pt x="14" y="537"/>
                  <a:pt x="10" y="528"/>
                </a:cubicBezTo>
                <a:cubicBezTo>
                  <a:pt x="7" y="519"/>
                  <a:pt x="4" y="510"/>
                  <a:pt x="2" y="500"/>
                </a:cubicBezTo>
                <a:cubicBezTo>
                  <a:pt x="0" y="491"/>
                  <a:pt x="0" y="482"/>
                  <a:pt x="0" y="473"/>
                </a:cubicBezTo>
                <a:lnTo>
                  <a:pt x="0" y="142"/>
                </a:lnTo>
                <a:cubicBezTo>
                  <a:pt x="0" y="133"/>
                  <a:pt x="0" y="124"/>
                  <a:pt x="2" y="114"/>
                </a:cubicBezTo>
                <a:cubicBezTo>
                  <a:pt x="4" y="105"/>
                  <a:pt x="7" y="96"/>
                  <a:pt x="10" y="88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6"/>
                  <a:pt x="35" y="48"/>
                  <a:pt x="41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5"/>
                  <a:pt x="87" y="11"/>
                </a:cubicBezTo>
                <a:cubicBezTo>
                  <a:pt x="96" y="8"/>
                  <a:pt x="105" y="5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368400" y="2799360"/>
            <a:ext cx="2894760" cy="221760"/>
          </a:xfrm>
          <a:custGeom>
            <a:avLst/>
            <a:gdLst/>
            <a:ahLst/>
            <a:rect l="0" t="0" r="r" b="b"/>
            <a:pathLst>
              <a:path w="8041" h="616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5"/>
                  <a:pt x="7944" y="8"/>
                  <a:pt x="7953" y="11"/>
                </a:cubicBezTo>
                <a:cubicBezTo>
                  <a:pt x="7962" y="15"/>
                  <a:pt x="7970" y="19"/>
                  <a:pt x="7978" y="24"/>
                </a:cubicBezTo>
                <a:cubicBezTo>
                  <a:pt x="7985" y="29"/>
                  <a:pt x="7992" y="35"/>
                  <a:pt x="7999" y="42"/>
                </a:cubicBezTo>
                <a:cubicBezTo>
                  <a:pt x="8006" y="48"/>
                  <a:pt x="8011" y="56"/>
                  <a:pt x="8017" y="63"/>
                </a:cubicBezTo>
                <a:cubicBezTo>
                  <a:pt x="8022" y="71"/>
                  <a:pt x="8026" y="79"/>
                  <a:pt x="8030" y="88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4"/>
                  <a:pt x="8041" y="133"/>
                  <a:pt x="8041" y="142"/>
                </a:cubicBezTo>
                <a:lnTo>
                  <a:pt x="8041" y="473"/>
                </a:lnTo>
                <a:cubicBezTo>
                  <a:pt x="8041" y="482"/>
                  <a:pt x="8040" y="491"/>
                  <a:pt x="8038" y="500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7"/>
                  <a:pt x="8022" y="545"/>
                  <a:pt x="8017" y="553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1"/>
                  <a:pt x="7985" y="587"/>
                  <a:pt x="7978" y="592"/>
                </a:cubicBezTo>
                <a:cubicBezTo>
                  <a:pt x="7970" y="597"/>
                  <a:pt x="7962" y="601"/>
                  <a:pt x="7953" y="605"/>
                </a:cubicBezTo>
                <a:cubicBezTo>
                  <a:pt x="7944" y="608"/>
                  <a:pt x="7935" y="611"/>
                  <a:pt x="7926" y="613"/>
                </a:cubicBezTo>
                <a:cubicBezTo>
                  <a:pt x="7917" y="615"/>
                  <a:pt x="7908" y="616"/>
                  <a:pt x="7899" y="616"/>
                </a:cubicBezTo>
                <a:lnTo>
                  <a:pt x="141" y="616"/>
                </a:lnTo>
                <a:cubicBezTo>
                  <a:pt x="132" y="616"/>
                  <a:pt x="123" y="615"/>
                  <a:pt x="114" y="613"/>
                </a:cubicBezTo>
                <a:cubicBezTo>
                  <a:pt x="105" y="611"/>
                  <a:pt x="96" y="608"/>
                  <a:pt x="87" y="605"/>
                </a:cubicBezTo>
                <a:cubicBezTo>
                  <a:pt x="79" y="601"/>
                  <a:pt x="70" y="597"/>
                  <a:pt x="63" y="592"/>
                </a:cubicBezTo>
                <a:cubicBezTo>
                  <a:pt x="55" y="587"/>
                  <a:pt x="48" y="581"/>
                  <a:pt x="41" y="574"/>
                </a:cubicBezTo>
                <a:cubicBezTo>
                  <a:pt x="35" y="567"/>
                  <a:pt x="29" y="560"/>
                  <a:pt x="23" y="553"/>
                </a:cubicBezTo>
                <a:cubicBezTo>
                  <a:pt x="18" y="545"/>
                  <a:pt x="14" y="537"/>
                  <a:pt x="10" y="528"/>
                </a:cubicBezTo>
                <a:cubicBezTo>
                  <a:pt x="7" y="519"/>
                  <a:pt x="4" y="510"/>
                  <a:pt x="2" y="500"/>
                </a:cubicBezTo>
                <a:cubicBezTo>
                  <a:pt x="0" y="491"/>
                  <a:pt x="0" y="482"/>
                  <a:pt x="0" y="473"/>
                </a:cubicBezTo>
                <a:lnTo>
                  <a:pt x="0" y="142"/>
                </a:lnTo>
                <a:cubicBezTo>
                  <a:pt x="0" y="133"/>
                  <a:pt x="0" y="124"/>
                  <a:pt x="2" y="114"/>
                </a:cubicBezTo>
                <a:cubicBezTo>
                  <a:pt x="4" y="105"/>
                  <a:pt x="7" y="96"/>
                  <a:pt x="10" y="88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6"/>
                  <a:pt x="35" y="48"/>
                  <a:pt x="41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5"/>
                  <a:pt x="87" y="11"/>
                </a:cubicBezTo>
                <a:cubicBezTo>
                  <a:pt x="96" y="8"/>
                  <a:pt x="105" y="5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noFill/>
          <a:ln w="8280">
            <a:solidFill>
              <a:srgbClr val="93c5f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275600" y="2582640"/>
            <a:ext cx="1170288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1e40af"/>
                </a:solidFill>
                <a:effectLst/>
                <a:uFillTx/>
                <a:latin typeface="SegoeUI"/>
                <a:ea typeface="SegoeUI"/>
              </a:rPr>
              <a:t>video decode / encode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368400" y="305460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5"/>
                  <a:pt x="7944" y="7"/>
                  <a:pt x="7953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5" y="29"/>
                  <a:pt x="7992" y="35"/>
                  <a:pt x="7999" y="42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8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3"/>
                  <a:pt x="8041" y="142"/>
                </a:cubicBezTo>
                <a:lnTo>
                  <a:pt x="8041" y="474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6"/>
                  <a:pt x="8022" y="545"/>
                  <a:pt x="8017" y="552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7"/>
                  <a:pt x="7962" y="601"/>
                  <a:pt x="7953" y="604"/>
                </a:cubicBezTo>
                <a:cubicBezTo>
                  <a:pt x="7944" y="608"/>
                  <a:pt x="7935" y="611"/>
                  <a:pt x="7926" y="613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3"/>
                </a:cubicBezTo>
                <a:cubicBezTo>
                  <a:pt x="105" y="611"/>
                  <a:pt x="96" y="608"/>
                  <a:pt x="87" y="604"/>
                </a:cubicBezTo>
                <a:cubicBezTo>
                  <a:pt x="79" y="601"/>
                  <a:pt x="70" y="597"/>
                  <a:pt x="63" y="591"/>
                </a:cubicBezTo>
                <a:cubicBezTo>
                  <a:pt x="55" y="586"/>
                  <a:pt x="48" y="580"/>
                  <a:pt x="41" y="574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5"/>
                  <a:pt x="14" y="536"/>
                  <a:pt x="10" y="528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4"/>
                </a:cubicBezTo>
                <a:lnTo>
                  <a:pt x="0" y="142"/>
                </a:lnTo>
                <a:cubicBezTo>
                  <a:pt x="0" y="133"/>
                  <a:pt x="0" y="123"/>
                  <a:pt x="2" y="114"/>
                </a:cubicBezTo>
                <a:cubicBezTo>
                  <a:pt x="4" y="105"/>
                  <a:pt x="7" y="96"/>
                  <a:pt x="10" y="88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4"/>
                  <a:pt x="87" y="11"/>
                </a:cubicBezTo>
                <a:cubicBezTo>
                  <a:pt x="96" y="7"/>
                  <a:pt x="105" y="5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368400" y="305460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3"/>
                </a:cubicBezTo>
                <a:cubicBezTo>
                  <a:pt x="7935" y="5"/>
                  <a:pt x="7944" y="7"/>
                  <a:pt x="7953" y="11"/>
                </a:cubicBezTo>
                <a:cubicBezTo>
                  <a:pt x="7962" y="14"/>
                  <a:pt x="7970" y="19"/>
                  <a:pt x="7978" y="24"/>
                </a:cubicBezTo>
                <a:cubicBezTo>
                  <a:pt x="7985" y="29"/>
                  <a:pt x="7992" y="35"/>
                  <a:pt x="7999" y="42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8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3"/>
                  <a:pt x="8041" y="142"/>
                </a:cubicBezTo>
                <a:lnTo>
                  <a:pt x="8041" y="474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8"/>
                </a:cubicBezTo>
                <a:cubicBezTo>
                  <a:pt x="8026" y="536"/>
                  <a:pt x="8022" y="545"/>
                  <a:pt x="8017" y="552"/>
                </a:cubicBezTo>
                <a:cubicBezTo>
                  <a:pt x="8011" y="560"/>
                  <a:pt x="8006" y="567"/>
                  <a:pt x="7999" y="574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7"/>
                  <a:pt x="7962" y="601"/>
                  <a:pt x="7953" y="604"/>
                </a:cubicBezTo>
                <a:cubicBezTo>
                  <a:pt x="7944" y="608"/>
                  <a:pt x="7935" y="611"/>
                  <a:pt x="7926" y="613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3"/>
                </a:cubicBezTo>
                <a:cubicBezTo>
                  <a:pt x="105" y="611"/>
                  <a:pt x="96" y="608"/>
                  <a:pt x="87" y="604"/>
                </a:cubicBezTo>
                <a:cubicBezTo>
                  <a:pt x="79" y="601"/>
                  <a:pt x="70" y="597"/>
                  <a:pt x="63" y="591"/>
                </a:cubicBezTo>
                <a:cubicBezTo>
                  <a:pt x="55" y="586"/>
                  <a:pt x="48" y="580"/>
                  <a:pt x="41" y="574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5"/>
                  <a:pt x="14" y="536"/>
                  <a:pt x="10" y="528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4"/>
                </a:cubicBezTo>
                <a:lnTo>
                  <a:pt x="0" y="142"/>
                </a:lnTo>
                <a:cubicBezTo>
                  <a:pt x="0" y="133"/>
                  <a:pt x="0" y="123"/>
                  <a:pt x="2" y="114"/>
                </a:cubicBezTo>
                <a:cubicBezTo>
                  <a:pt x="4" y="105"/>
                  <a:pt x="7" y="96"/>
                  <a:pt x="10" y="88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2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9"/>
                  <a:pt x="79" y="14"/>
                  <a:pt x="87" y="11"/>
                </a:cubicBezTo>
                <a:cubicBezTo>
                  <a:pt x="96" y="7"/>
                  <a:pt x="105" y="5"/>
                  <a:pt x="114" y="3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7271640" y="2837880"/>
            <a:ext cx="1178452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1e40af"/>
                </a:solidFill>
                <a:effectLst/>
                <a:uFillTx/>
                <a:latin typeface="SegoeUI"/>
                <a:ea typeface="SegoeUI"/>
              </a:rPr>
              <a:t>audio decode / encode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368400" y="33098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2"/>
                </a:cubicBezTo>
                <a:cubicBezTo>
                  <a:pt x="7935" y="4"/>
                  <a:pt x="7944" y="7"/>
                  <a:pt x="7953" y="11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7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2"/>
                  <a:pt x="8041" y="142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7"/>
                </a:cubicBezTo>
                <a:cubicBezTo>
                  <a:pt x="8026" y="536"/>
                  <a:pt x="8022" y="544"/>
                  <a:pt x="8017" y="552"/>
                </a:cubicBezTo>
                <a:cubicBezTo>
                  <a:pt x="8011" y="560"/>
                  <a:pt x="8006" y="567"/>
                  <a:pt x="7999" y="573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6"/>
                  <a:pt x="7962" y="601"/>
                  <a:pt x="7953" y="604"/>
                </a:cubicBezTo>
                <a:cubicBezTo>
                  <a:pt x="7944" y="608"/>
                  <a:pt x="7935" y="610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0"/>
                  <a:pt x="96" y="608"/>
                  <a:pt x="87" y="604"/>
                </a:cubicBezTo>
                <a:cubicBezTo>
                  <a:pt x="79" y="601"/>
                  <a:pt x="70" y="596"/>
                  <a:pt x="63" y="591"/>
                </a:cubicBezTo>
                <a:cubicBezTo>
                  <a:pt x="55" y="586"/>
                  <a:pt x="48" y="580"/>
                  <a:pt x="41" y="573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4"/>
                  <a:pt x="14" y="536"/>
                  <a:pt x="10" y="527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3"/>
                </a:cubicBezTo>
                <a:lnTo>
                  <a:pt x="0" y="142"/>
                </a:lnTo>
                <a:cubicBezTo>
                  <a:pt x="0" y="132"/>
                  <a:pt x="0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8"/>
                  <a:pt x="79" y="14"/>
                  <a:pt x="87" y="11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368400" y="3309840"/>
            <a:ext cx="2894760" cy="221400"/>
          </a:xfrm>
          <a:custGeom>
            <a:avLst/>
            <a:gdLst/>
            <a:ahLst/>
            <a:rect l="0" t="0" r="r" b="b"/>
            <a:pathLst>
              <a:path w="8041" h="615">
                <a:moveTo>
                  <a:pt x="141" y="0"/>
                </a:moveTo>
                <a:lnTo>
                  <a:pt x="7899" y="0"/>
                </a:lnTo>
                <a:cubicBezTo>
                  <a:pt x="7908" y="0"/>
                  <a:pt x="7917" y="1"/>
                  <a:pt x="7926" y="2"/>
                </a:cubicBezTo>
                <a:cubicBezTo>
                  <a:pt x="7935" y="4"/>
                  <a:pt x="7944" y="7"/>
                  <a:pt x="7953" y="11"/>
                </a:cubicBezTo>
                <a:cubicBezTo>
                  <a:pt x="7962" y="14"/>
                  <a:pt x="7970" y="18"/>
                  <a:pt x="7978" y="24"/>
                </a:cubicBezTo>
                <a:cubicBezTo>
                  <a:pt x="7985" y="29"/>
                  <a:pt x="7992" y="35"/>
                  <a:pt x="7999" y="41"/>
                </a:cubicBezTo>
                <a:cubicBezTo>
                  <a:pt x="8006" y="48"/>
                  <a:pt x="8011" y="55"/>
                  <a:pt x="8017" y="63"/>
                </a:cubicBezTo>
                <a:cubicBezTo>
                  <a:pt x="8022" y="71"/>
                  <a:pt x="8026" y="79"/>
                  <a:pt x="8030" y="87"/>
                </a:cubicBezTo>
                <a:cubicBezTo>
                  <a:pt x="8033" y="96"/>
                  <a:pt x="8036" y="105"/>
                  <a:pt x="8038" y="114"/>
                </a:cubicBezTo>
                <a:cubicBezTo>
                  <a:pt x="8040" y="123"/>
                  <a:pt x="8041" y="132"/>
                  <a:pt x="8041" y="142"/>
                </a:cubicBezTo>
                <a:lnTo>
                  <a:pt x="8041" y="473"/>
                </a:lnTo>
                <a:cubicBezTo>
                  <a:pt x="8041" y="483"/>
                  <a:pt x="8040" y="492"/>
                  <a:pt x="8038" y="501"/>
                </a:cubicBezTo>
                <a:cubicBezTo>
                  <a:pt x="8036" y="510"/>
                  <a:pt x="8033" y="519"/>
                  <a:pt x="8030" y="527"/>
                </a:cubicBezTo>
                <a:cubicBezTo>
                  <a:pt x="8026" y="536"/>
                  <a:pt x="8022" y="544"/>
                  <a:pt x="8017" y="552"/>
                </a:cubicBezTo>
                <a:cubicBezTo>
                  <a:pt x="8011" y="560"/>
                  <a:pt x="8006" y="567"/>
                  <a:pt x="7999" y="573"/>
                </a:cubicBezTo>
                <a:cubicBezTo>
                  <a:pt x="7992" y="580"/>
                  <a:pt x="7985" y="586"/>
                  <a:pt x="7978" y="591"/>
                </a:cubicBezTo>
                <a:cubicBezTo>
                  <a:pt x="7970" y="596"/>
                  <a:pt x="7962" y="601"/>
                  <a:pt x="7953" y="604"/>
                </a:cubicBezTo>
                <a:cubicBezTo>
                  <a:pt x="7944" y="608"/>
                  <a:pt x="7935" y="610"/>
                  <a:pt x="7926" y="612"/>
                </a:cubicBezTo>
                <a:cubicBezTo>
                  <a:pt x="7917" y="614"/>
                  <a:pt x="7908" y="615"/>
                  <a:pt x="7899" y="615"/>
                </a:cubicBezTo>
                <a:lnTo>
                  <a:pt x="141" y="615"/>
                </a:lnTo>
                <a:cubicBezTo>
                  <a:pt x="132" y="615"/>
                  <a:pt x="123" y="614"/>
                  <a:pt x="114" y="612"/>
                </a:cubicBezTo>
                <a:cubicBezTo>
                  <a:pt x="105" y="610"/>
                  <a:pt x="96" y="608"/>
                  <a:pt x="87" y="604"/>
                </a:cubicBezTo>
                <a:cubicBezTo>
                  <a:pt x="79" y="601"/>
                  <a:pt x="70" y="596"/>
                  <a:pt x="63" y="591"/>
                </a:cubicBezTo>
                <a:cubicBezTo>
                  <a:pt x="55" y="586"/>
                  <a:pt x="48" y="580"/>
                  <a:pt x="41" y="573"/>
                </a:cubicBezTo>
                <a:cubicBezTo>
                  <a:pt x="35" y="567"/>
                  <a:pt x="29" y="560"/>
                  <a:pt x="23" y="552"/>
                </a:cubicBezTo>
                <a:cubicBezTo>
                  <a:pt x="18" y="544"/>
                  <a:pt x="14" y="536"/>
                  <a:pt x="10" y="527"/>
                </a:cubicBezTo>
                <a:cubicBezTo>
                  <a:pt x="7" y="519"/>
                  <a:pt x="4" y="510"/>
                  <a:pt x="2" y="501"/>
                </a:cubicBezTo>
                <a:cubicBezTo>
                  <a:pt x="0" y="492"/>
                  <a:pt x="0" y="483"/>
                  <a:pt x="0" y="473"/>
                </a:cubicBezTo>
                <a:lnTo>
                  <a:pt x="0" y="142"/>
                </a:lnTo>
                <a:cubicBezTo>
                  <a:pt x="0" y="132"/>
                  <a:pt x="0" y="123"/>
                  <a:pt x="2" y="114"/>
                </a:cubicBezTo>
                <a:cubicBezTo>
                  <a:pt x="4" y="105"/>
                  <a:pt x="7" y="96"/>
                  <a:pt x="10" y="87"/>
                </a:cubicBezTo>
                <a:cubicBezTo>
                  <a:pt x="14" y="79"/>
                  <a:pt x="18" y="71"/>
                  <a:pt x="23" y="63"/>
                </a:cubicBezTo>
                <a:cubicBezTo>
                  <a:pt x="29" y="55"/>
                  <a:pt x="35" y="48"/>
                  <a:pt x="41" y="41"/>
                </a:cubicBezTo>
                <a:cubicBezTo>
                  <a:pt x="48" y="35"/>
                  <a:pt x="55" y="29"/>
                  <a:pt x="63" y="24"/>
                </a:cubicBezTo>
                <a:cubicBezTo>
                  <a:pt x="70" y="18"/>
                  <a:pt x="79" y="14"/>
                  <a:pt x="87" y="11"/>
                </a:cubicBezTo>
                <a:cubicBezTo>
                  <a:pt x="96" y="7"/>
                  <a:pt x="105" y="4"/>
                  <a:pt x="114" y="2"/>
                </a:cubicBezTo>
                <a:cubicBezTo>
                  <a:pt x="123" y="1"/>
                  <a:pt x="132" y="0"/>
                  <a:pt x="141" y="0"/>
                </a:cubicBezTo>
                <a:close/>
              </a:path>
            </a:pathLst>
          </a:custGeom>
          <a:noFill/>
          <a:ln w="8280">
            <a:solidFill>
              <a:srgbClr val="fcd34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564680" y="3093120"/>
            <a:ext cx="54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transforms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486160" y="37519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72" y="0"/>
                </a:moveTo>
                <a:lnTo>
                  <a:pt x="238" y="0"/>
                </a:lnTo>
                <a:cubicBezTo>
                  <a:pt x="247" y="0"/>
                  <a:pt x="256" y="2"/>
                  <a:pt x="265" y="6"/>
                </a:cubicBezTo>
                <a:cubicBezTo>
                  <a:pt x="274" y="9"/>
                  <a:pt x="281" y="14"/>
                  <a:pt x="288" y="21"/>
                </a:cubicBezTo>
                <a:cubicBezTo>
                  <a:pt x="295" y="28"/>
                  <a:pt x="300" y="35"/>
                  <a:pt x="303" y="44"/>
                </a:cubicBezTo>
                <a:cubicBezTo>
                  <a:pt x="307" y="53"/>
                  <a:pt x="309" y="62"/>
                  <a:pt x="309" y="71"/>
                </a:cubicBezTo>
                <a:lnTo>
                  <a:pt x="309" y="237"/>
                </a:lnTo>
                <a:cubicBezTo>
                  <a:pt x="309" y="247"/>
                  <a:pt x="307" y="256"/>
                  <a:pt x="303" y="265"/>
                </a:cubicBezTo>
                <a:cubicBezTo>
                  <a:pt x="300" y="273"/>
                  <a:pt x="295" y="281"/>
                  <a:pt x="288" y="288"/>
                </a:cubicBezTo>
                <a:cubicBezTo>
                  <a:pt x="281" y="294"/>
                  <a:pt x="274" y="299"/>
                  <a:pt x="265" y="303"/>
                </a:cubicBezTo>
                <a:cubicBezTo>
                  <a:pt x="256" y="306"/>
                  <a:pt x="247" y="308"/>
                  <a:pt x="238" y="308"/>
                </a:cubicBezTo>
                <a:lnTo>
                  <a:pt x="72" y="308"/>
                </a:lnTo>
                <a:cubicBezTo>
                  <a:pt x="63" y="308"/>
                  <a:pt x="54" y="306"/>
                  <a:pt x="45" y="303"/>
                </a:cubicBezTo>
                <a:cubicBezTo>
                  <a:pt x="37" y="299"/>
                  <a:pt x="29" y="294"/>
                  <a:pt x="22" y="288"/>
                </a:cubicBezTo>
                <a:cubicBezTo>
                  <a:pt x="16" y="281"/>
                  <a:pt x="10" y="273"/>
                  <a:pt x="7" y="265"/>
                </a:cubicBezTo>
                <a:cubicBezTo>
                  <a:pt x="3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3" y="53"/>
                  <a:pt x="7" y="44"/>
                </a:cubicBezTo>
                <a:cubicBezTo>
                  <a:pt x="10" y="35"/>
                  <a:pt x="16" y="28"/>
                  <a:pt x="22" y="21"/>
                </a:cubicBezTo>
                <a:cubicBezTo>
                  <a:pt x="29" y="14"/>
                  <a:pt x="37" y="9"/>
                  <a:pt x="45" y="6"/>
                </a:cubicBezTo>
                <a:cubicBezTo>
                  <a:pt x="54" y="2"/>
                  <a:pt x="63" y="0"/>
                  <a:pt x="72" y="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486160" y="3751920"/>
            <a:ext cx="111240" cy="110880"/>
          </a:xfrm>
          <a:custGeom>
            <a:avLst/>
            <a:gdLst/>
            <a:ahLst/>
            <a:rect l="0" t="0" r="r" b="b"/>
            <a:pathLst>
              <a:path w="309" h="308">
                <a:moveTo>
                  <a:pt x="72" y="0"/>
                </a:moveTo>
                <a:lnTo>
                  <a:pt x="238" y="0"/>
                </a:lnTo>
                <a:cubicBezTo>
                  <a:pt x="247" y="0"/>
                  <a:pt x="256" y="2"/>
                  <a:pt x="265" y="6"/>
                </a:cubicBezTo>
                <a:cubicBezTo>
                  <a:pt x="274" y="9"/>
                  <a:pt x="281" y="14"/>
                  <a:pt x="288" y="21"/>
                </a:cubicBezTo>
                <a:cubicBezTo>
                  <a:pt x="295" y="28"/>
                  <a:pt x="300" y="35"/>
                  <a:pt x="303" y="44"/>
                </a:cubicBezTo>
                <a:cubicBezTo>
                  <a:pt x="307" y="53"/>
                  <a:pt x="309" y="62"/>
                  <a:pt x="309" y="71"/>
                </a:cubicBezTo>
                <a:lnTo>
                  <a:pt x="309" y="237"/>
                </a:lnTo>
                <a:cubicBezTo>
                  <a:pt x="309" y="247"/>
                  <a:pt x="307" y="256"/>
                  <a:pt x="303" y="265"/>
                </a:cubicBezTo>
                <a:cubicBezTo>
                  <a:pt x="300" y="273"/>
                  <a:pt x="295" y="281"/>
                  <a:pt x="288" y="288"/>
                </a:cubicBezTo>
                <a:cubicBezTo>
                  <a:pt x="281" y="294"/>
                  <a:pt x="274" y="299"/>
                  <a:pt x="265" y="303"/>
                </a:cubicBezTo>
                <a:cubicBezTo>
                  <a:pt x="256" y="306"/>
                  <a:pt x="247" y="308"/>
                  <a:pt x="238" y="308"/>
                </a:cubicBezTo>
                <a:lnTo>
                  <a:pt x="72" y="308"/>
                </a:lnTo>
                <a:cubicBezTo>
                  <a:pt x="63" y="308"/>
                  <a:pt x="54" y="306"/>
                  <a:pt x="45" y="303"/>
                </a:cubicBezTo>
                <a:cubicBezTo>
                  <a:pt x="37" y="299"/>
                  <a:pt x="29" y="294"/>
                  <a:pt x="22" y="288"/>
                </a:cubicBezTo>
                <a:cubicBezTo>
                  <a:pt x="16" y="281"/>
                  <a:pt x="10" y="273"/>
                  <a:pt x="7" y="265"/>
                </a:cubicBezTo>
                <a:cubicBezTo>
                  <a:pt x="3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3" y="53"/>
                  <a:pt x="7" y="44"/>
                </a:cubicBezTo>
                <a:cubicBezTo>
                  <a:pt x="10" y="35"/>
                  <a:pt x="16" y="28"/>
                  <a:pt x="22" y="21"/>
                </a:cubicBezTo>
                <a:cubicBezTo>
                  <a:pt x="29" y="14"/>
                  <a:pt x="37" y="9"/>
                  <a:pt x="45" y="6"/>
                </a:cubicBezTo>
                <a:cubicBezTo>
                  <a:pt x="54" y="2"/>
                  <a:pt x="63" y="0"/>
                  <a:pt x="72" y="0"/>
                </a:cubicBezTo>
                <a:close/>
              </a:path>
            </a:pathLst>
          </a:custGeom>
          <a:noFill/>
          <a:ln w="8280">
            <a:solidFill>
              <a:srgbClr val="93c5f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643880" y="3348360"/>
            <a:ext cx="37247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92400e"/>
                </a:solidFill>
                <a:effectLst/>
                <a:uFillTx/>
                <a:latin typeface="SegoeUI"/>
                <a:ea typeface="SegoeUI"/>
              </a:rPr>
              <a:t>models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755320" y="3751920"/>
            <a:ext cx="110880" cy="110880"/>
          </a:xfrm>
          <a:custGeom>
            <a:avLst/>
            <a:gdLst/>
            <a:ahLst/>
            <a:rect l="0" t="0" r="r" b="b"/>
            <a:pathLst>
              <a:path w="308" h="308">
                <a:moveTo>
                  <a:pt x="71" y="0"/>
                </a:moveTo>
                <a:lnTo>
                  <a:pt x="237" y="0"/>
                </a:lnTo>
                <a:cubicBezTo>
                  <a:pt x="247" y="0"/>
                  <a:pt x="256" y="2"/>
                  <a:pt x="265" y="6"/>
                </a:cubicBezTo>
                <a:cubicBezTo>
                  <a:pt x="273" y="9"/>
                  <a:pt x="281" y="14"/>
                  <a:pt x="288" y="21"/>
                </a:cubicBezTo>
                <a:cubicBezTo>
                  <a:pt x="294" y="28"/>
                  <a:pt x="299" y="35"/>
                  <a:pt x="303" y="44"/>
                </a:cubicBezTo>
                <a:cubicBezTo>
                  <a:pt x="307" y="53"/>
                  <a:pt x="308" y="62"/>
                  <a:pt x="308" y="71"/>
                </a:cubicBezTo>
                <a:lnTo>
                  <a:pt x="308" y="237"/>
                </a:lnTo>
                <a:cubicBezTo>
                  <a:pt x="308" y="247"/>
                  <a:pt x="307" y="256"/>
                  <a:pt x="303" y="265"/>
                </a:cubicBezTo>
                <a:cubicBezTo>
                  <a:pt x="299" y="273"/>
                  <a:pt x="294" y="281"/>
                  <a:pt x="288" y="288"/>
                </a:cubicBezTo>
                <a:cubicBezTo>
                  <a:pt x="281" y="294"/>
                  <a:pt x="273" y="299"/>
                  <a:pt x="265" y="303"/>
                </a:cubicBezTo>
                <a:cubicBezTo>
                  <a:pt x="256" y="306"/>
                  <a:pt x="247" y="308"/>
                  <a:pt x="237" y="308"/>
                </a:cubicBezTo>
                <a:lnTo>
                  <a:pt x="71" y="308"/>
                </a:lnTo>
                <a:cubicBezTo>
                  <a:pt x="61" y="308"/>
                  <a:pt x="52" y="306"/>
                  <a:pt x="44" y="303"/>
                </a:cubicBezTo>
                <a:cubicBezTo>
                  <a:pt x="35" y="299"/>
                  <a:pt x="27" y="294"/>
                  <a:pt x="21" y="288"/>
                </a:cubicBezTo>
                <a:cubicBezTo>
                  <a:pt x="14" y="281"/>
                  <a:pt x="9" y="273"/>
                  <a:pt x="5" y="265"/>
                </a:cubicBezTo>
                <a:cubicBezTo>
                  <a:pt x="2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2" y="53"/>
                  <a:pt x="5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4"/>
                  <a:pt x="35" y="9"/>
                  <a:pt x="44" y="6"/>
                </a:cubicBezTo>
                <a:cubicBezTo>
                  <a:pt x="52" y="2"/>
                  <a:pt x="61" y="0"/>
                  <a:pt x="71" y="0"/>
                </a:cubicBezTo>
                <a:close/>
              </a:path>
            </a:pathLst>
          </a:custGeom>
          <a:solidFill>
            <a:srgbClr val="fef3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755320" y="3751920"/>
            <a:ext cx="110880" cy="110880"/>
          </a:xfrm>
          <a:custGeom>
            <a:avLst/>
            <a:gdLst/>
            <a:ahLst/>
            <a:rect l="0" t="0" r="r" b="b"/>
            <a:pathLst>
              <a:path w="308" h="308">
                <a:moveTo>
                  <a:pt x="71" y="0"/>
                </a:moveTo>
                <a:lnTo>
                  <a:pt x="237" y="0"/>
                </a:lnTo>
                <a:cubicBezTo>
                  <a:pt x="247" y="0"/>
                  <a:pt x="256" y="2"/>
                  <a:pt x="265" y="6"/>
                </a:cubicBezTo>
                <a:cubicBezTo>
                  <a:pt x="273" y="9"/>
                  <a:pt x="281" y="14"/>
                  <a:pt x="288" y="21"/>
                </a:cubicBezTo>
                <a:cubicBezTo>
                  <a:pt x="294" y="28"/>
                  <a:pt x="299" y="35"/>
                  <a:pt x="303" y="44"/>
                </a:cubicBezTo>
                <a:cubicBezTo>
                  <a:pt x="307" y="53"/>
                  <a:pt x="308" y="62"/>
                  <a:pt x="308" y="71"/>
                </a:cubicBezTo>
                <a:lnTo>
                  <a:pt x="308" y="237"/>
                </a:lnTo>
                <a:cubicBezTo>
                  <a:pt x="308" y="247"/>
                  <a:pt x="307" y="256"/>
                  <a:pt x="303" y="265"/>
                </a:cubicBezTo>
                <a:cubicBezTo>
                  <a:pt x="299" y="273"/>
                  <a:pt x="294" y="281"/>
                  <a:pt x="288" y="288"/>
                </a:cubicBezTo>
                <a:cubicBezTo>
                  <a:pt x="281" y="294"/>
                  <a:pt x="273" y="299"/>
                  <a:pt x="265" y="303"/>
                </a:cubicBezTo>
                <a:cubicBezTo>
                  <a:pt x="256" y="306"/>
                  <a:pt x="247" y="308"/>
                  <a:pt x="237" y="308"/>
                </a:cubicBezTo>
                <a:lnTo>
                  <a:pt x="71" y="308"/>
                </a:lnTo>
                <a:cubicBezTo>
                  <a:pt x="61" y="308"/>
                  <a:pt x="52" y="306"/>
                  <a:pt x="44" y="303"/>
                </a:cubicBezTo>
                <a:cubicBezTo>
                  <a:pt x="35" y="299"/>
                  <a:pt x="27" y="294"/>
                  <a:pt x="21" y="288"/>
                </a:cubicBezTo>
                <a:cubicBezTo>
                  <a:pt x="14" y="281"/>
                  <a:pt x="9" y="273"/>
                  <a:pt x="5" y="265"/>
                </a:cubicBezTo>
                <a:cubicBezTo>
                  <a:pt x="2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2" y="53"/>
                  <a:pt x="5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4"/>
                  <a:pt x="35" y="9"/>
                  <a:pt x="44" y="6"/>
                </a:cubicBezTo>
                <a:cubicBezTo>
                  <a:pt x="52" y="2"/>
                  <a:pt x="61" y="0"/>
                  <a:pt x="71" y="0"/>
                </a:cubicBezTo>
                <a:close/>
              </a:path>
            </a:pathLst>
          </a:custGeom>
          <a:noFill/>
          <a:ln w="8280">
            <a:solidFill>
              <a:srgbClr val="fcd34d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673720" y="3735360"/>
            <a:ext cx="2940883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10" b="0" u="none" strike="noStrike">
                <a:solidFill>
                  <a:srgbClr val="475569"/>
                </a:solidFill>
                <a:effectLst/>
                <a:uFillTx/>
                <a:latin typeface="SegoeUI"/>
                <a:ea typeface="SegoeUI"/>
              </a:rPr>
              <a:t>decoding / encoding: now actively developed in TorchCodec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479440" y="3751920"/>
            <a:ext cx="110880" cy="110880"/>
          </a:xfrm>
          <a:custGeom>
            <a:avLst/>
            <a:gdLst/>
            <a:ahLst/>
            <a:rect l="0" t="0" r="r" b="b"/>
            <a:pathLst>
              <a:path w="308" h="308">
                <a:moveTo>
                  <a:pt x="71" y="0"/>
                </a:moveTo>
                <a:lnTo>
                  <a:pt x="236" y="0"/>
                </a:lnTo>
                <a:cubicBezTo>
                  <a:pt x="247" y="0"/>
                  <a:pt x="256" y="2"/>
                  <a:pt x="265" y="6"/>
                </a:cubicBezTo>
                <a:cubicBezTo>
                  <a:pt x="273" y="9"/>
                  <a:pt x="281" y="14"/>
                  <a:pt x="288" y="21"/>
                </a:cubicBezTo>
                <a:cubicBezTo>
                  <a:pt x="294" y="28"/>
                  <a:pt x="299" y="35"/>
                  <a:pt x="303" y="44"/>
                </a:cubicBezTo>
                <a:cubicBezTo>
                  <a:pt x="307" y="53"/>
                  <a:pt x="308" y="62"/>
                  <a:pt x="308" y="71"/>
                </a:cubicBezTo>
                <a:lnTo>
                  <a:pt x="308" y="237"/>
                </a:lnTo>
                <a:cubicBezTo>
                  <a:pt x="308" y="247"/>
                  <a:pt x="307" y="256"/>
                  <a:pt x="303" y="265"/>
                </a:cubicBezTo>
                <a:cubicBezTo>
                  <a:pt x="299" y="273"/>
                  <a:pt x="294" y="281"/>
                  <a:pt x="288" y="288"/>
                </a:cubicBezTo>
                <a:cubicBezTo>
                  <a:pt x="281" y="294"/>
                  <a:pt x="273" y="299"/>
                  <a:pt x="265" y="303"/>
                </a:cubicBezTo>
                <a:cubicBezTo>
                  <a:pt x="256" y="306"/>
                  <a:pt x="247" y="308"/>
                  <a:pt x="236" y="308"/>
                </a:cubicBezTo>
                <a:lnTo>
                  <a:pt x="71" y="308"/>
                </a:lnTo>
                <a:cubicBezTo>
                  <a:pt x="62" y="308"/>
                  <a:pt x="53" y="306"/>
                  <a:pt x="44" y="303"/>
                </a:cubicBezTo>
                <a:cubicBezTo>
                  <a:pt x="35" y="299"/>
                  <a:pt x="27" y="294"/>
                  <a:pt x="21" y="288"/>
                </a:cubicBezTo>
                <a:cubicBezTo>
                  <a:pt x="14" y="281"/>
                  <a:pt x="9" y="273"/>
                  <a:pt x="5" y="265"/>
                </a:cubicBezTo>
                <a:cubicBezTo>
                  <a:pt x="2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2" y="53"/>
                  <a:pt x="5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4"/>
                  <a:pt x="35" y="9"/>
                  <a:pt x="44" y="6"/>
                </a:cubicBezTo>
                <a:cubicBezTo>
                  <a:pt x="53" y="2"/>
                  <a:pt x="62" y="0"/>
                  <a:pt x="71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479440" y="3751920"/>
            <a:ext cx="110880" cy="110880"/>
          </a:xfrm>
          <a:custGeom>
            <a:avLst/>
            <a:gdLst/>
            <a:ahLst/>
            <a:rect l="0" t="0" r="r" b="b"/>
            <a:pathLst>
              <a:path w="308" h="308">
                <a:moveTo>
                  <a:pt x="71" y="0"/>
                </a:moveTo>
                <a:lnTo>
                  <a:pt x="236" y="0"/>
                </a:lnTo>
                <a:cubicBezTo>
                  <a:pt x="247" y="0"/>
                  <a:pt x="256" y="2"/>
                  <a:pt x="265" y="6"/>
                </a:cubicBezTo>
                <a:cubicBezTo>
                  <a:pt x="273" y="9"/>
                  <a:pt x="281" y="14"/>
                  <a:pt x="288" y="21"/>
                </a:cubicBezTo>
                <a:cubicBezTo>
                  <a:pt x="294" y="28"/>
                  <a:pt x="299" y="35"/>
                  <a:pt x="303" y="44"/>
                </a:cubicBezTo>
                <a:cubicBezTo>
                  <a:pt x="307" y="53"/>
                  <a:pt x="308" y="62"/>
                  <a:pt x="308" y="71"/>
                </a:cubicBezTo>
                <a:lnTo>
                  <a:pt x="308" y="237"/>
                </a:lnTo>
                <a:cubicBezTo>
                  <a:pt x="308" y="247"/>
                  <a:pt x="307" y="256"/>
                  <a:pt x="303" y="265"/>
                </a:cubicBezTo>
                <a:cubicBezTo>
                  <a:pt x="299" y="273"/>
                  <a:pt x="294" y="281"/>
                  <a:pt x="288" y="288"/>
                </a:cubicBezTo>
                <a:cubicBezTo>
                  <a:pt x="281" y="294"/>
                  <a:pt x="273" y="299"/>
                  <a:pt x="265" y="303"/>
                </a:cubicBezTo>
                <a:cubicBezTo>
                  <a:pt x="256" y="306"/>
                  <a:pt x="247" y="308"/>
                  <a:pt x="236" y="308"/>
                </a:cubicBezTo>
                <a:lnTo>
                  <a:pt x="71" y="308"/>
                </a:lnTo>
                <a:cubicBezTo>
                  <a:pt x="62" y="308"/>
                  <a:pt x="53" y="306"/>
                  <a:pt x="44" y="303"/>
                </a:cubicBezTo>
                <a:cubicBezTo>
                  <a:pt x="35" y="299"/>
                  <a:pt x="27" y="294"/>
                  <a:pt x="21" y="288"/>
                </a:cubicBezTo>
                <a:cubicBezTo>
                  <a:pt x="14" y="281"/>
                  <a:pt x="9" y="273"/>
                  <a:pt x="5" y="265"/>
                </a:cubicBezTo>
                <a:cubicBezTo>
                  <a:pt x="2" y="256"/>
                  <a:pt x="0" y="247"/>
                  <a:pt x="0" y="237"/>
                </a:cubicBezTo>
                <a:lnTo>
                  <a:pt x="0" y="71"/>
                </a:lnTo>
                <a:cubicBezTo>
                  <a:pt x="0" y="62"/>
                  <a:pt x="2" y="53"/>
                  <a:pt x="5" y="44"/>
                </a:cubicBezTo>
                <a:cubicBezTo>
                  <a:pt x="9" y="35"/>
                  <a:pt x="14" y="28"/>
                  <a:pt x="21" y="21"/>
                </a:cubicBezTo>
                <a:cubicBezTo>
                  <a:pt x="27" y="14"/>
                  <a:pt x="35" y="9"/>
                  <a:pt x="44" y="6"/>
                </a:cubicBezTo>
                <a:cubicBezTo>
                  <a:pt x="53" y="2"/>
                  <a:pt x="62" y="0"/>
                  <a:pt x="71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942520" y="3735360"/>
            <a:ext cx="2234044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10" b="0" u="none" strike="noStrike">
                <a:solidFill>
                  <a:srgbClr val="475569"/>
                </a:solidFill>
                <a:effectLst/>
                <a:uFillTx/>
                <a:latin typeface="SegoeUI"/>
                <a:ea typeface="SegoeUI"/>
              </a:rPr>
              <a:t>now frozen — better served by the ecosystem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214000" y="4092120"/>
            <a:ext cx="7764120" cy="1820520"/>
          </a:xfrm>
          <a:custGeom>
            <a:avLst/>
            <a:gdLst/>
            <a:ahLst/>
            <a:rect l="0" t="0" r="r" b="b"/>
            <a:pathLst>
              <a:path w="21567" h="5057">
                <a:moveTo>
                  <a:pt x="284" y="0"/>
                </a:moveTo>
                <a:lnTo>
                  <a:pt x="21283" y="0"/>
                </a:lnTo>
                <a:cubicBezTo>
                  <a:pt x="21302" y="0"/>
                  <a:pt x="21320" y="2"/>
                  <a:pt x="21339" y="6"/>
                </a:cubicBezTo>
                <a:cubicBezTo>
                  <a:pt x="21357" y="9"/>
                  <a:pt x="21375" y="15"/>
                  <a:pt x="21392" y="22"/>
                </a:cubicBezTo>
                <a:cubicBezTo>
                  <a:pt x="21409" y="29"/>
                  <a:pt x="21425" y="38"/>
                  <a:pt x="21441" y="48"/>
                </a:cubicBezTo>
                <a:cubicBezTo>
                  <a:pt x="21456" y="58"/>
                  <a:pt x="21471" y="70"/>
                  <a:pt x="21484" y="83"/>
                </a:cubicBezTo>
                <a:cubicBezTo>
                  <a:pt x="21497" y="96"/>
                  <a:pt x="21509" y="111"/>
                  <a:pt x="21519" y="126"/>
                </a:cubicBezTo>
                <a:cubicBezTo>
                  <a:pt x="21529" y="142"/>
                  <a:pt x="21538" y="158"/>
                  <a:pt x="21545" y="175"/>
                </a:cubicBezTo>
                <a:cubicBezTo>
                  <a:pt x="21552" y="192"/>
                  <a:pt x="21558" y="210"/>
                  <a:pt x="21561" y="228"/>
                </a:cubicBezTo>
                <a:cubicBezTo>
                  <a:pt x="21565" y="247"/>
                  <a:pt x="21567" y="265"/>
                  <a:pt x="21567" y="284"/>
                </a:cubicBezTo>
                <a:lnTo>
                  <a:pt x="21567" y="4773"/>
                </a:lnTo>
                <a:cubicBezTo>
                  <a:pt x="21567" y="4792"/>
                  <a:pt x="21565" y="4810"/>
                  <a:pt x="21561" y="4828"/>
                </a:cubicBezTo>
                <a:cubicBezTo>
                  <a:pt x="21558" y="4847"/>
                  <a:pt x="21552" y="4864"/>
                  <a:pt x="21545" y="4882"/>
                </a:cubicBezTo>
                <a:cubicBezTo>
                  <a:pt x="21538" y="4899"/>
                  <a:pt x="21529" y="4915"/>
                  <a:pt x="21519" y="4931"/>
                </a:cubicBezTo>
                <a:cubicBezTo>
                  <a:pt x="21509" y="4946"/>
                  <a:pt x="21497" y="4960"/>
                  <a:pt x="21484" y="4974"/>
                </a:cubicBezTo>
                <a:cubicBezTo>
                  <a:pt x="21471" y="4987"/>
                  <a:pt x="21456" y="4998"/>
                  <a:pt x="21441" y="5009"/>
                </a:cubicBezTo>
                <a:cubicBezTo>
                  <a:pt x="21425" y="5019"/>
                  <a:pt x="21409" y="5028"/>
                  <a:pt x="21392" y="5035"/>
                </a:cubicBezTo>
                <a:cubicBezTo>
                  <a:pt x="21375" y="5042"/>
                  <a:pt x="21357" y="5047"/>
                  <a:pt x="21339" y="5051"/>
                </a:cubicBezTo>
                <a:cubicBezTo>
                  <a:pt x="21320" y="5055"/>
                  <a:pt x="21302" y="5057"/>
                  <a:pt x="21283" y="5057"/>
                </a:cubicBezTo>
                <a:lnTo>
                  <a:pt x="284" y="5057"/>
                </a:lnTo>
                <a:cubicBezTo>
                  <a:pt x="265" y="5057"/>
                  <a:pt x="246" y="5055"/>
                  <a:pt x="228" y="5051"/>
                </a:cubicBezTo>
                <a:cubicBezTo>
                  <a:pt x="210" y="5047"/>
                  <a:pt x="192" y="5042"/>
                  <a:pt x="175" y="5035"/>
                </a:cubicBezTo>
                <a:cubicBezTo>
                  <a:pt x="158" y="5028"/>
                  <a:pt x="141" y="5019"/>
                  <a:pt x="126" y="5009"/>
                </a:cubicBezTo>
                <a:cubicBezTo>
                  <a:pt x="110" y="4998"/>
                  <a:pt x="96" y="4987"/>
                  <a:pt x="83" y="4974"/>
                </a:cubicBezTo>
                <a:cubicBezTo>
                  <a:pt x="70" y="4960"/>
                  <a:pt x="58" y="4946"/>
                  <a:pt x="48" y="4931"/>
                </a:cubicBezTo>
                <a:cubicBezTo>
                  <a:pt x="37" y="4915"/>
                  <a:pt x="28" y="4899"/>
                  <a:pt x="21" y="4882"/>
                </a:cubicBezTo>
                <a:cubicBezTo>
                  <a:pt x="14" y="4864"/>
                  <a:pt x="9" y="4847"/>
                  <a:pt x="5" y="4828"/>
                </a:cubicBezTo>
                <a:cubicBezTo>
                  <a:pt x="2" y="4810"/>
                  <a:pt x="0" y="4792"/>
                  <a:pt x="0" y="4773"/>
                </a:cubicBezTo>
                <a:lnTo>
                  <a:pt x="0" y="284"/>
                </a:lnTo>
                <a:cubicBezTo>
                  <a:pt x="0" y="265"/>
                  <a:pt x="2" y="247"/>
                  <a:pt x="5" y="228"/>
                </a:cubicBezTo>
                <a:cubicBezTo>
                  <a:pt x="9" y="210"/>
                  <a:pt x="14" y="192"/>
                  <a:pt x="21" y="175"/>
                </a:cubicBezTo>
                <a:cubicBezTo>
                  <a:pt x="28" y="158"/>
                  <a:pt x="37" y="142"/>
                  <a:pt x="48" y="126"/>
                </a:cubicBezTo>
                <a:cubicBezTo>
                  <a:pt x="58" y="111"/>
                  <a:pt x="70" y="96"/>
                  <a:pt x="83" y="83"/>
                </a:cubicBezTo>
                <a:cubicBezTo>
                  <a:pt x="96" y="70"/>
                  <a:pt x="110" y="58"/>
                  <a:pt x="126" y="48"/>
                </a:cubicBezTo>
                <a:cubicBezTo>
                  <a:pt x="141" y="38"/>
                  <a:pt x="158" y="29"/>
                  <a:pt x="175" y="22"/>
                </a:cubicBezTo>
                <a:cubicBezTo>
                  <a:pt x="192" y="15"/>
                  <a:pt x="210" y="9"/>
                  <a:pt x="228" y="6"/>
                </a:cubicBezTo>
                <a:cubicBezTo>
                  <a:pt x="246" y="2"/>
                  <a:pt x="265" y="0"/>
                  <a:pt x="284" y="0"/>
                </a:cubicBezTo>
                <a:close/>
              </a:path>
            </a:pathLst>
          </a:custGeom>
          <a:solidFill>
            <a:srgbClr val="fbfb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2214000" y="4092120"/>
            <a:ext cx="7764120" cy="1820520"/>
          </a:xfrm>
          <a:custGeom>
            <a:avLst/>
            <a:gdLst/>
            <a:ahLst/>
            <a:rect l="0" t="0" r="r" b="b"/>
            <a:pathLst>
              <a:path w="21567" h="5057">
                <a:moveTo>
                  <a:pt x="284" y="0"/>
                </a:moveTo>
                <a:lnTo>
                  <a:pt x="21283" y="0"/>
                </a:lnTo>
                <a:cubicBezTo>
                  <a:pt x="21302" y="0"/>
                  <a:pt x="21320" y="2"/>
                  <a:pt x="21339" y="6"/>
                </a:cubicBezTo>
                <a:cubicBezTo>
                  <a:pt x="21357" y="9"/>
                  <a:pt x="21375" y="15"/>
                  <a:pt x="21392" y="22"/>
                </a:cubicBezTo>
                <a:cubicBezTo>
                  <a:pt x="21409" y="29"/>
                  <a:pt x="21425" y="38"/>
                  <a:pt x="21441" y="48"/>
                </a:cubicBezTo>
                <a:cubicBezTo>
                  <a:pt x="21456" y="58"/>
                  <a:pt x="21471" y="70"/>
                  <a:pt x="21484" y="83"/>
                </a:cubicBezTo>
                <a:cubicBezTo>
                  <a:pt x="21497" y="96"/>
                  <a:pt x="21509" y="111"/>
                  <a:pt x="21519" y="126"/>
                </a:cubicBezTo>
                <a:cubicBezTo>
                  <a:pt x="21529" y="142"/>
                  <a:pt x="21538" y="158"/>
                  <a:pt x="21545" y="175"/>
                </a:cubicBezTo>
                <a:cubicBezTo>
                  <a:pt x="21552" y="192"/>
                  <a:pt x="21558" y="210"/>
                  <a:pt x="21561" y="228"/>
                </a:cubicBezTo>
                <a:cubicBezTo>
                  <a:pt x="21565" y="247"/>
                  <a:pt x="21567" y="265"/>
                  <a:pt x="21567" y="284"/>
                </a:cubicBezTo>
                <a:lnTo>
                  <a:pt x="21567" y="4773"/>
                </a:lnTo>
                <a:cubicBezTo>
                  <a:pt x="21567" y="4792"/>
                  <a:pt x="21565" y="4810"/>
                  <a:pt x="21561" y="4828"/>
                </a:cubicBezTo>
                <a:cubicBezTo>
                  <a:pt x="21558" y="4847"/>
                  <a:pt x="21552" y="4864"/>
                  <a:pt x="21545" y="4882"/>
                </a:cubicBezTo>
                <a:cubicBezTo>
                  <a:pt x="21538" y="4899"/>
                  <a:pt x="21529" y="4915"/>
                  <a:pt x="21519" y="4931"/>
                </a:cubicBezTo>
                <a:cubicBezTo>
                  <a:pt x="21509" y="4946"/>
                  <a:pt x="21497" y="4960"/>
                  <a:pt x="21484" y="4974"/>
                </a:cubicBezTo>
                <a:cubicBezTo>
                  <a:pt x="21471" y="4987"/>
                  <a:pt x="21456" y="4998"/>
                  <a:pt x="21441" y="5009"/>
                </a:cubicBezTo>
                <a:cubicBezTo>
                  <a:pt x="21425" y="5019"/>
                  <a:pt x="21409" y="5028"/>
                  <a:pt x="21392" y="5035"/>
                </a:cubicBezTo>
                <a:cubicBezTo>
                  <a:pt x="21375" y="5042"/>
                  <a:pt x="21357" y="5047"/>
                  <a:pt x="21339" y="5051"/>
                </a:cubicBezTo>
                <a:cubicBezTo>
                  <a:pt x="21320" y="5055"/>
                  <a:pt x="21302" y="5057"/>
                  <a:pt x="21283" y="5057"/>
                </a:cubicBezTo>
                <a:lnTo>
                  <a:pt x="284" y="5057"/>
                </a:lnTo>
                <a:cubicBezTo>
                  <a:pt x="265" y="5057"/>
                  <a:pt x="246" y="5055"/>
                  <a:pt x="228" y="5051"/>
                </a:cubicBezTo>
                <a:cubicBezTo>
                  <a:pt x="210" y="5047"/>
                  <a:pt x="192" y="5042"/>
                  <a:pt x="175" y="5035"/>
                </a:cubicBezTo>
                <a:cubicBezTo>
                  <a:pt x="158" y="5028"/>
                  <a:pt x="141" y="5019"/>
                  <a:pt x="126" y="5009"/>
                </a:cubicBezTo>
                <a:cubicBezTo>
                  <a:pt x="110" y="4998"/>
                  <a:pt x="96" y="4987"/>
                  <a:pt x="83" y="4974"/>
                </a:cubicBezTo>
                <a:cubicBezTo>
                  <a:pt x="70" y="4960"/>
                  <a:pt x="58" y="4946"/>
                  <a:pt x="48" y="4931"/>
                </a:cubicBezTo>
                <a:cubicBezTo>
                  <a:pt x="37" y="4915"/>
                  <a:pt x="28" y="4899"/>
                  <a:pt x="21" y="4882"/>
                </a:cubicBezTo>
                <a:cubicBezTo>
                  <a:pt x="14" y="4864"/>
                  <a:pt x="9" y="4847"/>
                  <a:pt x="5" y="4828"/>
                </a:cubicBezTo>
                <a:cubicBezTo>
                  <a:pt x="2" y="4810"/>
                  <a:pt x="0" y="4792"/>
                  <a:pt x="0" y="4773"/>
                </a:cubicBezTo>
                <a:lnTo>
                  <a:pt x="0" y="284"/>
                </a:lnTo>
                <a:cubicBezTo>
                  <a:pt x="0" y="265"/>
                  <a:pt x="2" y="247"/>
                  <a:pt x="5" y="228"/>
                </a:cubicBezTo>
                <a:cubicBezTo>
                  <a:pt x="9" y="210"/>
                  <a:pt x="14" y="192"/>
                  <a:pt x="21" y="175"/>
                </a:cubicBezTo>
                <a:cubicBezTo>
                  <a:pt x="28" y="158"/>
                  <a:pt x="37" y="142"/>
                  <a:pt x="48" y="126"/>
                </a:cubicBezTo>
                <a:cubicBezTo>
                  <a:pt x="58" y="111"/>
                  <a:pt x="70" y="96"/>
                  <a:pt x="83" y="83"/>
                </a:cubicBezTo>
                <a:cubicBezTo>
                  <a:pt x="96" y="70"/>
                  <a:pt x="110" y="58"/>
                  <a:pt x="126" y="48"/>
                </a:cubicBezTo>
                <a:cubicBezTo>
                  <a:pt x="141" y="38"/>
                  <a:pt x="158" y="29"/>
                  <a:pt x="175" y="22"/>
                </a:cubicBezTo>
                <a:cubicBezTo>
                  <a:pt x="192" y="15"/>
                  <a:pt x="210" y="9"/>
                  <a:pt x="228" y="6"/>
                </a:cubicBezTo>
                <a:cubicBezTo>
                  <a:pt x="246" y="2"/>
                  <a:pt x="265" y="0"/>
                  <a:pt x="284" y="0"/>
                </a:cubicBezTo>
                <a:close/>
              </a:path>
            </a:pathLst>
          </a:custGeom>
          <a:noFill/>
          <a:ln w="8280">
            <a:solidFill>
              <a:srgbClr val="e2e8f0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667000" y="3735360"/>
            <a:ext cx="904348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10" b="0" u="none" strike="noStrike">
                <a:solidFill>
                  <a:srgbClr val="475569"/>
                </a:solidFill>
                <a:effectLst/>
                <a:uFillTx/>
                <a:latin typeface="SegoeUI"/>
                <a:ea typeface="SegoeUI"/>
              </a:rPr>
              <a:t>actively developed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486520" y="4165200"/>
            <a:ext cx="36275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Now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486160" y="4653360"/>
            <a:ext cx="1617840" cy="851040"/>
          </a:xfrm>
          <a:custGeom>
            <a:avLst/>
            <a:gdLst/>
            <a:ahLst/>
            <a:rect l="0" t="0" r="r" b="b"/>
            <a:pathLst>
              <a:path w="4494" h="2364">
                <a:moveTo>
                  <a:pt x="237" y="0"/>
                </a:moveTo>
                <a:lnTo>
                  <a:pt x="4257" y="0"/>
                </a:lnTo>
                <a:cubicBezTo>
                  <a:pt x="4272" y="0"/>
                  <a:pt x="4288" y="2"/>
                  <a:pt x="4303" y="5"/>
                </a:cubicBezTo>
                <a:cubicBezTo>
                  <a:pt x="4318" y="8"/>
                  <a:pt x="4334" y="12"/>
                  <a:pt x="4348" y="18"/>
                </a:cubicBezTo>
                <a:cubicBezTo>
                  <a:pt x="4363" y="24"/>
                  <a:pt x="4376" y="31"/>
                  <a:pt x="4389" y="40"/>
                </a:cubicBezTo>
                <a:cubicBezTo>
                  <a:pt x="4402" y="49"/>
                  <a:pt x="4414" y="59"/>
                  <a:pt x="4425" y="70"/>
                </a:cubicBezTo>
                <a:cubicBezTo>
                  <a:pt x="4436" y="81"/>
                  <a:pt x="4446" y="93"/>
                  <a:pt x="4455" y="106"/>
                </a:cubicBezTo>
                <a:cubicBezTo>
                  <a:pt x="4463" y="119"/>
                  <a:pt x="4470" y="133"/>
                  <a:pt x="4476" y="147"/>
                </a:cubicBezTo>
                <a:cubicBezTo>
                  <a:pt x="4482" y="161"/>
                  <a:pt x="4487" y="176"/>
                  <a:pt x="4490" y="191"/>
                </a:cubicBezTo>
                <a:cubicBezTo>
                  <a:pt x="4493" y="207"/>
                  <a:pt x="4494" y="222"/>
                  <a:pt x="4494" y="238"/>
                </a:cubicBezTo>
                <a:lnTo>
                  <a:pt x="4494" y="2127"/>
                </a:lnTo>
                <a:cubicBezTo>
                  <a:pt x="4494" y="2143"/>
                  <a:pt x="4493" y="2158"/>
                  <a:pt x="4490" y="2173"/>
                </a:cubicBezTo>
                <a:cubicBezTo>
                  <a:pt x="4487" y="2189"/>
                  <a:pt x="4482" y="2203"/>
                  <a:pt x="4476" y="2218"/>
                </a:cubicBezTo>
                <a:cubicBezTo>
                  <a:pt x="4470" y="2232"/>
                  <a:pt x="4463" y="2246"/>
                  <a:pt x="4455" y="2259"/>
                </a:cubicBezTo>
                <a:cubicBezTo>
                  <a:pt x="4446" y="2272"/>
                  <a:pt x="4436" y="2283"/>
                  <a:pt x="4425" y="2294"/>
                </a:cubicBezTo>
                <a:cubicBezTo>
                  <a:pt x="4414" y="2305"/>
                  <a:pt x="4402" y="2315"/>
                  <a:pt x="4389" y="2324"/>
                </a:cubicBezTo>
                <a:cubicBezTo>
                  <a:pt x="4376" y="2332"/>
                  <a:pt x="4363" y="2340"/>
                  <a:pt x="4348" y="2346"/>
                </a:cubicBezTo>
                <a:cubicBezTo>
                  <a:pt x="4334" y="2352"/>
                  <a:pt x="4318" y="2356"/>
                  <a:pt x="4303" y="2359"/>
                </a:cubicBezTo>
                <a:cubicBezTo>
                  <a:pt x="4288" y="2362"/>
                  <a:pt x="4272" y="2364"/>
                  <a:pt x="4257" y="2364"/>
                </a:cubicBezTo>
                <a:lnTo>
                  <a:pt x="237" y="2364"/>
                </a:lnTo>
                <a:cubicBezTo>
                  <a:pt x="221" y="2364"/>
                  <a:pt x="206" y="2362"/>
                  <a:pt x="191" y="2359"/>
                </a:cubicBezTo>
                <a:cubicBezTo>
                  <a:pt x="176" y="2356"/>
                  <a:pt x="161" y="2352"/>
                  <a:pt x="146" y="2346"/>
                </a:cubicBezTo>
                <a:cubicBezTo>
                  <a:pt x="132" y="2340"/>
                  <a:pt x="118" y="2332"/>
                  <a:pt x="106" y="2324"/>
                </a:cubicBezTo>
                <a:cubicBezTo>
                  <a:pt x="93" y="2315"/>
                  <a:pt x="81" y="2305"/>
                  <a:pt x="70" y="2294"/>
                </a:cubicBezTo>
                <a:cubicBezTo>
                  <a:pt x="59" y="2283"/>
                  <a:pt x="49" y="2272"/>
                  <a:pt x="40" y="2259"/>
                </a:cubicBezTo>
                <a:cubicBezTo>
                  <a:pt x="32" y="2246"/>
                  <a:pt x="24" y="2232"/>
                  <a:pt x="18" y="2218"/>
                </a:cubicBezTo>
                <a:cubicBezTo>
                  <a:pt x="13" y="2203"/>
                  <a:pt x="8" y="2189"/>
                  <a:pt x="5" y="2173"/>
                </a:cubicBezTo>
                <a:cubicBezTo>
                  <a:pt x="2" y="2158"/>
                  <a:pt x="0" y="2143"/>
                  <a:pt x="0" y="2127"/>
                </a:cubicBez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486160" y="4653360"/>
            <a:ext cx="1617840" cy="851040"/>
          </a:xfrm>
          <a:custGeom>
            <a:avLst/>
            <a:gdLst/>
            <a:ahLst/>
            <a:rect l="0" t="0" r="r" b="b"/>
            <a:pathLst>
              <a:path w="4494" h="2364">
                <a:moveTo>
                  <a:pt x="237" y="0"/>
                </a:moveTo>
                <a:lnTo>
                  <a:pt x="4257" y="0"/>
                </a:lnTo>
                <a:cubicBezTo>
                  <a:pt x="4272" y="0"/>
                  <a:pt x="4288" y="2"/>
                  <a:pt x="4303" y="5"/>
                </a:cubicBezTo>
                <a:cubicBezTo>
                  <a:pt x="4318" y="8"/>
                  <a:pt x="4334" y="12"/>
                  <a:pt x="4348" y="18"/>
                </a:cubicBezTo>
                <a:cubicBezTo>
                  <a:pt x="4363" y="24"/>
                  <a:pt x="4376" y="31"/>
                  <a:pt x="4389" y="40"/>
                </a:cubicBezTo>
                <a:cubicBezTo>
                  <a:pt x="4402" y="49"/>
                  <a:pt x="4414" y="59"/>
                  <a:pt x="4425" y="70"/>
                </a:cubicBezTo>
                <a:cubicBezTo>
                  <a:pt x="4436" y="81"/>
                  <a:pt x="4446" y="93"/>
                  <a:pt x="4455" y="106"/>
                </a:cubicBezTo>
                <a:cubicBezTo>
                  <a:pt x="4463" y="119"/>
                  <a:pt x="4470" y="133"/>
                  <a:pt x="4476" y="147"/>
                </a:cubicBezTo>
                <a:cubicBezTo>
                  <a:pt x="4482" y="161"/>
                  <a:pt x="4487" y="176"/>
                  <a:pt x="4490" y="191"/>
                </a:cubicBezTo>
                <a:cubicBezTo>
                  <a:pt x="4493" y="207"/>
                  <a:pt x="4494" y="222"/>
                  <a:pt x="4494" y="238"/>
                </a:cubicBezTo>
                <a:lnTo>
                  <a:pt x="4494" y="2127"/>
                </a:lnTo>
                <a:cubicBezTo>
                  <a:pt x="4494" y="2143"/>
                  <a:pt x="4493" y="2158"/>
                  <a:pt x="4490" y="2173"/>
                </a:cubicBezTo>
                <a:cubicBezTo>
                  <a:pt x="4487" y="2189"/>
                  <a:pt x="4482" y="2203"/>
                  <a:pt x="4476" y="2218"/>
                </a:cubicBezTo>
                <a:cubicBezTo>
                  <a:pt x="4470" y="2232"/>
                  <a:pt x="4463" y="2246"/>
                  <a:pt x="4455" y="2259"/>
                </a:cubicBezTo>
                <a:cubicBezTo>
                  <a:pt x="4446" y="2272"/>
                  <a:pt x="4436" y="2283"/>
                  <a:pt x="4425" y="2294"/>
                </a:cubicBezTo>
                <a:cubicBezTo>
                  <a:pt x="4414" y="2305"/>
                  <a:pt x="4402" y="2315"/>
                  <a:pt x="4389" y="2324"/>
                </a:cubicBezTo>
                <a:cubicBezTo>
                  <a:pt x="4376" y="2332"/>
                  <a:pt x="4363" y="2340"/>
                  <a:pt x="4348" y="2346"/>
                </a:cubicBezTo>
                <a:cubicBezTo>
                  <a:pt x="4334" y="2352"/>
                  <a:pt x="4318" y="2356"/>
                  <a:pt x="4303" y="2359"/>
                </a:cubicBezTo>
                <a:cubicBezTo>
                  <a:pt x="4288" y="2362"/>
                  <a:pt x="4272" y="2364"/>
                  <a:pt x="4257" y="2364"/>
                </a:cubicBezTo>
                <a:lnTo>
                  <a:pt x="237" y="2364"/>
                </a:lnTo>
                <a:cubicBezTo>
                  <a:pt x="221" y="2364"/>
                  <a:pt x="206" y="2362"/>
                  <a:pt x="191" y="2359"/>
                </a:cubicBezTo>
                <a:cubicBezTo>
                  <a:pt x="176" y="2356"/>
                  <a:pt x="161" y="2352"/>
                  <a:pt x="146" y="2346"/>
                </a:cubicBezTo>
                <a:cubicBezTo>
                  <a:pt x="132" y="2340"/>
                  <a:pt x="118" y="2332"/>
                  <a:pt x="106" y="2324"/>
                </a:cubicBezTo>
                <a:cubicBezTo>
                  <a:pt x="93" y="2315"/>
                  <a:pt x="81" y="2305"/>
                  <a:pt x="70" y="2294"/>
                </a:cubicBezTo>
                <a:cubicBezTo>
                  <a:pt x="59" y="2283"/>
                  <a:pt x="49" y="2272"/>
                  <a:pt x="40" y="2259"/>
                </a:cubicBezTo>
                <a:cubicBezTo>
                  <a:pt x="32" y="2246"/>
                  <a:pt x="24" y="2232"/>
                  <a:pt x="18" y="2218"/>
                </a:cubicBezTo>
                <a:cubicBezTo>
                  <a:pt x="13" y="2203"/>
                  <a:pt x="8" y="2189"/>
                  <a:pt x="5" y="2173"/>
                </a:cubicBezTo>
                <a:cubicBezTo>
                  <a:pt x="2" y="2158"/>
                  <a:pt x="0" y="2143"/>
                  <a:pt x="0" y="2127"/>
                </a:cubicBez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486520" y="4381200"/>
            <a:ext cx="4358448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70" b="0" u="none" strike="noStrike">
                <a:solidFill>
                  <a:srgbClr val="64748b"/>
                </a:solidFill>
                <a:effectLst/>
                <a:uFillTx/>
                <a:latin typeface="SegoeUI"/>
                <a:ea typeface="SegoeUI"/>
              </a:rPr>
              <a:t>Decoding and encoding in TorchCodec, transforms in TorchVision and TorchAudio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996280" y="4767840"/>
            <a:ext cx="644241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torchcodec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074760" y="4980960"/>
            <a:ext cx="478224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decoding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4137840" y="5078520"/>
            <a:ext cx="289440" cy="0"/>
          </a:xfrm>
          <a:prstGeom prst="line">
            <a:avLst/>
          </a:prstGeom>
          <a:ln w="1332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480" rIns="6480" tIns="-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353840" y="5037840"/>
            <a:ext cx="82080" cy="82080"/>
          </a:xfrm>
          <a:custGeom>
            <a:avLst/>
            <a:gdLst/>
            <a:ahLst/>
            <a:rect l="0" t="0" r="r" b="b"/>
            <a:pathLst>
              <a:path w="228" h="228">
                <a:moveTo>
                  <a:pt x="0" y="0"/>
                </a:moveTo>
                <a:lnTo>
                  <a:pt x="228" y="113"/>
                </a:lnTo>
                <a:lnTo>
                  <a:pt x="0" y="228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461480" y="4653360"/>
            <a:ext cx="1617840" cy="374760"/>
          </a:xfrm>
          <a:custGeom>
            <a:avLst/>
            <a:gdLst/>
            <a:ahLst/>
            <a:rect l="0" t="0" r="r" b="b"/>
            <a:pathLst>
              <a:path w="4494" h="1041">
                <a:moveTo>
                  <a:pt x="236" y="0"/>
                </a:moveTo>
                <a:lnTo>
                  <a:pt x="4257" y="0"/>
                </a:lnTo>
                <a:cubicBezTo>
                  <a:pt x="4273" y="0"/>
                  <a:pt x="4288" y="2"/>
                  <a:pt x="4303" y="5"/>
                </a:cubicBezTo>
                <a:cubicBezTo>
                  <a:pt x="4318" y="8"/>
                  <a:pt x="4333" y="12"/>
                  <a:pt x="4348" y="18"/>
                </a:cubicBezTo>
                <a:cubicBezTo>
                  <a:pt x="4362" y="24"/>
                  <a:pt x="4376" y="31"/>
                  <a:pt x="4388" y="40"/>
                </a:cubicBezTo>
                <a:cubicBezTo>
                  <a:pt x="4401" y="49"/>
                  <a:pt x="4413" y="59"/>
                  <a:pt x="4424" y="70"/>
                </a:cubicBezTo>
                <a:cubicBezTo>
                  <a:pt x="4435" y="81"/>
                  <a:pt x="4445" y="93"/>
                  <a:pt x="4454" y="106"/>
                </a:cubicBezTo>
                <a:cubicBezTo>
                  <a:pt x="4462" y="119"/>
                  <a:pt x="4470" y="133"/>
                  <a:pt x="4476" y="147"/>
                </a:cubicBezTo>
                <a:cubicBezTo>
                  <a:pt x="4481" y="161"/>
                  <a:pt x="4486" y="176"/>
                  <a:pt x="4489" y="191"/>
                </a:cubicBezTo>
                <a:cubicBezTo>
                  <a:pt x="4492" y="207"/>
                  <a:pt x="4494" y="222"/>
                  <a:pt x="4494" y="238"/>
                </a:cubicBezTo>
                <a:lnTo>
                  <a:pt x="4494" y="804"/>
                </a:lnTo>
                <a:cubicBezTo>
                  <a:pt x="4494" y="820"/>
                  <a:pt x="4492" y="835"/>
                  <a:pt x="4489" y="851"/>
                </a:cubicBezTo>
                <a:cubicBezTo>
                  <a:pt x="4486" y="866"/>
                  <a:pt x="4481" y="881"/>
                  <a:pt x="4476" y="895"/>
                </a:cubicBezTo>
                <a:cubicBezTo>
                  <a:pt x="4470" y="909"/>
                  <a:pt x="4462" y="923"/>
                  <a:pt x="4454" y="936"/>
                </a:cubicBezTo>
                <a:cubicBezTo>
                  <a:pt x="4445" y="949"/>
                  <a:pt x="4435" y="961"/>
                  <a:pt x="4424" y="972"/>
                </a:cubicBezTo>
                <a:cubicBezTo>
                  <a:pt x="4413" y="982"/>
                  <a:pt x="4401" y="992"/>
                  <a:pt x="4388" y="1001"/>
                </a:cubicBezTo>
                <a:cubicBezTo>
                  <a:pt x="4376" y="1010"/>
                  <a:pt x="4362" y="1017"/>
                  <a:pt x="4348" y="1023"/>
                </a:cubicBezTo>
                <a:cubicBezTo>
                  <a:pt x="4333" y="1029"/>
                  <a:pt x="4318" y="1033"/>
                  <a:pt x="4303" y="1036"/>
                </a:cubicBezTo>
                <a:cubicBezTo>
                  <a:pt x="4288" y="1039"/>
                  <a:pt x="4273" y="1041"/>
                  <a:pt x="4257" y="1041"/>
                </a:cubicBezTo>
                <a:lnTo>
                  <a:pt x="236" y="1041"/>
                </a:lnTo>
                <a:cubicBezTo>
                  <a:pt x="221" y="1041"/>
                  <a:pt x="205" y="1039"/>
                  <a:pt x="190" y="1036"/>
                </a:cubicBezTo>
                <a:cubicBezTo>
                  <a:pt x="175" y="1033"/>
                  <a:pt x="160" y="1029"/>
                  <a:pt x="146" y="1023"/>
                </a:cubicBezTo>
                <a:cubicBezTo>
                  <a:pt x="131" y="1017"/>
                  <a:pt x="118" y="1010"/>
                  <a:pt x="105" y="1001"/>
                </a:cubicBezTo>
                <a:cubicBezTo>
                  <a:pt x="92" y="992"/>
                  <a:pt x="80" y="982"/>
                  <a:pt x="69" y="972"/>
                </a:cubicBezTo>
                <a:cubicBezTo>
                  <a:pt x="58" y="961"/>
                  <a:pt x="48" y="949"/>
                  <a:pt x="39" y="936"/>
                </a:cubicBezTo>
                <a:cubicBezTo>
                  <a:pt x="31" y="923"/>
                  <a:pt x="24" y="909"/>
                  <a:pt x="18" y="895"/>
                </a:cubicBezTo>
                <a:cubicBezTo>
                  <a:pt x="12" y="881"/>
                  <a:pt x="7" y="866"/>
                  <a:pt x="4" y="851"/>
                </a:cubicBezTo>
                <a:cubicBezTo>
                  <a:pt x="1" y="835"/>
                  <a:pt x="0" y="820"/>
                  <a:pt x="0" y="804"/>
                </a:cubicBez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39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4461480" y="4653360"/>
            <a:ext cx="1617840" cy="374760"/>
          </a:xfrm>
          <a:custGeom>
            <a:avLst/>
            <a:gdLst/>
            <a:ahLst/>
            <a:rect l="0" t="0" r="r" b="b"/>
            <a:pathLst>
              <a:path w="4494" h="1041">
                <a:moveTo>
                  <a:pt x="236" y="0"/>
                </a:moveTo>
                <a:lnTo>
                  <a:pt x="4257" y="0"/>
                </a:lnTo>
                <a:cubicBezTo>
                  <a:pt x="4273" y="0"/>
                  <a:pt x="4288" y="2"/>
                  <a:pt x="4303" y="5"/>
                </a:cubicBezTo>
                <a:cubicBezTo>
                  <a:pt x="4318" y="8"/>
                  <a:pt x="4333" y="12"/>
                  <a:pt x="4348" y="18"/>
                </a:cubicBezTo>
                <a:cubicBezTo>
                  <a:pt x="4362" y="24"/>
                  <a:pt x="4376" y="31"/>
                  <a:pt x="4388" y="40"/>
                </a:cubicBezTo>
                <a:cubicBezTo>
                  <a:pt x="4401" y="49"/>
                  <a:pt x="4413" y="59"/>
                  <a:pt x="4424" y="70"/>
                </a:cubicBezTo>
                <a:cubicBezTo>
                  <a:pt x="4435" y="81"/>
                  <a:pt x="4445" y="93"/>
                  <a:pt x="4454" y="106"/>
                </a:cubicBezTo>
                <a:cubicBezTo>
                  <a:pt x="4462" y="119"/>
                  <a:pt x="4470" y="133"/>
                  <a:pt x="4476" y="147"/>
                </a:cubicBezTo>
                <a:cubicBezTo>
                  <a:pt x="4481" y="161"/>
                  <a:pt x="4486" y="176"/>
                  <a:pt x="4489" y="191"/>
                </a:cubicBezTo>
                <a:cubicBezTo>
                  <a:pt x="4492" y="207"/>
                  <a:pt x="4494" y="222"/>
                  <a:pt x="4494" y="238"/>
                </a:cubicBezTo>
                <a:lnTo>
                  <a:pt x="4494" y="804"/>
                </a:lnTo>
                <a:cubicBezTo>
                  <a:pt x="4494" y="820"/>
                  <a:pt x="4492" y="835"/>
                  <a:pt x="4489" y="851"/>
                </a:cubicBezTo>
                <a:cubicBezTo>
                  <a:pt x="4486" y="866"/>
                  <a:pt x="4481" y="881"/>
                  <a:pt x="4476" y="895"/>
                </a:cubicBezTo>
                <a:cubicBezTo>
                  <a:pt x="4470" y="909"/>
                  <a:pt x="4462" y="923"/>
                  <a:pt x="4454" y="936"/>
                </a:cubicBezTo>
                <a:cubicBezTo>
                  <a:pt x="4445" y="949"/>
                  <a:pt x="4435" y="961"/>
                  <a:pt x="4424" y="972"/>
                </a:cubicBezTo>
                <a:cubicBezTo>
                  <a:pt x="4413" y="982"/>
                  <a:pt x="4401" y="992"/>
                  <a:pt x="4388" y="1001"/>
                </a:cubicBezTo>
                <a:cubicBezTo>
                  <a:pt x="4376" y="1010"/>
                  <a:pt x="4362" y="1017"/>
                  <a:pt x="4348" y="1023"/>
                </a:cubicBezTo>
                <a:cubicBezTo>
                  <a:pt x="4333" y="1029"/>
                  <a:pt x="4318" y="1033"/>
                  <a:pt x="4303" y="1036"/>
                </a:cubicBezTo>
                <a:cubicBezTo>
                  <a:pt x="4288" y="1039"/>
                  <a:pt x="4273" y="1041"/>
                  <a:pt x="4257" y="1041"/>
                </a:cubicBezTo>
                <a:lnTo>
                  <a:pt x="236" y="1041"/>
                </a:lnTo>
                <a:cubicBezTo>
                  <a:pt x="221" y="1041"/>
                  <a:pt x="205" y="1039"/>
                  <a:pt x="190" y="1036"/>
                </a:cubicBezTo>
                <a:cubicBezTo>
                  <a:pt x="175" y="1033"/>
                  <a:pt x="160" y="1029"/>
                  <a:pt x="146" y="1023"/>
                </a:cubicBezTo>
                <a:cubicBezTo>
                  <a:pt x="131" y="1017"/>
                  <a:pt x="118" y="1010"/>
                  <a:pt x="105" y="1001"/>
                </a:cubicBezTo>
                <a:cubicBezTo>
                  <a:pt x="92" y="992"/>
                  <a:pt x="80" y="982"/>
                  <a:pt x="69" y="972"/>
                </a:cubicBezTo>
                <a:cubicBezTo>
                  <a:pt x="58" y="961"/>
                  <a:pt x="48" y="949"/>
                  <a:pt x="39" y="936"/>
                </a:cubicBezTo>
                <a:cubicBezTo>
                  <a:pt x="31" y="923"/>
                  <a:pt x="24" y="909"/>
                  <a:pt x="18" y="895"/>
                </a:cubicBezTo>
                <a:cubicBezTo>
                  <a:pt x="12" y="881"/>
                  <a:pt x="7" y="866"/>
                  <a:pt x="4" y="851"/>
                </a:cubicBezTo>
                <a:cubicBezTo>
                  <a:pt x="1" y="835"/>
                  <a:pt x="0" y="820"/>
                  <a:pt x="0" y="804"/>
                </a:cubicBez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39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847240" y="5194440"/>
            <a:ext cx="966168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770" b="0" u="none" strike="noStrike">
                <a:solidFill>
                  <a:srgbClr val="64748b"/>
                </a:solidFill>
                <a:effectLst/>
                <a:uFillTx/>
                <a:latin typeface="SegoeUI"/>
                <a:ea typeface="SegoeUI"/>
              </a:rPr>
              <a:t>image · video · audio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980600" y="4704480"/>
            <a:ext cx="631411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7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torchvision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61480" y="5129640"/>
            <a:ext cx="1617840" cy="374760"/>
          </a:xfrm>
          <a:custGeom>
            <a:avLst/>
            <a:gdLst/>
            <a:ahLst/>
            <a:rect l="0" t="0" r="r" b="b"/>
            <a:pathLst>
              <a:path w="4494" h="1041">
                <a:moveTo>
                  <a:pt x="236" y="0"/>
                </a:moveTo>
                <a:lnTo>
                  <a:pt x="4257" y="0"/>
                </a:lnTo>
                <a:cubicBezTo>
                  <a:pt x="4273" y="0"/>
                  <a:pt x="4288" y="2"/>
                  <a:pt x="4303" y="5"/>
                </a:cubicBezTo>
                <a:cubicBezTo>
                  <a:pt x="4318" y="8"/>
                  <a:pt x="4333" y="12"/>
                  <a:pt x="4348" y="18"/>
                </a:cubicBezTo>
                <a:cubicBezTo>
                  <a:pt x="4362" y="24"/>
                  <a:pt x="4376" y="31"/>
                  <a:pt x="4388" y="40"/>
                </a:cubicBezTo>
                <a:cubicBezTo>
                  <a:pt x="4401" y="49"/>
                  <a:pt x="4413" y="58"/>
                  <a:pt x="4424" y="69"/>
                </a:cubicBezTo>
                <a:cubicBezTo>
                  <a:pt x="4435" y="80"/>
                  <a:pt x="4445" y="92"/>
                  <a:pt x="4454" y="105"/>
                </a:cubicBezTo>
                <a:cubicBezTo>
                  <a:pt x="4462" y="118"/>
                  <a:pt x="4470" y="132"/>
                  <a:pt x="4476" y="146"/>
                </a:cubicBezTo>
                <a:cubicBezTo>
                  <a:pt x="4481" y="160"/>
                  <a:pt x="4486" y="175"/>
                  <a:pt x="4489" y="190"/>
                </a:cubicBezTo>
                <a:cubicBezTo>
                  <a:pt x="4492" y="206"/>
                  <a:pt x="4494" y="221"/>
                  <a:pt x="4494" y="236"/>
                </a:cubicBezTo>
                <a:lnTo>
                  <a:pt x="4494" y="803"/>
                </a:lnTo>
                <a:cubicBezTo>
                  <a:pt x="4494" y="820"/>
                  <a:pt x="4492" y="835"/>
                  <a:pt x="4489" y="850"/>
                </a:cubicBezTo>
                <a:cubicBezTo>
                  <a:pt x="4486" y="866"/>
                  <a:pt x="4481" y="880"/>
                  <a:pt x="4476" y="895"/>
                </a:cubicBezTo>
                <a:cubicBezTo>
                  <a:pt x="4470" y="909"/>
                  <a:pt x="4462" y="923"/>
                  <a:pt x="4454" y="936"/>
                </a:cubicBezTo>
                <a:cubicBezTo>
                  <a:pt x="4445" y="949"/>
                  <a:pt x="4435" y="960"/>
                  <a:pt x="4424" y="971"/>
                </a:cubicBezTo>
                <a:cubicBezTo>
                  <a:pt x="4413" y="982"/>
                  <a:pt x="4401" y="992"/>
                  <a:pt x="4388" y="1001"/>
                </a:cubicBezTo>
                <a:cubicBezTo>
                  <a:pt x="4376" y="1009"/>
                  <a:pt x="4362" y="1017"/>
                  <a:pt x="4348" y="1023"/>
                </a:cubicBezTo>
                <a:cubicBezTo>
                  <a:pt x="4333" y="1029"/>
                  <a:pt x="4318" y="1033"/>
                  <a:pt x="4303" y="1036"/>
                </a:cubicBezTo>
                <a:cubicBezTo>
                  <a:pt x="4288" y="1039"/>
                  <a:pt x="4273" y="1041"/>
                  <a:pt x="4257" y="1041"/>
                </a:cubicBezTo>
                <a:lnTo>
                  <a:pt x="236" y="1041"/>
                </a:lnTo>
                <a:cubicBezTo>
                  <a:pt x="221" y="1041"/>
                  <a:pt x="205" y="1039"/>
                  <a:pt x="190" y="1036"/>
                </a:cubicBezTo>
                <a:cubicBezTo>
                  <a:pt x="175" y="1033"/>
                  <a:pt x="160" y="1029"/>
                  <a:pt x="146" y="1023"/>
                </a:cubicBezTo>
                <a:cubicBezTo>
                  <a:pt x="131" y="1017"/>
                  <a:pt x="118" y="1009"/>
                  <a:pt x="105" y="1001"/>
                </a:cubicBezTo>
                <a:cubicBezTo>
                  <a:pt x="92" y="992"/>
                  <a:pt x="80" y="982"/>
                  <a:pt x="69" y="971"/>
                </a:cubicBezTo>
                <a:cubicBezTo>
                  <a:pt x="58" y="960"/>
                  <a:pt x="48" y="949"/>
                  <a:pt x="39" y="936"/>
                </a:cubicBezTo>
                <a:cubicBezTo>
                  <a:pt x="31" y="923"/>
                  <a:pt x="24" y="909"/>
                  <a:pt x="18" y="895"/>
                </a:cubicBezTo>
                <a:cubicBezTo>
                  <a:pt x="12" y="880"/>
                  <a:pt x="7" y="866"/>
                  <a:pt x="4" y="850"/>
                </a:cubicBezTo>
                <a:cubicBezTo>
                  <a:pt x="1" y="835"/>
                  <a:pt x="0" y="820"/>
                  <a:pt x="0" y="803"/>
                </a:cubicBezTo>
                <a:lnTo>
                  <a:pt x="0" y="236"/>
                </a:lnTo>
                <a:cubicBezTo>
                  <a:pt x="0" y="221"/>
                  <a:pt x="1" y="206"/>
                  <a:pt x="4" y="190"/>
                </a:cubicBezTo>
                <a:cubicBezTo>
                  <a:pt x="7" y="175"/>
                  <a:pt x="12" y="160"/>
                  <a:pt x="18" y="146"/>
                </a:cubicBezTo>
                <a:cubicBezTo>
                  <a:pt x="24" y="132"/>
                  <a:pt x="31" y="118"/>
                  <a:pt x="39" y="105"/>
                </a:cubicBezTo>
                <a:cubicBezTo>
                  <a:pt x="48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461480" y="5129640"/>
            <a:ext cx="1617840" cy="374760"/>
          </a:xfrm>
          <a:custGeom>
            <a:avLst/>
            <a:gdLst/>
            <a:ahLst/>
            <a:rect l="0" t="0" r="r" b="b"/>
            <a:pathLst>
              <a:path w="4494" h="1041">
                <a:moveTo>
                  <a:pt x="236" y="0"/>
                </a:moveTo>
                <a:lnTo>
                  <a:pt x="4257" y="0"/>
                </a:lnTo>
                <a:cubicBezTo>
                  <a:pt x="4273" y="0"/>
                  <a:pt x="4288" y="2"/>
                  <a:pt x="4303" y="5"/>
                </a:cubicBezTo>
                <a:cubicBezTo>
                  <a:pt x="4318" y="8"/>
                  <a:pt x="4333" y="12"/>
                  <a:pt x="4348" y="18"/>
                </a:cubicBezTo>
                <a:cubicBezTo>
                  <a:pt x="4362" y="24"/>
                  <a:pt x="4376" y="31"/>
                  <a:pt x="4388" y="40"/>
                </a:cubicBezTo>
                <a:cubicBezTo>
                  <a:pt x="4401" y="49"/>
                  <a:pt x="4413" y="58"/>
                  <a:pt x="4424" y="69"/>
                </a:cubicBezTo>
                <a:cubicBezTo>
                  <a:pt x="4435" y="80"/>
                  <a:pt x="4445" y="92"/>
                  <a:pt x="4454" y="105"/>
                </a:cubicBezTo>
                <a:cubicBezTo>
                  <a:pt x="4462" y="118"/>
                  <a:pt x="4470" y="132"/>
                  <a:pt x="4476" y="146"/>
                </a:cubicBezTo>
                <a:cubicBezTo>
                  <a:pt x="4481" y="160"/>
                  <a:pt x="4486" y="175"/>
                  <a:pt x="4489" y="190"/>
                </a:cubicBezTo>
                <a:cubicBezTo>
                  <a:pt x="4492" y="206"/>
                  <a:pt x="4494" y="221"/>
                  <a:pt x="4494" y="236"/>
                </a:cubicBezTo>
                <a:lnTo>
                  <a:pt x="4494" y="803"/>
                </a:lnTo>
                <a:cubicBezTo>
                  <a:pt x="4494" y="820"/>
                  <a:pt x="4492" y="835"/>
                  <a:pt x="4489" y="850"/>
                </a:cubicBezTo>
                <a:cubicBezTo>
                  <a:pt x="4486" y="866"/>
                  <a:pt x="4481" y="880"/>
                  <a:pt x="4476" y="895"/>
                </a:cubicBezTo>
                <a:cubicBezTo>
                  <a:pt x="4470" y="909"/>
                  <a:pt x="4462" y="923"/>
                  <a:pt x="4454" y="936"/>
                </a:cubicBezTo>
                <a:cubicBezTo>
                  <a:pt x="4445" y="949"/>
                  <a:pt x="4435" y="960"/>
                  <a:pt x="4424" y="971"/>
                </a:cubicBezTo>
                <a:cubicBezTo>
                  <a:pt x="4413" y="982"/>
                  <a:pt x="4401" y="992"/>
                  <a:pt x="4388" y="1001"/>
                </a:cubicBezTo>
                <a:cubicBezTo>
                  <a:pt x="4376" y="1009"/>
                  <a:pt x="4362" y="1017"/>
                  <a:pt x="4348" y="1023"/>
                </a:cubicBezTo>
                <a:cubicBezTo>
                  <a:pt x="4333" y="1029"/>
                  <a:pt x="4318" y="1033"/>
                  <a:pt x="4303" y="1036"/>
                </a:cubicBezTo>
                <a:cubicBezTo>
                  <a:pt x="4288" y="1039"/>
                  <a:pt x="4273" y="1041"/>
                  <a:pt x="4257" y="1041"/>
                </a:cubicBezTo>
                <a:lnTo>
                  <a:pt x="236" y="1041"/>
                </a:lnTo>
                <a:cubicBezTo>
                  <a:pt x="221" y="1041"/>
                  <a:pt x="205" y="1039"/>
                  <a:pt x="190" y="1036"/>
                </a:cubicBezTo>
                <a:cubicBezTo>
                  <a:pt x="175" y="1033"/>
                  <a:pt x="160" y="1029"/>
                  <a:pt x="146" y="1023"/>
                </a:cubicBezTo>
                <a:cubicBezTo>
                  <a:pt x="131" y="1017"/>
                  <a:pt x="118" y="1009"/>
                  <a:pt x="105" y="1001"/>
                </a:cubicBezTo>
                <a:cubicBezTo>
                  <a:pt x="92" y="992"/>
                  <a:pt x="80" y="982"/>
                  <a:pt x="69" y="971"/>
                </a:cubicBezTo>
                <a:cubicBezTo>
                  <a:pt x="58" y="960"/>
                  <a:pt x="48" y="949"/>
                  <a:pt x="39" y="936"/>
                </a:cubicBezTo>
                <a:cubicBezTo>
                  <a:pt x="31" y="923"/>
                  <a:pt x="24" y="909"/>
                  <a:pt x="18" y="895"/>
                </a:cubicBezTo>
                <a:cubicBezTo>
                  <a:pt x="12" y="880"/>
                  <a:pt x="7" y="866"/>
                  <a:pt x="4" y="850"/>
                </a:cubicBezTo>
                <a:cubicBezTo>
                  <a:pt x="1" y="835"/>
                  <a:pt x="0" y="820"/>
                  <a:pt x="0" y="803"/>
                </a:cubicBezTo>
                <a:lnTo>
                  <a:pt x="0" y="236"/>
                </a:lnTo>
                <a:cubicBezTo>
                  <a:pt x="0" y="221"/>
                  <a:pt x="1" y="206"/>
                  <a:pt x="4" y="190"/>
                </a:cubicBezTo>
                <a:cubicBezTo>
                  <a:pt x="7" y="175"/>
                  <a:pt x="12" y="160"/>
                  <a:pt x="18" y="146"/>
                </a:cubicBezTo>
                <a:cubicBezTo>
                  <a:pt x="24" y="132"/>
                  <a:pt x="31" y="118"/>
                  <a:pt x="39" y="105"/>
                </a:cubicBezTo>
                <a:cubicBezTo>
                  <a:pt x="48" y="92"/>
                  <a:pt x="58" y="80"/>
                  <a:pt x="69" y="69"/>
                </a:cubicBezTo>
                <a:cubicBezTo>
                  <a:pt x="80" y="58"/>
                  <a:pt x="92" y="49"/>
                  <a:pt x="105" y="40"/>
                </a:cubicBezTo>
                <a:cubicBezTo>
                  <a:pt x="118" y="31"/>
                  <a:pt x="131" y="24"/>
                  <a:pt x="146" y="18"/>
                </a:cubicBezTo>
                <a:cubicBezTo>
                  <a:pt x="160" y="12"/>
                  <a:pt x="175" y="8"/>
                  <a:pt x="190" y="5"/>
                </a:cubicBezTo>
                <a:cubicBezTo>
                  <a:pt x="205" y="2"/>
                  <a:pt x="221" y="0"/>
                  <a:pt x="236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692600" y="4867200"/>
            <a:ext cx="1240272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730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image and video transforms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986720" y="5180760"/>
            <a:ext cx="618192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7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torchaudio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112800" y="5078520"/>
            <a:ext cx="289440" cy="0"/>
          </a:xfrm>
          <a:prstGeom prst="line">
            <a:avLst/>
          </a:prstGeom>
          <a:ln w="1332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480" rIns="6480" tIns="-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328800" y="5037840"/>
            <a:ext cx="82080" cy="82080"/>
          </a:xfrm>
          <a:custGeom>
            <a:avLst/>
            <a:gdLst/>
            <a:ahLst/>
            <a:rect l="0" t="0" r="r" b="b"/>
            <a:pathLst>
              <a:path w="228" h="228">
                <a:moveTo>
                  <a:pt x="0" y="0"/>
                </a:moveTo>
                <a:lnTo>
                  <a:pt x="228" y="113"/>
                </a:lnTo>
                <a:lnTo>
                  <a:pt x="0" y="228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436440" y="4687560"/>
            <a:ext cx="1294200" cy="782640"/>
          </a:xfrm>
          <a:custGeom>
            <a:avLst/>
            <a:gdLst/>
            <a:ahLst/>
            <a:rect l="0" t="0" r="r" b="b"/>
            <a:pathLst>
              <a:path w="3595" h="2174">
                <a:moveTo>
                  <a:pt x="3595" y="1086"/>
                </a:moveTo>
                <a:cubicBezTo>
                  <a:pt x="3595" y="1123"/>
                  <a:pt x="3592" y="1159"/>
                  <a:pt x="3586" y="1194"/>
                </a:cubicBezTo>
                <a:cubicBezTo>
                  <a:pt x="3581" y="1229"/>
                  <a:pt x="3572" y="1265"/>
                  <a:pt x="3561" y="1299"/>
                </a:cubicBezTo>
                <a:cubicBezTo>
                  <a:pt x="3549" y="1334"/>
                  <a:pt x="3535" y="1369"/>
                  <a:pt x="3518" y="1403"/>
                </a:cubicBezTo>
                <a:cubicBezTo>
                  <a:pt x="3501" y="1437"/>
                  <a:pt x="3481" y="1470"/>
                  <a:pt x="3458" y="1503"/>
                </a:cubicBezTo>
                <a:cubicBezTo>
                  <a:pt x="3436" y="1536"/>
                  <a:pt x="3411" y="1568"/>
                  <a:pt x="3383" y="1600"/>
                </a:cubicBezTo>
                <a:cubicBezTo>
                  <a:pt x="3355" y="1631"/>
                  <a:pt x="3325" y="1662"/>
                  <a:pt x="3292" y="1691"/>
                </a:cubicBezTo>
                <a:cubicBezTo>
                  <a:pt x="3259" y="1721"/>
                  <a:pt x="3224" y="1749"/>
                  <a:pt x="3187" y="1777"/>
                </a:cubicBezTo>
                <a:cubicBezTo>
                  <a:pt x="3150" y="1804"/>
                  <a:pt x="3110" y="1831"/>
                  <a:pt x="3069" y="1856"/>
                </a:cubicBezTo>
                <a:cubicBezTo>
                  <a:pt x="3027" y="1881"/>
                  <a:pt x="2984" y="1905"/>
                  <a:pt x="2938" y="1927"/>
                </a:cubicBezTo>
                <a:cubicBezTo>
                  <a:pt x="2893" y="1950"/>
                  <a:pt x="2845" y="1971"/>
                  <a:pt x="2796" y="1991"/>
                </a:cubicBezTo>
                <a:cubicBezTo>
                  <a:pt x="2747" y="2011"/>
                  <a:pt x="2697" y="2029"/>
                  <a:pt x="2645" y="2046"/>
                </a:cubicBezTo>
                <a:cubicBezTo>
                  <a:pt x="2593" y="2063"/>
                  <a:pt x="2540" y="2078"/>
                  <a:pt x="2486" y="2091"/>
                </a:cubicBezTo>
                <a:cubicBezTo>
                  <a:pt x="2431" y="2105"/>
                  <a:pt x="2376" y="2117"/>
                  <a:pt x="2320" y="2127"/>
                </a:cubicBezTo>
                <a:cubicBezTo>
                  <a:pt x="2263" y="2138"/>
                  <a:pt x="2206" y="2146"/>
                  <a:pt x="2149" y="2153"/>
                </a:cubicBezTo>
                <a:cubicBezTo>
                  <a:pt x="2091" y="2160"/>
                  <a:pt x="2033" y="2165"/>
                  <a:pt x="1974" y="2169"/>
                </a:cubicBezTo>
                <a:cubicBezTo>
                  <a:pt x="1915" y="2172"/>
                  <a:pt x="1856" y="2174"/>
                  <a:pt x="1797" y="2174"/>
                </a:cubicBezTo>
                <a:cubicBezTo>
                  <a:pt x="1738" y="2174"/>
                  <a:pt x="1679" y="2172"/>
                  <a:pt x="1621" y="2169"/>
                </a:cubicBezTo>
                <a:cubicBezTo>
                  <a:pt x="1562" y="2165"/>
                  <a:pt x="1504" y="2160"/>
                  <a:pt x="1446" y="2153"/>
                </a:cubicBezTo>
                <a:cubicBezTo>
                  <a:pt x="1389" y="2146"/>
                  <a:pt x="1332" y="2138"/>
                  <a:pt x="1275" y="2127"/>
                </a:cubicBezTo>
                <a:cubicBezTo>
                  <a:pt x="1219" y="2117"/>
                  <a:pt x="1164" y="2105"/>
                  <a:pt x="1109" y="2091"/>
                </a:cubicBezTo>
                <a:cubicBezTo>
                  <a:pt x="1055" y="2078"/>
                  <a:pt x="1002" y="2063"/>
                  <a:pt x="950" y="2046"/>
                </a:cubicBezTo>
                <a:cubicBezTo>
                  <a:pt x="898" y="2029"/>
                  <a:pt x="847" y="2011"/>
                  <a:pt x="798" y="1991"/>
                </a:cubicBezTo>
                <a:cubicBezTo>
                  <a:pt x="749" y="1971"/>
                  <a:pt x="702" y="1950"/>
                  <a:pt x="657" y="1927"/>
                </a:cubicBezTo>
                <a:cubicBezTo>
                  <a:pt x="611" y="1905"/>
                  <a:pt x="568" y="1881"/>
                  <a:pt x="526" y="1856"/>
                </a:cubicBezTo>
                <a:cubicBezTo>
                  <a:pt x="484" y="1831"/>
                  <a:pt x="445" y="1804"/>
                  <a:pt x="408" y="1777"/>
                </a:cubicBezTo>
                <a:cubicBezTo>
                  <a:pt x="370" y="1749"/>
                  <a:pt x="335" y="1721"/>
                  <a:pt x="303" y="1691"/>
                </a:cubicBezTo>
                <a:cubicBezTo>
                  <a:pt x="270" y="1662"/>
                  <a:pt x="240" y="1631"/>
                  <a:pt x="212" y="1600"/>
                </a:cubicBezTo>
                <a:cubicBezTo>
                  <a:pt x="184" y="1568"/>
                  <a:pt x="159" y="1536"/>
                  <a:pt x="137" y="1503"/>
                </a:cubicBezTo>
                <a:cubicBezTo>
                  <a:pt x="114" y="1470"/>
                  <a:pt x="94" y="1437"/>
                  <a:pt x="77" y="1403"/>
                </a:cubicBezTo>
                <a:cubicBezTo>
                  <a:pt x="60" y="1369"/>
                  <a:pt x="46" y="1334"/>
                  <a:pt x="34" y="1299"/>
                </a:cubicBezTo>
                <a:cubicBezTo>
                  <a:pt x="23" y="1265"/>
                  <a:pt x="14" y="1229"/>
                  <a:pt x="8" y="1194"/>
                </a:cubicBezTo>
                <a:cubicBezTo>
                  <a:pt x="3" y="1159"/>
                  <a:pt x="0" y="1123"/>
                  <a:pt x="0" y="1086"/>
                </a:cubicBezTo>
                <a:cubicBezTo>
                  <a:pt x="0" y="1051"/>
                  <a:pt x="3" y="1015"/>
                  <a:pt x="8" y="980"/>
                </a:cubicBezTo>
                <a:cubicBezTo>
                  <a:pt x="14" y="945"/>
                  <a:pt x="23" y="909"/>
                  <a:pt x="34" y="874"/>
                </a:cubicBezTo>
                <a:cubicBezTo>
                  <a:pt x="46" y="840"/>
                  <a:pt x="60" y="805"/>
                  <a:pt x="77" y="771"/>
                </a:cubicBezTo>
                <a:cubicBezTo>
                  <a:pt x="94" y="737"/>
                  <a:pt x="114" y="703"/>
                  <a:pt x="137" y="671"/>
                </a:cubicBezTo>
                <a:cubicBezTo>
                  <a:pt x="159" y="638"/>
                  <a:pt x="184" y="606"/>
                  <a:pt x="212" y="574"/>
                </a:cubicBezTo>
                <a:cubicBezTo>
                  <a:pt x="240" y="543"/>
                  <a:pt x="270" y="512"/>
                  <a:pt x="303" y="483"/>
                </a:cubicBezTo>
                <a:cubicBezTo>
                  <a:pt x="335" y="453"/>
                  <a:pt x="370" y="425"/>
                  <a:pt x="408" y="397"/>
                </a:cubicBezTo>
                <a:cubicBezTo>
                  <a:pt x="445" y="370"/>
                  <a:pt x="484" y="343"/>
                  <a:pt x="526" y="318"/>
                </a:cubicBezTo>
                <a:cubicBezTo>
                  <a:pt x="568" y="293"/>
                  <a:pt x="611" y="269"/>
                  <a:pt x="657" y="246"/>
                </a:cubicBezTo>
                <a:cubicBezTo>
                  <a:pt x="702" y="224"/>
                  <a:pt x="749" y="203"/>
                  <a:pt x="798" y="183"/>
                </a:cubicBezTo>
                <a:cubicBezTo>
                  <a:pt x="847" y="163"/>
                  <a:pt x="898" y="145"/>
                  <a:pt x="950" y="128"/>
                </a:cubicBezTo>
                <a:cubicBezTo>
                  <a:pt x="1002" y="111"/>
                  <a:pt x="1055" y="96"/>
                  <a:pt x="1109" y="82"/>
                </a:cubicBezTo>
                <a:cubicBezTo>
                  <a:pt x="1164" y="69"/>
                  <a:pt x="1219" y="57"/>
                  <a:pt x="1275" y="47"/>
                </a:cubicBezTo>
                <a:cubicBezTo>
                  <a:pt x="1332" y="36"/>
                  <a:pt x="1389" y="28"/>
                  <a:pt x="1446" y="21"/>
                </a:cubicBezTo>
                <a:cubicBezTo>
                  <a:pt x="1504" y="14"/>
                  <a:pt x="1562" y="8"/>
                  <a:pt x="1621" y="5"/>
                </a:cubicBezTo>
                <a:cubicBezTo>
                  <a:pt x="1679" y="2"/>
                  <a:pt x="1738" y="0"/>
                  <a:pt x="1797" y="0"/>
                </a:cubicBezTo>
                <a:cubicBezTo>
                  <a:pt x="1856" y="0"/>
                  <a:pt x="1915" y="2"/>
                  <a:pt x="1974" y="5"/>
                </a:cubicBezTo>
                <a:cubicBezTo>
                  <a:pt x="2033" y="8"/>
                  <a:pt x="2091" y="14"/>
                  <a:pt x="2149" y="21"/>
                </a:cubicBezTo>
                <a:cubicBezTo>
                  <a:pt x="2206" y="28"/>
                  <a:pt x="2263" y="36"/>
                  <a:pt x="2320" y="47"/>
                </a:cubicBezTo>
                <a:cubicBezTo>
                  <a:pt x="2376" y="57"/>
                  <a:pt x="2431" y="69"/>
                  <a:pt x="2486" y="82"/>
                </a:cubicBezTo>
                <a:cubicBezTo>
                  <a:pt x="2540" y="96"/>
                  <a:pt x="2593" y="111"/>
                  <a:pt x="2645" y="128"/>
                </a:cubicBezTo>
                <a:cubicBezTo>
                  <a:pt x="2697" y="145"/>
                  <a:pt x="2747" y="163"/>
                  <a:pt x="2796" y="183"/>
                </a:cubicBezTo>
                <a:cubicBezTo>
                  <a:pt x="2845" y="203"/>
                  <a:pt x="2893" y="224"/>
                  <a:pt x="2938" y="246"/>
                </a:cubicBezTo>
                <a:cubicBezTo>
                  <a:pt x="2984" y="269"/>
                  <a:pt x="3027" y="293"/>
                  <a:pt x="3069" y="318"/>
                </a:cubicBezTo>
                <a:cubicBezTo>
                  <a:pt x="3110" y="343"/>
                  <a:pt x="3150" y="370"/>
                  <a:pt x="3187" y="397"/>
                </a:cubicBezTo>
                <a:cubicBezTo>
                  <a:pt x="3224" y="425"/>
                  <a:pt x="3260" y="453"/>
                  <a:pt x="3292" y="483"/>
                </a:cubicBezTo>
                <a:cubicBezTo>
                  <a:pt x="3325" y="512"/>
                  <a:pt x="3355" y="543"/>
                  <a:pt x="3383" y="574"/>
                </a:cubicBezTo>
                <a:cubicBezTo>
                  <a:pt x="3411" y="606"/>
                  <a:pt x="3436" y="638"/>
                  <a:pt x="3458" y="671"/>
                </a:cubicBezTo>
                <a:cubicBezTo>
                  <a:pt x="3481" y="703"/>
                  <a:pt x="3501" y="737"/>
                  <a:pt x="3518" y="771"/>
                </a:cubicBezTo>
                <a:cubicBezTo>
                  <a:pt x="3535" y="805"/>
                  <a:pt x="3549" y="840"/>
                  <a:pt x="3561" y="874"/>
                </a:cubicBezTo>
                <a:cubicBezTo>
                  <a:pt x="3572" y="909"/>
                  <a:pt x="3581" y="945"/>
                  <a:pt x="3586" y="980"/>
                </a:cubicBezTo>
                <a:cubicBezTo>
                  <a:pt x="3592" y="1015"/>
                  <a:pt x="3595" y="1051"/>
                  <a:pt x="3595" y="1086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436440" y="4687560"/>
            <a:ext cx="1294200" cy="782640"/>
          </a:xfrm>
          <a:custGeom>
            <a:avLst/>
            <a:gdLst/>
            <a:ahLst/>
            <a:rect l="0" t="0" r="r" b="b"/>
            <a:pathLst>
              <a:path w="3595" h="2174">
                <a:moveTo>
                  <a:pt x="3595" y="1086"/>
                </a:moveTo>
                <a:cubicBezTo>
                  <a:pt x="3595" y="1123"/>
                  <a:pt x="3592" y="1159"/>
                  <a:pt x="3586" y="1194"/>
                </a:cubicBezTo>
                <a:cubicBezTo>
                  <a:pt x="3581" y="1229"/>
                  <a:pt x="3572" y="1265"/>
                  <a:pt x="3561" y="1299"/>
                </a:cubicBezTo>
                <a:cubicBezTo>
                  <a:pt x="3549" y="1334"/>
                  <a:pt x="3535" y="1369"/>
                  <a:pt x="3518" y="1403"/>
                </a:cubicBezTo>
                <a:cubicBezTo>
                  <a:pt x="3501" y="1437"/>
                  <a:pt x="3481" y="1470"/>
                  <a:pt x="3458" y="1503"/>
                </a:cubicBezTo>
                <a:cubicBezTo>
                  <a:pt x="3436" y="1536"/>
                  <a:pt x="3411" y="1568"/>
                  <a:pt x="3383" y="1600"/>
                </a:cubicBezTo>
                <a:cubicBezTo>
                  <a:pt x="3355" y="1631"/>
                  <a:pt x="3325" y="1662"/>
                  <a:pt x="3292" y="1691"/>
                </a:cubicBezTo>
                <a:cubicBezTo>
                  <a:pt x="3259" y="1721"/>
                  <a:pt x="3224" y="1749"/>
                  <a:pt x="3187" y="1777"/>
                </a:cubicBezTo>
                <a:cubicBezTo>
                  <a:pt x="3150" y="1804"/>
                  <a:pt x="3110" y="1831"/>
                  <a:pt x="3069" y="1856"/>
                </a:cubicBezTo>
                <a:cubicBezTo>
                  <a:pt x="3027" y="1881"/>
                  <a:pt x="2984" y="1905"/>
                  <a:pt x="2938" y="1927"/>
                </a:cubicBezTo>
                <a:cubicBezTo>
                  <a:pt x="2893" y="1950"/>
                  <a:pt x="2845" y="1971"/>
                  <a:pt x="2796" y="1991"/>
                </a:cubicBezTo>
                <a:cubicBezTo>
                  <a:pt x="2747" y="2011"/>
                  <a:pt x="2697" y="2029"/>
                  <a:pt x="2645" y="2046"/>
                </a:cubicBezTo>
                <a:cubicBezTo>
                  <a:pt x="2593" y="2063"/>
                  <a:pt x="2540" y="2078"/>
                  <a:pt x="2486" y="2091"/>
                </a:cubicBezTo>
                <a:cubicBezTo>
                  <a:pt x="2431" y="2105"/>
                  <a:pt x="2376" y="2117"/>
                  <a:pt x="2320" y="2127"/>
                </a:cubicBezTo>
                <a:cubicBezTo>
                  <a:pt x="2263" y="2138"/>
                  <a:pt x="2206" y="2146"/>
                  <a:pt x="2149" y="2153"/>
                </a:cubicBezTo>
                <a:cubicBezTo>
                  <a:pt x="2091" y="2160"/>
                  <a:pt x="2033" y="2165"/>
                  <a:pt x="1974" y="2169"/>
                </a:cubicBezTo>
                <a:cubicBezTo>
                  <a:pt x="1915" y="2172"/>
                  <a:pt x="1856" y="2174"/>
                  <a:pt x="1797" y="2174"/>
                </a:cubicBezTo>
                <a:cubicBezTo>
                  <a:pt x="1738" y="2174"/>
                  <a:pt x="1679" y="2172"/>
                  <a:pt x="1621" y="2169"/>
                </a:cubicBezTo>
                <a:cubicBezTo>
                  <a:pt x="1562" y="2165"/>
                  <a:pt x="1504" y="2160"/>
                  <a:pt x="1446" y="2153"/>
                </a:cubicBezTo>
                <a:cubicBezTo>
                  <a:pt x="1389" y="2146"/>
                  <a:pt x="1332" y="2138"/>
                  <a:pt x="1275" y="2127"/>
                </a:cubicBezTo>
                <a:cubicBezTo>
                  <a:pt x="1219" y="2117"/>
                  <a:pt x="1164" y="2105"/>
                  <a:pt x="1109" y="2091"/>
                </a:cubicBezTo>
                <a:cubicBezTo>
                  <a:pt x="1055" y="2078"/>
                  <a:pt x="1002" y="2063"/>
                  <a:pt x="950" y="2046"/>
                </a:cubicBezTo>
                <a:cubicBezTo>
                  <a:pt x="898" y="2029"/>
                  <a:pt x="847" y="2011"/>
                  <a:pt x="798" y="1991"/>
                </a:cubicBezTo>
                <a:cubicBezTo>
                  <a:pt x="749" y="1971"/>
                  <a:pt x="702" y="1950"/>
                  <a:pt x="657" y="1927"/>
                </a:cubicBezTo>
                <a:cubicBezTo>
                  <a:pt x="611" y="1905"/>
                  <a:pt x="568" y="1881"/>
                  <a:pt x="526" y="1856"/>
                </a:cubicBezTo>
                <a:cubicBezTo>
                  <a:pt x="484" y="1831"/>
                  <a:pt x="445" y="1804"/>
                  <a:pt x="408" y="1777"/>
                </a:cubicBezTo>
                <a:cubicBezTo>
                  <a:pt x="370" y="1749"/>
                  <a:pt x="335" y="1721"/>
                  <a:pt x="303" y="1691"/>
                </a:cubicBezTo>
                <a:cubicBezTo>
                  <a:pt x="270" y="1662"/>
                  <a:pt x="240" y="1631"/>
                  <a:pt x="212" y="1600"/>
                </a:cubicBezTo>
                <a:cubicBezTo>
                  <a:pt x="184" y="1568"/>
                  <a:pt x="159" y="1536"/>
                  <a:pt x="137" y="1503"/>
                </a:cubicBezTo>
                <a:cubicBezTo>
                  <a:pt x="114" y="1470"/>
                  <a:pt x="94" y="1437"/>
                  <a:pt x="77" y="1403"/>
                </a:cubicBezTo>
                <a:cubicBezTo>
                  <a:pt x="60" y="1369"/>
                  <a:pt x="46" y="1334"/>
                  <a:pt x="34" y="1299"/>
                </a:cubicBezTo>
                <a:cubicBezTo>
                  <a:pt x="23" y="1265"/>
                  <a:pt x="14" y="1229"/>
                  <a:pt x="8" y="1194"/>
                </a:cubicBezTo>
                <a:cubicBezTo>
                  <a:pt x="3" y="1159"/>
                  <a:pt x="0" y="1123"/>
                  <a:pt x="0" y="1086"/>
                </a:cubicBezTo>
                <a:cubicBezTo>
                  <a:pt x="0" y="1051"/>
                  <a:pt x="3" y="1015"/>
                  <a:pt x="8" y="980"/>
                </a:cubicBezTo>
                <a:cubicBezTo>
                  <a:pt x="14" y="945"/>
                  <a:pt x="23" y="909"/>
                  <a:pt x="34" y="874"/>
                </a:cubicBezTo>
                <a:cubicBezTo>
                  <a:pt x="46" y="840"/>
                  <a:pt x="60" y="805"/>
                  <a:pt x="77" y="771"/>
                </a:cubicBezTo>
                <a:cubicBezTo>
                  <a:pt x="94" y="737"/>
                  <a:pt x="114" y="703"/>
                  <a:pt x="137" y="671"/>
                </a:cubicBezTo>
                <a:cubicBezTo>
                  <a:pt x="159" y="638"/>
                  <a:pt x="184" y="606"/>
                  <a:pt x="212" y="574"/>
                </a:cubicBezTo>
                <a:cubicBezTo>
                  <a:pt x="240" y="543"/>
                  <a:pt x="270" y="512"/>
                  <a:pt x="303" y="483"/>
                </a:cubicBezTo>
                <a:cubicBezTo>
                  <a:pt x="335" y="453"/>
                  <a:pt x="370" y="425"/>
                  <a:pt x="408" y="397"/>
                </a:cubicBezTo>
                <a:cubicBezTo>
                  <a:pt x="445" y="370"/>
                  <a:pt x="484" y="343"/>
                  <a:pt x="526" y="318"/>
                </a:cubicBezTo>
                <a:cubicBezTo>
                  <a:pt x="568" y="293"/>
                  <a:pt x="611" y="269"/>
                  <a:pt x="657" y="246"/>
                </a:cubicBezTo>
                <a:cubicBezTo>
                  <a:pt x="702" y="224"/>
                  <a:pt x="749" y="203"/>
                  <a:pt x="798" y="183"/>
                </a:cubicBezTo>
                <a:cubicBezTo>
                  <a:pt x="847" y="163"/>
                  <a:pt x="898" y="145"/>
                  <a:pt x="950" y="128"/>
                </a:cubicBezTo>
                <a:cubicBezTo>
                  <a:pt x="1002" y="111"/>
                  <a:pt x="1055" y="96"/>
                  <a:pt x="1109" y="82"/>
                </a:cubicBezTo>
                <a:cubicBezTo>
                  <a:pt x="1164" y="69"/>
                  <a:pt x="1219" y="57"/>
                  <a:pt x="1275" y="47"/>
                </a:cubicBezTo>
                <a:cubicBezTo>
                  <a:pt x="1332" y="36"/>
                  <a:pt x="1389" y="28"/>
                  <a:pt x="1446" y="21"/>
                </a:cubicBezTo>
                <a:cubicBezTo>
                  <a:pt x="1504" y="14"/>
                  <a:pt x="1562" y="8"/>
                  <a:pt x="1621" y="5"/>
                </a:cubicBezTo>
                <a:cubicBezTo>
                  <a:pt x="1679" y="2"/>
                  <a:pt x="1738" y="0"/>
                  <a:pt x="1797" y="0"/>
                </a:cubicBezTo>
                <a:cubicBezTo>
                  <a:pt x="1856" y="0"/>
                  <a:pt x="1915" y="2"/>
                  <a:pt x="1974" y="5"/>
                </a:cubicBezTo>
                <a:cubicBezTo>
                  <a:pt x="2033" y="8"/>
                  <a:pt x="2091" y="14"/>
                  <a:pt x="2149" y="21"/>
                </a:cubicBezTo>
                <a:cubicBezTo>
                  <a:pt x="2206" y="28"/>
                  <a:pt x="2263" y="36"/>
                  <a:pt x="2320" y="47"/>
                </a:cubicBezTo>
                <a:cubicBezTo>
                  <a:pt x="2376" y="57"/>
                  <a:pt x="2431" y="69"/>
                  <a:pt x="2486" y="82"/>
                </a:cubicBezTo>
                <a:cubicBezTo>
                  <a:pt x="2540" y="96"/>
                  <a:pt x="2593" y="111"/>
                  <a:pt x="2645" y="128"/>
                </a:cubicBezTo>
                <a:cubicBezTo>
                  <a:pt x="2697" y="145"/>
                  <a:pt x="2747" y="163"/>
                  <a:pt x="2796" y="183"/>
                </a:cubicBezTo>
                <a:cubicBezTo>
                  <a:pt x="2845" y="203"/>
                  <a:pt x="2893" y="224"/>
                  <a:pt x="2938" y="246"/>
                </a:cubicBezTo>
                <a:cubicBezTo>
                  <a:pt x="2984" y="269"/>
                  <a:pt x="3027" y="293"/>
                  <a:pt x="3069" y="318"/>
                </a:cubicBezTo>
                <a:cubicBezTo>
                  <a:pt x="3110" y="343"/>
                  <a:pt x="3150" y="370"/>
                  <a:pt x="3187" y="397"/>
                </a:cubicBezTo>
                <a:cubicBezTo>
                  <a:pt x="3224" y="425"/>
                  <a:pt x="3260" y="453"/>
                  <a:pt x="3292" y="483"/>
                </a:cubicBezTo>
                <a:cubicBezTo>
                  <a:pt x="3325" y="512"/>
                  <a:pt x="3355" y="543"/>
                  <a:pt x="3383" y="574"/>
                </a:cubicBezTo>
                <a:cubicBezTo>
                  <a:pt x="3411" y="606"/>
                  <a:pt x="3436" y="638"/>
                  <a:pt x="3458" y="671"/>
                </a:cubicBezTo>
                <a:cubicBezTo>
                  <a:pt x="3481" y="703"/>
                  <a:pt x="3501" y="737"/>
                  <a:pt x="3518" y="771"/>
                </a:cubicBezTo>
                <a:cubicBezTo>
                  <a:pt x="3535" y="805"/>
                  <a:pt x="3549" y="840"/>
                  <a:pt x="3561" y="874"/>
                </a:cubicBezTo>
                <a:cubicBezTo>
                  <a:pt x="3572" y="909"/>
                  <a:pt x="3581" y="945"/>
                  <a:pt x="3586" y="980"/>
                </a:cubicBezTo>
                <a:cubicBezTo>
                  <a:pt x="3592" y="1015"/>
                  <a:pt x="3595" y="1051"/>
                  <a:pt x="3595" y="1086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920120" y="5343480"/>
            <a:ext cx="751939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730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audio transforms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867360" y="4921560"/>
            <a:ext cx="468892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training /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764480" y="5078520"/>
            <a:ext cx="289440" cy="0"/>
          </a:xfrm>
          <a:prstGeom prst="line">
            <a:avLst/>
          </a:prstGeom>
          <a:ln w="1332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480" rIns="6480" tIns="-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980120" y="5037840"/>
            <a:ext cx="82080" cy="82080"/>
          </a:xfrm>
          <a:custGeom>
            <a:avLst/>
            <a:gdLst/>
            <a:ahLst/>
            <a:rect l="0" t="0" r="r" b="b"/>
            <a:pathLst>
              <a:path w="228" h="228">
                <a:moveTo>
                  <a:pt x="0" y="0"/>
                </a:moveTo>
                <a:lnTo>
                  <a:pt x="228" y="113"/>
                </a:lnTo>
                <a:lnTo>
                  <a:pt x="0" y="228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087760" y="4653360"/>
            <a:ext cx="1617840" cy="851040"/>
          </a:xfrm>
          <a:custGeom>
            <a:avLst/>
            <a:gdLst/>
            <a:ahLst/>
            <a:rect l="0" t="0" r="r" b="b"/>
            <a:pathLst>
              <a:path w="4494" h="2364">
                <a:moveTo>
                  <a:pt x="237" y="0"/>
                </a:moveTo>
                <a:lnTo>
                  <a:pt x="4258" y="0"/>
                </a:lnTo>
                <a:cubicBezTo>
                  <a:pt x="4273" y="0"/>
                  <a:pt x="4289" y="2"/>
                  <a:pt x="4304" y="5"/>
                </a:cubicBezTo>
                <a:cubicBezTo>
                  <a:pt x="4319" y="8"/>
                  <a:pt x="4334" y="12"/>
                  <a:pt x="4348" y="18"/>
                </a:cubicBezTo>
                <a:cubicBezTo>
                  <a:pt x="4363" y="24"/>
                  <a:pt x="4376" y="31"/>
                  <a:pt x="4389" y="40"/>
                </a:cubicBezTo>
                <a:cubicBezTo>
                  <a:pt x="4402" y="49"/>
                  <a:pt x="4414" y="59"/>
                  <a:pt x="4425" y="70"/>
                </a:cubicBezTo>
                <a:cubicBezTo>
                  <a:pt x="4436" y="81"/>
                  <a:pt x="4446" y="93"/>
                  <a:pt x="4454" y="106"/>
                </a:cubicBezTo>
                <a:cubicBezTo>
                  <a:pt x="4463" y="119"/>
                  <a:pt x="4470" y="133"/>
                  <a:pt x="4476" y="147"/>
                </a:cubicBezTo>
                <a:cubicBezTo>
                  <a:pt x="4482" y="161"/>
                  <a:pt x="4487" y="176"/>
                  <a:pt x="4490" y="191"/>
                </a:cubicBezTo>
                <a:cubicBezTo>
                  <a:pt x="4493" y="207"/>
                  <a:pt x="4494" y="222"/>
                  <a:pt x="4494" y="238"/>
                </a:cubicBezTo>
                <a:lnTo>
                  <a:pt x="4494" y="2127"/>
                </a:lnTo>
                <a:cubicBezTo>
                  <a:pt x="4494" y="2143"/>
                  <a:pt x="4493" y="2158"/>
                  <a:pt x="4490" y="2173"/>
                </a:cubicBezTo>
                <a:cubicBezTo>
                  <a:pt x="4487" y="2189"/>
                  <a:pt x="4482" y="2203"/>
                  <a:pt x="4476" y="2218"/>
                </a:cubicBezTo>
                <a:cubicBezTo>
                  <a:pt x="4470" y="2232"/>
                  <a:pt x="4463" y="2246"/>
                  <a:pt x="4454" y="2259"/>
                </a:cubicBezTo>
                <a:cubicBezTo>
                  <a:pt x="4446" y="2272"/>
                  <a:pt x="4436" y="2283"/>
                  <a:pt x="4425" y="2294"/>
                </a:cubicBezTo>
                <a:cubicBezTo>
                  <a:pt x="4414" y="2305"/>
                  <a:pt x="4402" y="2315"/>
                  <a:pt x="4389" y="2324"/>
                </a:cubicBezTo>
                <a:cubicBezTo>
                  <a:pt x="4376" y="2332"/>
                  <a:pt x="4363" y="2340"/>
                  <a:pt x="4348" y="2346"/>
                </a:cubicBezTo>
                <a:cubicBezTo>
                  <a:pt x="4334" y="2352"/>
                  <a:pt x="4319" y="2356"/>
                  <a:pt x="4304" y="2359"/>
                </a:cubicBezTo>
                <a:cubicBezTo>
                  <a:pt x="4289" y="2362"/>
                  <a:pt x="4273" y="2364"/>
                  <a:pt x="4258" y="2364"/>
                </a:cubicBezTo>
                <a:lnTo>
                  <a:pt x="237" y="2364"/>
                </a:lnTo>
                <a:cubicBezTo>
                  <a:pt x="221" y="2364"/>
                  <a:pt x="206" y="2362"/>
                  <a:pt x="191" y="2359"/>
                </a:cubicBezTo>
                <a:cubicBezTo>
                  <a:pt x="175" y="2356"/>
                  <a:pt x="161" y="2352"/>
                  <a:pt x="146" y="2346"/>
                </a:cubicBezTo>
                <a:cubicBezTo>
                  <a:pt x="132" y="2340"/>
                  <a:pt x="118" y="2332"/>
                  <a:pt x="105" y="2324"/>
                </a:cubicBezTo>
                <a:cubicBezTo>
                  <a:pt x="92" y="2315"/>
                  <a:pt x="80" y="2305"/>
                  <a:pt x="70" y="2294"/>
                </a:cubicBezTo>
                <a:cubicBezTo>
                  <a:pt x="59" y="2283"/>
                  <a:pt x="49" y="2272"/>
                  <a:pt x="40" y="2259"/>
                </a:cubicBezTo>
                <a:cubicBezTo>
                  <a:pt x="31" y="2246"/>
                  <a:pt x="24" y="2232"/>
                  <a:pt x="18" y="2218"/>
                </a:cubicBezTo>
                <a:cubicBezTo>
                  <a:pt x="12" y="2203"/>
                  <a:pt x="8" y="2189"/>
                  <a:pt x="5" y="2173"/>
                </a:cubicBezTo>
                <a:cubicBezTo>
                  <a:pt x="2" y="2158"/>
                  <a:pt x="0" y="2143"/>
                  <a:pt x="0" y="2127"/>
                </a:cubicBez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1" y="12"/>
                  <a:pt x="175" y="8"/>
                  <a:pt x="191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087760" y="4653360"/>
            <a:ext cx="1617840" cy="851040"/>
          </a:xfrm>
          <a:custGeom>
            <a:avLst/>
            <a:gdLst/>
            <a:ahLst/>
            <a:rect l="0" t="0" r="r" b="b"/>
            <a:pathLst>
              <a:path w="4494" h="2364">
                <a:moveTo>
                  <a:pt x="237" y="0"/>
                </a:moveTo>
                <a:lnTo>
                  <a:pt x="4258" y="0"/>
                </a:lnTo>
                <a:cubicBezTo>
                  <a:pt x="4273" y="0"/>
                  <a:pt x="4289" y="2"/>
                  <a:pt x="4304" y="5"/>
                </a:cubicBezTo>
                <a:cubicBezTo>
                  <a:pt x="4319" y="8"/>
                  <a:pt x="4334" y="12"/>
                  <a:pt x="4348" y="18"/>
                </a:cubicBezTo>
                <a:cubicBezTo>
                  <a:pt x="4363" y="24"/>
                  <a:pt x="4376" y="31"/>
                  <a:pt x="4389" y="40"/>
                </a:cubicBezTo>
                <a:cubicBezTo>
                  <a:pt x="4402" y="49"/>
                  <a:pt x="4414" y="59"/>
                  <a:pt x="4425" y="70"/>
                </a:cubicBezTo>
                <a:cubicBezTo>
                  <a:pt x="4436" y="81"/>
                  <a:pt x="4446" y="93"/>
                  <a:pt x="4454" y="106"/>
                </a:cubicBezTo>
                <a:cubicBezTo>
                  <a:pt x="4463" y="119"/>
                  <a:pt x="4470" y="133"/>
                  <a:pt x="4476" y="147"/>
                </a:cubicBezTo>
                <a:cubicBezTo>
                  <a:pt x="4482" y="161"/>
                  <a:pt x="4487" y="176"/>
                  <a:pt x="4490" y="191"/>
                </a:cubicBezTo>
                <a:cubicBezTo>
                  <a:pt x="4493" y="207"/>
                  <a:pt x="4494" y="222"/>
                  <a:pt x="4494" y="238"/>
                </a:cubicBezTo>
                <a:lnTo>
                  <a:pt x="4494" y="2127"/>
                </a:lnTo>
                <a:cubicBezTo>
                  <a:pt x="4494" y="2143"/>
                  <a:pt x="4493" y="2158"/>
                  <a:pt x="4490" y="2173"/>
                </a:cubicBezTo>
                <a:cubicBezTo>
                  <a:pt x="4487" y="2189"/>
                  <a:pt x="4482" y="2203"/>
                  <a:pt x="4476" y="2218"/>
                </a:cubicBezTo>
                <a:cubicBezTo>
                  <a:pt x="4470" y="2232"/>
                  <a:pt x="4463" y="2246"/>
                  <a:pt x="4454" y="2259"/>
                </a:cubicBezTo>
                <a:cubicBezTo>
                  <a:pt x="4446" y="2272"/>
                  <a:pt x="4436" y="2283"/>
                  <a:pt x="4425" y="2294"/>
                </a:cubicBezTo>
                <a:cubicBezTo>
                  <a:pt x="4414" y="2305"/>
                  <a:pt x="4402" y="2315"/>
                  <a:pt x="4389" y="2324"/>
                </a:cubicBezTo>
                <a:cubicBezTo>
                  <a:pt x="4376" y="2332"/>
                  <a:pt x="4363" y="2340"/>
                  <a:pt x="4348" y="2346"/>
                </a:cubicBezTo>
                <a:cubicBezTo>
                  <a:pt x="4334" y="2352"/>
                  <a:pt x="4319" y="2356"/>
                  <a:pt x="4304" y="2359"/>
                </a:cubicBezTo>
                <a:cubicBezTo>
                  <a:pt x="4289" y="2362"/>
                  <a:pt x="4273" y="2364"/>
                  <a:pt x="4258" y="2364"/>
                </a:cubicBezTo>
                <a:lnTo>
                  <a:pt x="237" y="2364"/>
                </a:lnTo>
                <a:cubicBezTo>
                  <a:pt x="221" y="2364"/>
                  <a:pt x="206" y="2362"/>
                  <a:pt x="191" y="2359"/>
                </a:cubicBezTo>
                <a:cubicBezTo>
                  <a:pt x="175" y="2356"/>
                  <a:pt x="161" y="2352"/>
                  <a:pt x="146" y="2346"/>
                </a:cubicBezTo>
                <a:cubicBezTo>
                  <a:pt x="132" y="2340"/>
                  <a:pt x="118" y="2332"/>
                  <a:pt x="105" y="2324"/>
                </a:cubicBezTo>
                <a:cubicBezTo>
                  <a:pt x="92" y="2315"/>
                  <a:pt x="80" y="2305"/>
                  <a:pt x="70" y="2294"/>
                </a:cubicBezTo>
                <a:cubicBezTo>
                  <a:pt x="59" y="2283"/>
                  <a:pt x="49" y="2272"/>
                  <a:pt x="40" y="2259"/>
                </a:cubicBezTo>
                <a:cubicBezTo>
                  <a:pt x="31" y="2246"/>
                  <a:pt x="24" y="2232"/>
                  <a:pt x="18" y="2218"/>
                </a:cubicBezTo>
                <a:cubicBezTo>
                  <a:pt x="12" y="2203"/>
                  <a:pt x="8" y="2189"/>
                  <a:pt x="5" y="2173"/>
                </a:cubicBezTo>
                <a:cubicBezTo>
                  <a:pt x="2" y="2158"/>
                  <a:pt x="0" y="2143"/>
                  <a:pt x="0" y="2127"/>
                </a:cubicBez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6" y="18"/>
                </a:cubicBezTo>
                <a:cubicBezTo>
                  <a:pt x="161" y="12"/>
                  <a:pt x="175" y="8"/>
                  <a:pt x="191" y="5"/>
                </a:cubicBezTo>
                <a:cubicBezTo>
                  <a:pt x="206" y="2"/>
                  <a:pt x="221" y="0"/>
                  <a:pt x="237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868080" y="5074560"/>
            <a:ext cx="469281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inference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597880" y="4767840"/>
            <a:ext cx="644241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torchcodec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677440" y="4980960"/>
            <a:ext cx="475891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39" b="0" u="none" strike="noStrike">
                <a:solidFill>
                  <a:srgbClr val="334155"/>
                </a:solidFill>
                <a:effectLst/>
                <a:uFillTx/>
                <a:latin typeface="SegoeUI"/>
                <a:ea typeface="SegoeUI"/>
              </a:rPr>
              <a:t>encoding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3967560" y="5605920"/>
            <a:ext cx="4257000" cy="221400"/>
          </a:xfrm>
          <a:custGeom>
            <a:avLst/>
            <a:gdLst/>
            <a:ahLst/>
            <a:rect l="0" t="0" r="r" b="b"/>
            <a:pathLst>
              <a:path w="11825" h="615">
                <a:moveTo>
                  <a:pt x="307" y="0"/>
                </a:moveTo>
                <a:lnTo>
                  <a:pt x="11517" y="0"/>
                </a:lnTo>
                <a:cubicBezTo>
                  <a:pt x="11537" y="0"/>
                  <a:pt x="11557" y="2"/>
                  <a:pt x="11577" y="6"/>
                </a:cubicBezTo>
                <a:cubicBezTo>
                  <a:pt x="11597" y="10"/>
                  <a:pt x="11616" y="16"/>
                  <a:pt x="11635" y="23"/>
                </a:cubicBezTo>
                <a:cubicBezTo>
                  <a:pt x="11653" y="31"/>
                  <a:pt x="11671" y="41"/>
                  <a:pt x="11688" y="52"/>
                </a:cubicBezTo>
                <a:cubicBezTo>
                  <a:pt x="11705" y="63"/>
                  <a:pt x="11720" y="76"/>
                  <a:pt x="11735" y="91"/>
                </a:cubicBezTo>
                <a:cubicBezTo>
                  <a:pt x="11749" y="105"/>
                  <a:pt x="11762" y="121"/>
                  <a:pt x="11773" y="138"/>
                </a:cubicBezTo>
                <a:cubicBezTo>
                  <a:pt x="11784" y="154"/>
                  <a:pt x="11793" y="172"/>
                  <a:pt x="11801" y="191"/>
                </a:cubicBezTo>
                <a:cubicBezTo>
                  <a:pt x="11809" y="209"/>
                  <a:pt x="11815" y="229"/>
                  <a:pt x="11819" y="248"/>
                </a:cubicBezTo>
                <a:cubicBezTo>
                  <a:pt x="11823" y="268"/>
                  <a:pt x="11825" y="288"/>
                  <a:pt x="11825" y="308"/>
                </a:cubicBezTo>
                <a:cubicBezTo>
                  <a:pt x="11825" y="328"/>
                  <a:pt x="11823" y="348"/>
                  <a:pt x="11819" y="368"/>
                </a:cubicBezTo>
                <a:cubicBezTo>
                  <a:pt x="11815" y="388"/>
                  <a:pt x="11809" y="407"/>
                  <a:pt x="11801" y="426"/>
                </a:cubicBezTo>
                <a:cubicBezTo>
                  <a:pt x="11793" y="444"/>
                  <a:pt x="11784" y="462"/>
                  <a:pt x="11773" y="479"/>
                </a:cubicBezTo>
                <a:cubicBezTo>
                  <a:pt x="11762" y="496"/>
                  <a:pt x="11749" y="511"/>
                  <a:pt x="11735" y="525"/>
                </a:cubicBezTo>
                <a:cubicBezTo>
                  <a:pt x="11720" y="540"/>
                  <a:pt x="11705" y="552"/>
                  <a:pt x="11688" y="564"/>
                </a:cubicBezTo>
                <a:cubicBezTo>
                  <a:pt x="11671" y="575"/>
                  <a:pt x="11653" y="584"/>
                  <a:pt x="11635" y="592"/>
                </a:cubicBezTo>
                <a:cubicBezTo>
                  <a:pt x="11616" y="600"/>
                  <a:pt x="11597" y="605"/>
                  <a:pt x="11577" y="609"/>
                </a:cubicBezTo>
                <a:cubicBezTo>
                  <a:pt x="11557" y="613"/>
                  <a:pt x="11537" y="615"/>
                  <a:pt x="11517" y="615"/>
                </a:cubicBezTo>
                <a:lnTo>
                  <a:pt x="307" y="615"/>
                </a:lnTo>
                <a:cubicBezTo>
                  <a:pt x="287" y="615"/>
                  <a:pt x="267" y="613"/>
                  <a:pt x="247" y="609"/>
                </a:cubicBezTo>
                <a:cubicBezTo>
                  <a:pt x="228" y="605"/>
                  <a:pt x="208" y="600"/>
                  <a:pt x="190" y="592"/>
                </a:cubicBezTo>
                <a:cubicBezTo>
                  <a:pt x="171" y="584"/>
                  <a:pt x="153" y="575"/>
                  <a:pt x="137" y="564"/>
                </a:cubicBezTo>
                <a:cubicBezTo>
                  <a:pt x="120" y="552"/>
                  <a:pt x="104" y="540"/>
                  <a:pt x="90" y="525"/>
                </a:cubicBezTo>
                <a:cubicBezTo>
                  <a:pt x="76" y="511"/>
                  <a:pt x="63" y="496"/>
                  <a:pt x="52" y="479"/>
                </a:cubicBezTo>
                <a:cubicBezTo>
                  <a:pt x="41" y="462"/>
                  <a:pt x="31" y="444"/>
                  <a:pt x="23" y="426"/>
                </a:cubicBezTo>
                <a:cubicBezTo>
                  <a:pt x="16" y="407"/>
                  <a:pt x="10" y="388"/>
                  <a:pt x="6" y="368"/>
                </a:cubicBezTo>
                <a:cubicBezTo>
                  <a:pt x="2" y="348"/>
                  <a:pt x="0" y="328"/>
                  <a:pt x="0" y="308"/>
                </a:cubicBezTo>
                <a:cubicBezTo>
                  <a:pt x="0" y="288"/>
                  <a:pt x="2" y="268"/>
                  <a:pt x="6" y="248"/>
                </a:cubicBezTo>
                <a:cubicBezTo>
                  <a:pt x="10" y="229"/>
                  <a:pt x="16" y="209"/>
                  <a:pt x="23" y="191"/>
                </a:cubicBezTo>
                <a:cubicBezTo>
                  <a:pt x="31" y="172"/>
                  <a:pt x="41" y="154"/>
                  <a:pt x="52" y="138"/>
                </a:cubicBezTo>
                <a:cubicBezTo>
                  <a:pt x="63" y="121"/>
                  <a:pt x="76" y="105"/>
                  <a:pt x="90" y="91"/>
                </a:cubicBezTo>
                <a:cubicBezTo>
                  <a:pt x="104" y="76"/>
                  <a:pt x="120" y="63"/>
                  <a:pt x="137" y="52"/>
                </a:cubicBezTo>
                <a:cubicBezTo>
                  <a:pt x="153" y="41"/>
                  <a:pt x="171" y="31"/>
                  <a:pt x="190" y="23"/>
                </a:cubicBezTo>
                <a:cubicBezTo>
                  <a:pt x="208" y="16"/>
                  <a:pt x="228" y="10"/>
                  <a:pt x="247" y="6"/>
                </a:cubicBezTo>
                <a:cubicBezTo>
                  <a:pt x="267" y="2"/>
                  <a:pt x="287" y="0"/>
                  <a:pt x="30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967560" y="5605920"/>
            <a:ext cx="4257000" cy="221400"/>
          </a:xfrm>
          <a:custGeom>
            <a:avLst/>
            <a:gdLst/>
            <a:ahLst/>
            <a:rect l="0" t="0" r="r" b="b"/>
            <a:pathLst>
              <a:path w="11825" h="615">
                <a:moveTo>
                  <a:pt x="307" y="0"/>
                </a:moveTo>
                <a:lnTo>
                  <a:pt x="11517" y="0"/>
                </a:lnTo>
                <a:cubicBezTo>
                  <a:pt x="11537" y="0"/>
                  <a:pt x="11557" y="2"/>
                  <a:pt x="11577" y="6"/>
                </a:cubicBezTo>
                <a:cubicBezTo>
                  <a:pt x="11597" y="10"/>
                  <a:pt x="11616" y="16"/>
                  <a:pt x="11635" y="23"/>
                </a:cubicBezTo>
                <a:cubicBezTo>
                  <a:pt x="11653" y="31"/>
                  <a:pt x="11671" y="41"/>
                  <a:pt x="11688" y="52"/>
                </a:cubicBezTo>
                <a:cubicBezTo>
                  <a:pt x="11705" y="63"/>
                  <a:pt x="11720" y="76"/>
                  <a:pt x="11735" y="91"/>
                </a:cubicBezTo>
                <a:cubicBezTo>
                  <a:pt x="11749" y="105"/>
                  <a:pt x="11762" y="121"/>
                  <a:pt x="11773" y="138"/>
                </a:cubicBezTo>
                <a:cubicBezTo>
                  <a:pt x="11784" y="154"/>
                  <a:pt x="11793" y="172"/>
                  <a:pt x="11801" y="191"/>
                </a:cubicBezTo>
                <a:cubicBezTo>
                  <a:pt x="11809" y="209"/>
                  <a:pt x="11815" y="229"/>
                  <a:pt x="11819" y="248"/>
                </a:cubicBezTo>
                <a:cubicBezTo>
                  <a:pt x="11823" y="268"/>
                  <a:pt x="11825" y="288"/>
                  <a:pt x="11825" y="308"/>
                </a:cubicBezTo>
                <a:cubicBezTo>
                  <a:pt x="11825" y="328"/>
                  <a:pt x="11823" y="348"/>
                  <a:pt x="11819" y="368"/>
                </a:cubicBezTo>
                <a:cubicBezTo>
                  <a:pt x="11815" y="388"/>
                  <a:pt x="11809" y="407"/>
                  <a:pt x="11801" y="426"/>
                </a:cubicBezTo>
                <a:cubicBezTo>
                  <a:pt x="11793" y="444"/>
                  <a:pt x="11784" y="462"/>
                  <a:pt x="11773" y="479"/>
                </a:cubicBezTo>
                <a:cubicBezTo>
                  <a:pt x="11762" y="496"/>
                  <a:pt x="11749" y="511"/>
                  <a:pt x="11735" y="525"/>
                </a:cubicBezTo>
                <a:cubicBezTo>
                  <a:pt x="11720" y="540"/>
                  <a:pt x="11705" y="552"/>
                  <a:pt x="11688" y="564"/>
                </a:cubicBezTo>
                <a:cubicBezTo>
                  <a:pt x="11671" y="575"/>
                  <a:pt x="11653" y="584"/>
                  <a:pt x="11635" y="592"/>
                </a:cubicBezTo>
                <a:cubicBezTo>
                  <a:pt x="11616" y="600"/>
                  <a:pt x="11597" y="605"/>
                  <a:pt x="11577" y="609"/>
                </a:cubicBezTo>
                <a:cubicBezTo>
                  <a:pt x="11557" y="613"/>
                  <a:pt x="11537" y="615"/>
                  <a:pt x="11517" y="615"/>
                </a:cubicBezTo>
                <a:lnTo>
                  <a:pt x="307" y="615"/>
                </a:lnTo>
                <a:cubicBezTo>
                  <a:pt x="287" y="615"/>
                  <a:pt x="267" y="613"/>
                  <a:pt x="247" y="609"/>
                </a:cubicBezTo>
                <a:cubicBezTo>
                  <a:pt x="228" y="605"/>
                  <a:pt x="208" y="600"/>
                  <a:pt x="190" y="592"/>
                </a:cubicBezTo>
                <a:cubicBezTo>
                  <a:pt x="171" y="584"/>
                  <a:pt x="153" y="575"/>
                  <a:pt x="137" y="564"/>
                </a:cubicBezTo>
                <a:cubicBezTo>
                  <a:pt x="120" y="552"/>
                  <a:pt x="104" y="540"/>
                  <a:pt x="90" y="525"/>
                </a:cubicBezTo>
                <a:cubicBezTo>
                  <a:pt x="76" y="511"/>
                  <a:pt x="63" y="496"/>
                  <a:pt x="52" y="479"/>
                </a:cubicBezTo>
                <a:cubicBezTo>
                  <a:pt x="41" y="462"/>
                  <a:pt x="31" y="444"/>
                  <a:pt x="23" y="426"/>
                </a:cubicBezTo>
                <a:cubicBezTo>
                  <a:pt x="16" y="407"/>
                  <a:pt x="10" y="388"/>
                  <a:pt x="6" y="368"/>
                </a:cubicBezTo>
                <a:cubicBezTo>
                  <a:pt x="2" y="348"/>
                  <a:pt x="0" y="328"/>
                  <a:pt x="0" y="308"/>
                </a:cubicBezTo>
                <a:cubicBezTo>
                  <a:pt x="0" y="288"/>
                  <a:pt x="2" y="268"/>
                  <a:pt x="6" y="248"/>
                </a:cubicBezTo>
                <a:cubicBezTo>
                  <a:pt x="10" y="229"/>
                  <a:pt x="16" y="209"/>
                  <a:pt x="23" y="191"/>
                </a:cubicBezTo>
                <a:cubicBezTo>
                  <a:pt x="31" y="172"/>
                  <a:pt x="41" y="154"/>
                  <a:pt x="52" y="138"/>
                </a:cubicBezTo>
                <a:cubicBezTo>
                  <a:pt x="63" y="121"/>
                  <a:pt x="76" y="105"/>
                  <a:pt x="90" y="91"/>
                </a:cubicBezTo>
                <a:cubicBezTo>
                  <a:pt x="104" y="76"/>
                  <a:pt x="120" y="63"/>
                  <a:pt x="137" y="52"/>
                </a:cubicBezTo>
                <a:cubicBezTo>
                  <a:pt x="153" y="41"/>
                  <a:pt x="171" y="31"/>
                  <a:pt x="190" y="23"/>
                </a:cubicBezTo>
                <a:cubicBezTo>
                  <a:pt x="208" y="16"/>
                  <a:pt x="228" y="10"/>
                  <a:pt x="247" y="6"/>
                </a:cubicBezTo>
                <a:cubicBezTo>
                  <a:pt x="267" y="2"/>
                  <a:pt x="287" y="0"/>
                  <a:pt x="307" y="0"/>
                </a:cubicBezTo>
                <a:close/>
              </a:path>
            </a:pathLst>
          </a:custGeom>
          <a:noFill/>
          <a:ln w="8280">
            <a:solidFill>
              <a:srgbClr val="cbd5e1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448840" y="5194440"/>
            <a:ext cx="966168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770" b="0" u="none" strike="noStrike">
                <a:solidFill>
                  <a:srgbClr val="64748b"/>
                </a:solidFill>
                <a:effectLst/>
                <a:uFillTx/>
                <a:latin typeface="SegoeUI"/>
                <a:ea typeface="SegoeUI"/>
              </a:rPr>
              <a:t>image · video · audio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412880" y="5640480"/>
            <a:ext cx="3655497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810" b="0" u="none" strike="noStrike">
                <a:solidFill>
                  <a:srgbClr val="475569"/>
                </a:solidFill>
                <a:effectLst/>
                <a:uFillTx/>
                <a:latin typeface="SegoeUI"/>
                <a:ea typeface="SegoeUI"/>
              </a:rPr>
              <a:t>All three are ABI stable — one release works with multiple PyTorch versions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80200" y="6397920"/>
            <a:ext cx="531917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Blog post: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Evolution of the PyTorch media processing landscape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66720" y="1218960"/>
            <a:ext cx="3429360" cy="2648520"/>
          </a:xfrm>
          <a:custGeom>
            <a:avLst/>
            <a:gdLst/>
            <a:ahLst/>
            <a:rect l="0" t="0" r="r" b="b"/>
            <a:pathLst>
              <a:path w="9526" h="7357">
                <a:moveTo>
                  <a:pt x="0" y="7039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8"/>
                  <a:pt x="123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9208" y="0"/>
                </a:lnTo>
                <a:cubicBezTo>
                  <a:pt x="9229" y="0"/>
                  <a:pt x="9250" y="2"/>
                  <a:pt x="9270" y="6"/>
                </a:cubicBezTo>
                <a:cubicBezTo>
                  <a:pt x="9290" y="10"/>
                  <a:pt x="9310" y="16"/>
                  <a:pt x="9330" y="24"/>
                </a:cubicBezTo>
                <a:cubicBezTo>
                  <a:pt x="9349" y="32"/>
                  <a:pt x="9367" y="42"/>
                  <a:pt x="9384" y="54"/>
                </a:cubicBezTo>
                <a:cubicBezTo>
                  <a:pt x="9402" y="65"/>
                  <a:pt x="9418" y="78"/>
                  <a:pt x="9433" y="93"/>
                </a:cubicBezTo>
                <a:cubicBezTo>
                  <a:pt x="9447" y="108"/>
                  <a:pt x="9460" y="124"/>
                  <a:pt x="9472" y="141"/>
                </a:cubicBezTo>
                <a:cubicBezTo>
                  <a:pt x="9484" y="159"/>
                  <a:pt x="9493" y="177"/>
                  <a:pt x="9501" y="196"/>
                </a:cubicBezTo>
                <a:cubicBezTo>
                  <a:pt x="9509" y="215"/>
                  <a:pt x="9515" y="235"/>
                  <a:pt x="9519" y="256"/>
                </a:cubicBezTo>
                <a:cubicBezTo>
                  <a:pt x="9524" y="276"/>
                  <a:pt x="9526" y="298"/>
                  <a:pt x="9526" y="319"/>
                </a:cubicBezTo>
                <a:lnTo>
                  <a:pt x="9526" y="7039"/>
                </a:lnTo>
                <a:cubicBezTo>
                  <a:pt x="9526" y="7060"/>
                  <a:pt x="9524" y="7081"/>
                  <a:pt x="9519" y="7101"/>
                </a:cubicBezTo>
                <a:cubicBezTo>
                  <a:pt x="9515" y="7121"/>
                  <a:pt x="9509" y="7141"/>
                  <a:pt x="9501" y="7161"/>
                </a:cubicBezTo>
                <a:cubicBezTo>
                  <a:pt x="9493" y="7180"/>
                  <a:pt x="9484" y="7198"/>
                  <a:pt x="9472" y="7215"/>
                </a:cubicBezTo>
                <a:cubicBezTo>
                  <a:pt x="9460" y="7233"/>
                  <a:pt x="9447" y="7249"/>
                  <a:pt x="9433" y="7264"/>
                </a:cubicBezTo>
                <a:cubicBezTo>
                  <a:pt x="9418" y="7278"/>
                  <a:pt x="9402" y="7291"/>
                  <a:pt x="9384" y="7303"/>
                </a:cubicBezTo>
                <a:cubicBezTo>
                  <a:pt x="9367" y="7315"/>
                  <a:pt x="9349" y="7324"/>
                  <a:pt x="9330" y="7332"/>
                </a:cubicBezTo>
                <a:cubicBezTo>
                  <a:pt x="9310" y="7340"/>
                  <a:pt x="9290" y="7346"/>
                  <a:pt x="9270" y="7350"/>
                </a:cubicBezTo>
                <a:cubicBezTo>
                  <a:pt x="9250" y="7355"/>
                  <a:pt x="9229" y="7357"/>
                  <a:pt x="9208" y="7357"/>
                </a:cubicBezTo>
                <a:lnTo>
                  <a:pt x="317" y="7357"/>
                </a:lnTo>
                <a:cubicBezTo>
                  <a:pt x="296" y="7357"/>
                  <a:pt x="276" y="7355"/>
                  <a:pt x="255" y="7350"/>
                </a:cubicBezTo>
                <a:cubicBezTo>
                  <a:pt x="235" y="7346"/>
                  <a:pt x="215" y="7340"/>
                  <a:pt x="196" y="7332"/>
                </a:cubicBezTo>
                <a:cubicBezTo>
                  <a:pt x="176" y="7324"/>
                  <a:pt x="158" y="7315"/>
                  <a:pt x="141" y="7303"/>
                </a:cubicBezTo>
                <a:cubicBezTo>
                  <a:pt x="123" y="7291"/>
                  <a:pt x="107" y="7278"/>
                  <a:pt x="93" y="7264"/>
                </a:cubicBezTo>
                <a:cubicBezTo>
                  <a:pt x="78" y="7249"/>
                  <a:pt x="65" y="7233"/>
                  <a:pt x="53" y="7215"/>
                </a:cubicBezTo>
                <a:cubicBezTo>
                  <a:pt x="42" y="7198"/>
                  <a:pt x="32" y="7180"/>
                  <a:pt x="24" y="7161"/>
                </a:cubicBezTo>
                <a:cubicBezTo>
                  <a:pt x="16" y="7141"/>
                  <a:pt x="10" y="7121"/>
                  <a:pt x="6" y="7101"/>
                </a:cubicBezTo>
                <a:cubicBezTo>
                  <a:pt x="2" y="7081"/>
                  <a:pt x="0" y="7060"/>
                  <a:pt x="0" y="703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66720" y="502920"/>
            <a:ext cx="3659385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One job per library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914400" y="1420560"/>
            <a:ext cx="1854187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TorchCodec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914400" y="1968480"/>
            <a:ext cx="241755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 &amp; encode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914400" y="2368440"/>
            <a:ext cx="28347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images · video · audio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381200" y="1218960"/>
            <a:ext cx="3429360" cy="2648520"/>
          </a:xfrm>
          <a:custGeom>
            <a:avLst/>
            <a:gdLst/>
            <a:ahLst/>
            <a:rect l="0" t="0" r="r" b="b"/>
            <a:pathLst>
              <a:path w="9526" h="7357">
                <a:moveTo>
                  <a:pt x="0" y="7039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5"/>
                  <a:pt x="17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209" y="0"/>
                </a:lnTo>
                <a:cubicBezTo>
                  <a:pt x="9230" y="0"/>
                  <a:pt x="9250" y="2"/>
                  <a:pt x="9271" y="6"/>
                </a:cubicBezTo>
                <a:cubicBezTo>
                  <a:pt x="9291" y="10"/>
                  <a:pt x="9311" y="16"/>
                  <a:pt x="9330" y="24"/>
                </a:cubicBezTo>
                <a:cubicBezTo>
                  <a:pt x="9350" y="32"/>
                  <a:pt x="9368" y="42"/>
                  <a:pt x="9385" y="54"/>
                </a:cubicBezTo>
                <a:cubicBezTo>
                  <a:pt x="9403" y="65"/>
                  <a:pt x="9419" y="78"/>
                  <a:pt x="9433" y="93"/>
                </a:cubicBezTo>
                <a:cubicBezTo>
                  <a:pt x="9448" y="108"/>
                  <a:pt x="9461" y="124"/>
                  <a:pt x="9473" y="141"/>
                </a:cubicBezTo>
                <a:cubicBezTo>
                  <a:pt x="9484" y="159"/>
                  <a:pt x="9494" y="177"/>
                  <a:pt x="9502" y="196"/>
                </a:cubicBezTo>
                <a:cubicBezTo>
                  <a:pt x="9510" y="215"/>
                  <a:pt x="9516" y="235"/>
                  <a:pt x="9520" y="256"/>
                </a:cubicBezTo>
                <a:cubicBezTo>
                  <a:pt x="9524" y="276"/>
                  <a:pt x="9526" y="298"/>
                  <a:pt x="9526" y="319"/>
                </a:cubicBezTo>
                <a:lnTo>
                  <a:pt x="9526" y="7039"/>
                </a:lnTo>
                <a:cubicBezTo>
                  <a:pt x="9526" y="7060"/>
                  <a:pt x="9524" y="7081"/>
                  <a:pt x="9520" y="7101"/>
                </a:cubicBezTo>
                <a:cubicBezTo>
                  <a:pt x="9516" y="7121"/>
                  <a:pt x="9510" y="7141"/>
                  <a:pt x="9502" y="7161"/>
                </a:cubicBezTo>
                <a:cubicBezTo>
                  <a:pt x="9494" y="7180"/>
                  <a:pt x="9484" y="7198"/>
                  <a:pt x="9473" y="7215"/>
                </a:cubicBezTo>
                <a:cubicBezTo>
                  <a:pt x="9461" y="7233"/>
                  <a:pt x="9448" y="7249"/>
                  <a:pt x="9433" y="7264"/>
                </a:cubicBezTo>
                <a:cubicBezTo>
                  <a:pt x="9419" y="7278"/>
                  <a:pt x="9403" y="7291"/>
                  <a:pt x="9385" y="7303"/>
                </a:cubicBezTo>
                <a:cubicBezTo>
                  <a:pt x="9368" y="7315"/>
                  <a:pt x="9350" y="7324"/>
                  <a:pt x="9330" y="7332"/>
                </a:cubicBezTo>
                <a:cubicBezTo>
                  <a:pt x="9311" y="7340"/>
                  <a:pt x="9291" y="7346"/>
                  <a:pt x="9271" y="7350"/>
                </a:cubicBezTo>
                <a:cubicBezTo>
                  <a:pt x="9250" y="7355"/>
                  <a:pt x="9230" y="7357"/>
                  <a:pt x="9209" y="7357"/>
                </a:cubicBezTo>
                <a:lnTo>
                  <a:pt x="318" y="7357"/>
                </a:lnTo>
                <a:cubicBezTo>
                  <a:pt x="297" y="7357"/>
                  <a:pt x="276" y="7355"/>
                  <a:pt x="256" y="7350"/>
                </a:cubicBezTo>
                <a:cubicBezTo>
                  <a:pt x="235" y="7346"/>
                  <a:pt x="216" y="7340"/>
                  <a:pt x="196" y="7332"/>
                </a:cubicBezTo>
                <a:cubicBezTo>
                  <a:pt x="177" y="7324"/>
                  <a:pt x="159" y="7315"/>
                  <a:pt x="141" y="7303"/>
                </a:cubicBezTo>
                <a:cubicBezTo>
                  <a:pt x="124" y="7291"/>
                  <a:pt x="108" y="7278"/>
                  <a:pt x="93" y="7264"/>
                </a:cubicBezTo>
                <a:cubicBezTo>
                  <a:pt x="79" y="7249"/>
                  <a:pt x="65" y="7233"/>
                  <a:pt x="54" y="7215"/>
                </a:cubicBezTo>
                <a:cubicBezTo>
                  <a:pt x="42" y="7198"/>
                  <a:pt x="32" y="7180"/>
                  <a:pt x="24" y="7161"/>
                </a:cubicBezTo>
                <a:cubicBezTo>
                  <a:pt x="17" y="7141"/>
                  <a:pt x="10" y="7121"/>
                  <a:pt x="6" y="7101"/>
                </a:cubicBezTo>
                <a:cubicBezTo>
                  <a:pt x="2" y="7081"/>
                  <a:pt x="0" y="7060"/>
                  <a:pt x="0" y="703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914400" y="2768400"/>
            <a:ext cx="206569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 and CUDA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629240" y="1420560"/>
            <a:ext cx="1836302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TorchVision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629240" y="1968480"/>
            <a:ext cx="14253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629240" y="2368440"/>
            <a:ext cx="2258539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images and video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096040" y="1218960"/>
            <a:ext cx="3429360" cy="2648520"/>
          </a:xfrm>
          <a:custGeom>
            <a:avLst/>
            <a:gdLst/>
            <a:ahLst/>
            <a:rect l="0" t="0" r="r" b="b"/>
            <a:pathLst>
              <a:path w="9526" h="7357">
                <a:moveTo>
                  <a:pt x="0" y="7039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209" y="0"/>
                </a:lnTo>
                <a:cubicBezTo>
                  <a:pt x="9229" y="0"/>
                  <a:pt x="9250" y="2"/>
                  <a:pt x="9271" y="6"/>
                </a:cubicBezTo>
                <a:cubicBezTo>
                  <a:pt x="9291" y="10"/>
                  <a:pt x="9311" y="16"/>
                  <a:pt x="9330" y="24"/>
                </a:cubicBezTo>
                <a:cubicBezTo>
                  <a:pt x="9349" y="32"/>
                  <a:pt x="9368" y="42"/>
                  <a:pt x="9385" y="54"/>
                </a:cubicBezTo>
                <a:cubicBezTo>
                  <a:pt x="9402" y="65"/>
                  <a:pt x="9418" y="78"/>
                  <a:pt x="9433" y="93"/>
                </a:cubicBezTo>
                <a:cubicBezTo>
                  <a:pt x="9448" y="108"/>
                  <a:pt x="9461" y="124"/>
                  <a:pt x="9473" y="141"/>
                </a:cubicBezTo>
                <a:cubicBezTo>
                  <a:pt x="9484" y="159"/>
                  <a:pt x="9494" y="177"/>
                  <a:pt x="9502" y="196"/>
                </a:cubicBezTo>
                <a:cubicBezTo>
                  <a:pt x="9510" y="215"/>
                  <a:pt x="9516" y="235"/>
                  <a:pt x="9520" y="256"/>
                </a:cubicBezTo>
                <a:cubicBezTo>
                  <a:pt x="9524" y="276"/>
                  <a:pt x="9526" y="298"/>
                  <a:pt x="9526" y="319"/>
                </a:cubicBezTo>
                <a:lnTo>
                  <a:pt x="9526" y="7039"/>
                </a:lnTo>
                <a:cubicBezTo>
                  <a:pt x="9526" y="7060"/>
                  <a:pt x="9524" y="7081"/>
                  <a:pt x="9520" y="7101"/>
                </a:cubicBezTo>
                <a:cubicBezTo>
                  <a:pt x="9516" y="7121"/>
                  <a:pt x="9510" y="7141"/>
                  <a:pt x="9502" y="7161"/>
                </a:cubicBezTo>
                <a:cubicBezTo>
                  <a:pt x="9494" y="7180"/>
                  <a:pt x="9484" y="7198"/>
                  <a:pt x="9473" y="7215"/>
                </a:cubicBezTo>
                <a:cubicBezTo>
                  <a:pt x="9461" y="7233"/>
                  <a:pt x="9448" y="7249"/>
                  <a:pt x="9433" y="7264"/>
                </a:cubicBezTo>
                <a:cubicBezTo>
                  <a:pt x="9418" y="7278"/>
                  <a:pt x="9402" y="7291"/>
                  <a:pt x="9385" y="7303"/>
                </a:cubicBezTo>
                <a:cubicBezTo>
                  <a:pt x="9368" y="7315"/>
                  <a:pt x="9349" y="7324"/>
                  <a:pt x="9330" y="7332"/>
                </a:cubicBezTo>
                <a:cubicBezTo>
                  <a:pt x="9311" y="7340"/>
                  <a:pt x="9291" y="7346"/>
                  <a:pt x="9271" y="7350"/>
                </a:cubicBezTo>
                <a:cubicBezTo>
                  <a:pt x="9250" y="7355"/>
                  <a:pt x="9229" y="7357"/>
                  <a:pt x="9209" y="7357"/>
                </a:cubicBezTo>
                <a:lnTo>
                  <a:pt x="318" y="7357"/>
                </a:lnTo>
                <a:cubicBezTo>
                  <a:pt x="297" y="7357"/>
                  <a:pt x="276" y="7355"/>
                  <a:pt x="256" y="7350"/>
                </a:cubicBezTo>
                <a:cubicBezTo>
                  <a:pt x="235" y="7346"/>
                  <a:pt x="215" y="7340"/>
                  <a:pt x="196" y="7332"/>
                </a:cubicBezTo>
                <a:cubicBezTo>
                  <a:pt x="177" y="7324"/>
                  <a:pt x="159" y="7315"/>
                  <a:pt x="141" y="7303"/>
                </a:cubicBezTo>
                <a:cubicBezTo>
                  <a:pt x="124" y="7291"/>
                  <a:pt x="108" y="7278"/>
                  <a:pt x="93" y="7264"/>
                </a:cubicBezTo>
                <a:cubicBezTo>
                  <a:pt x="78" y="7249"/>
                  <a:pt x="65" y="7233"/>
                  <a:pt x="54" y="7215"/>
                </a:cubicBezTo>
                <a:cubicBezTo>
                  <a:pt x="42" y="7198"/>
                  <a:pt x="32" y="7180"/>
                  <a:pt x="24" y="7161"/>
                </a:cubicBezTo>
                <a:cubicBezTo>
                  <a:pt x="16" y="7141"/>
                  <a:pt x="10" y="7121"/>
                  <a:pt x="6" y="7101"/>
                </a:cubicBezTo>
                <a:cubicBezTo>
                  <a:pt x="2" y="7081"/>
                  <a:pt x="0" y="7060"/>
                  <a:pt x="0" y="703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629240" y="2768400"/>
            <a:ext cx="30583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resize, crop, augment…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343720" y="1420560"/>
            <a:ext cx="1783036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TorchAudio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343720" y="1968480"/>
            <a:ext cx="14253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343720" y="2368440"/>
            <a:ext cx="70567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audio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343720" y="2768400"/>
            <a:ext cx="182580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spectrograms,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8343720" y="3168720"/>
            <a:ext cx="16975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resampling…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981000" y="49910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66720" y="4311720"/>
            <a:ext cx="526746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Why all media I/O moved to TorchCodec: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981000" y="54576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200240" y="4863960"/>
            <a:ext cx="1034519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Clearer for users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one place for all decoding and encoding, designed as a whole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981000" y="59245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200240" y="5330880"/>
            <a:ext cx="723712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Performance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all optimization effort goes into one library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200240" y="5797440"/>
            <a:ext cx="1088717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Simpler packaging and maintenance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the hard C/C++ dependencies (FFmpeg 4–9,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200240" y="6197400"/>
            <a:ext cx="709326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NVDEC, libjpeg, libpng…) are contained in TorchCodec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66720" y="502920"/>
            <a:ext cx="409250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How they fit together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466640" y="1857240"/>
            <a:ext cx="1924560" cy="857520"/>
          </a:xfrm>
          <a:custGeom>
            <a:avLst/>
            <a:gdLst/>
            <a:ahLst/>
            <a:rect l="0" t="0" r="r" b="b"/>
            <a:pathLst>
              <a:path w="5346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108" y="0"/>
                </a:lnTo>
                <a:cubicBezTo>
                  <a:pt x="5123" y="0"/>
                  <a:pt x="5139" y="1"/>
                  <a:pt x="5154" y="4"/>
                </a:cubicBezTo>
                <a:cubicBezTo>
                  <a:pt x="5169" y="7"/>
                  <a:pt x="5184" y="12"/>
                  <a:pt x="5199" y="18"/>
                </a:cubicBezTo>
                <a:cubicBezTo>
                  <a:pt x="5213" y="24"/>
                  <a:pt x="5227" y="31"/>
                  <a:pt x="5240" y="40"/>
                </a:cubicBezTo>
                <a:cubicBezTo>
                  <a:pt x="5253" y="49"/>
                  <a:pt x="5265" y="59"/>
                  <a:pt x="5276" y="70"/>
                </a:cubicBezTo>
                <a:cubicBezTo>
                  <a:pt x="5287" y="81"/>
                  <a:pt x="5297" y="93"/>
                  <a:pt x="5306" y="106"/>
                </a:cubicBezTo>
                <a:cubicBezTo>
                  <a:pt x="5314" y="119"/>
                  <a:pt x="5322" y="132"/>
                  <a:pt x="5328" y="147"/>
                </a:cubicBezTo>
                <a:cubicBezTo>
                  <a:pt x="5334" y="161"/>
                  <a:pt x="5338" y="176"/>
                  <a:pt x="5341" y="192"/>
                </a:cubicBezTo>
                <a:cubicBezTo>
                  <a:pt x="5344" y="207"/>
                  <a:pt x="5346" y="222"/>
                  <a:pt x="5346" y="238"/>
                </a:cubicBezTo>
                <a:lnTo>
                  <a:pt x="5346" y="2144"/>
                </a:lnTo>
                <a:cubicBezTo>
                  <a:pt x="5346" y="2160"/>
                  <a:pt x="5344" y="2175"/>
                  <a:pt x="5341" y="2190"/>
                </a:cubicBezTo>
                <a:cubicBezTo>
                  <a:pt x="5338" y="2206"/>
                  <a:pt x="5334" y="2221"/>
                  <a:pt x="5328" y="2235"/>
                </a:cubicBezTo>
                <a:cubicBezTo>
                  <a:pt x="5322" y="2250"/>
                  <a:pt x="5314" y="2263"/>
                  <a:pt x="5306" y="2276"/>
                </a:cubicBezTo>
                <a:cubicBezTo>
                  <a:pt x="5297" y="2289"/>
                  <a:pt x="5287" y="2301"/>
                  <a:pt x="5276" y="2312"/>
                </a:cubicBezTo>
                <a:cubicBezTo>
                  <a:pt x="5265" y="2323"/>
                  <a:pt x="5253" y="2333"/>
                  <a:pt x="5240" y="2342"/>
                </a:cubicBezTo>
                <a:cubicBezTo>
                  <a:pt x="5227" y="2351"/>
                  <a:pt x="5213" y="2358"/>
                  <a:pt x="5199" y="2364"/>
                </a:cubicBezTo>
                <a:cubicBezTo>
                  <a:pt x="5184" y="2370"/>
                  <a:pt x="5169" y="2374"/>
                  <a:pt x="5154" y="2378"/>
                </a:cubicBezTo>
                <a:cubicBezTo>
                  <a:pt x="5139" y="2381"/>
                  <a:pt x="5123" y="2382"/>
                  <a:pt x="5108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6" y="2374"/>
                  <a:pt x="162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3"/>
                  <a:pt x="81" y="2323"/>
                  <a:pt x="70" y="2312"/>
                </a:cubicBezTo>
                <a:cubicBezTo>
                  <a:pt x="59" y="2301"/>
                  <a:pt x="49" y="2289"/>
                  <a:pt x="40" y="2276"/>
                </a:cubicBezTo>
                <a:cubicBezTo>
                  <a:pt x="32" y="2263"/>
                  <a:pt x="24" y="2250"/>
                  <a:pt x="18" y="2235"/>
                </a:cubicBezTo>
                <a:cubicBezTo>
                  <a:pt x="12" y="2221"/>
                  <a:pt x="8" y="2206"/>
                  <a:pt x="5" y="2190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466640" y="1857240"/>
            <a:ext cx="1924560" cy="857520"/>
          </a:xfrm>
          <a:custGeom>
            <a:avLst/>
            <a:gdLst/>
            <a:ahLst/>
            <a:rect l="0" t="0" r="r" b="b"/>
            <a:pathLst>
              <a:path w="5346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108" y="0"/>
                </a:lnTo>
                <a:cubicBezTo>
                  <a:pt x="5123" y="0"/>
                  <a:pt x="5139" y="1"/>
                  <a:pt x="5154" y="4"/>
                </a:cubicBezTo>
                <a:cubicBezTo>
                  <a:pt x="5169" y="7"/>
                  <a:pt x="5184" y="12"/>
                  <a:pt x="5199" y="18"/>
                </a:cubicBezTo>
                <a:cubicBezTo>
                  <a:pt x="5213" y="24"/>
                  <a:pt x="5227" y="31"/>
                  <a:pt x="5240" y="40"/>
                </a:cubicBezTo>
                <a:cubicBezTo>
                  <a:pt x="5253" y="49"/>
                  <a:pt x="5265" y="59"/>
                  <a:pt x="5276" y="70"/>
                </a:cubicBezTo>
                <a:cubicBezTo>
                  <a:pt x="5287" y="81"/>
                  <a:pt x="5297" y="93"/>
                  <a:pt x="5306" y="106"/>
                </a:cubicBezTo>
                <a:cubicBezTo>
                  <a:pt x="5314" y="119"/>
                  <a:pt x="5322" y="132"/>
                  <a:pt x="5328" y="147"/>
                </a:cubicBezTo>
                <a:cubicBezTo>
                  <a:pt x="5334" y="161"/>
                  <a:pt x="5338" y="176"/>
                  <a:pt x="5341" y="192"/>
                </a:cubicBezTo>
                <a:cubicBezTo>
                  <a:pt x="5344" y="207"/>
                  <a:pt x="5346" y="222"/>
                  <a:pt x="5346" y="238"/>
                </a:cubicBezTo>
                <a:lnTo>
                  <a:pt x="5346" y="2144"/>
                </a:lnTo>
                <a:cubicBezTo>
                  <a:pt x="5346" y="2160"/>
                  <a:pt x="5344" y="2175"/>
                  <a:pt x="5341" y="2190"/>
                </a:cubicBezTo>
                <a:cubicBezTo>
                  <a:pt x="5338" y="2206"/>
                  <a:pt x="5334" y="2221"/>
                  <a:pt x="5328" y="2235"/>
                </a:cubicBezTo>
                <a:cubicBezTo>
                  <a:pt x="5322" y="2250"/>
                  <a:pt x="5314" y="2263"/>
                  <a:pt x="5306" y="2276"/>
                </a:cubicBezTo>
                <a:cubicBezTo>
                  <a:pt x="5297" y="2289"/>
                  <a:pt x="5287" y="2301"/>
                  <a:pt x="5276" y="2312"/>
                </a:cubicBezTo>
                <a:cubicBezTo>
                  <a:pt x="5265" y="2323"/>
                  <a:pt x="5253" y="2333"/>
                  <a:pt x="5240" y="2342"/>
                </a:cubicBezTo>
                <a:cubicBezTo>
                  <a:pt x="5227" y="2351"/>
                  <a:pt x="5213" y="2358"/>
                  <a:pt x="5199" y="2364"/>
                </a:cubicBezTo>
                <a:cubicBezTo>
                  <a:pt x="5184" y="2370"/>
                  <a:pt x="5169" y="2374"/>
                  <a:pt x="5154" y="2378"/>
                </a:cubicBezTo>
                <a:cubicBezTo>
                  <a:pt x="5139" y="2381"/>
                  <a:pt x="5123" y="2382"/>
                  <a:pt x="5108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6" y="2374"/>
                  <a:pt x="162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3"/>
                  <a:pt x="81" y="2323"/>
                  <a:pt x="70" y="2312"/>
                </a:cubicBezTo>
                <a:cubicBezTo>
                  <a:pt x="59" y="2301"/>
                  <a:pt x="49" y="2289"/>
                  <a:pt x="40" y="2276"/>
                </a:cubicBezTo>
                <a:cubicBezTo>
                  <a:pt x="32" y="2263"/>
                  <a:pt x="24" y="2250"/>
                  <a:pt x="18" y="2235"/>
                </a:cubicBezTo>
                <a:cubicBezTo>
                  <a:pt x="12" y="2221"/>
                  <a:pt x="8" y="2206"/>
                  <a:pt x="5" y="2190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66720" y="1260000"/>
            <a:ext cx="679622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TorchCodec's </a:t>
            </a:r>
            <a:r>
              <a:rPr lang="en-US" sz="1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output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is TorchVision's and TorchAudio's </a:t>
            </a:r>
            <a:r>
              <a:rPr lang="en-US" sz="1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645920" y="2040840"/>
            <a:ext cx="168894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encoded media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2067480" y="2367000"/>
            <a:ext cx="778377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files, bytes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867120" y="1857240"/>
            <a:ext cx="1676520" cy="857520"/>
          </a:xfrm>
          <a:custGeom>
            <a:avLst/>
            <a:gdLst/>
            <a:ahLst/>
            <a:rect l="0" t="0" r="r" b="b"/>
            <a:pathLst>
              <a:path w="4657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4419" y="0"/>
                </a:lnTo>
                <a:cubicBezTo>
                  <a:pt x="4435" y="0"/>
                  <a:pt x="4450" y="1"/>
                  <a:pt x="4466" y="4"/>
                </a:cubicBezTo>
                <a:cubicBezTo>
                  <a:pt x="4481" y="7"/>
                  <a:pt x="4496" y="12"/>
                  <a:pt x="4510" y="18"/>
                </a:cubicBezTo>
                <a:cubicBezTo>
                  <a:pt x="4525" y="24"/>
                  <a:pt x="4538" y="31"/>
                  <a:pt x="4551" y="40"/>
                </a:cubicBezTo>
                <a:cubicBezTo>
                  <a:pt x="4564" y="49"/>
                  <a:pt x="4576" y="59"/>
                  <a:pt x="4588" y="70"/>
                </a:cubicBezTo>
                <a:cubicBezTo>
                  <a:pt x="4599" y="81"/>
                  <a:pt x="4608" y="93"/>
                  <a:pt x="4617" y="106"/>
                </a:cubicBezTo>
                <a:cubicBezTo>
                  <a:pt x="4626" y="119"/>
                  <a:pt x="4633" y="132"/>
                  <a:pt x="4639" y="147"/>
                </a:cubicBezTo>
                <a:cubicBezTo>
                  <a:pt x="4645" y="161"/>
                  <a:pt x="4650" y="176"/>
                  <a:pt x="4653" y="192"/>
                </a:cubicBezTo>
                <a:cubicBezTo>
                  <a:pt x="4656" y="207"/>
                  <a:pt x="4657" y="222"/>
                  <a:pt x="4657" y="238"/>
                </a:cubicBezTo>
                <a:lnTo>
                  <a:pt x="4657" y="2144"/>
                </a:lnTo>
                <a:cubicBezTo>
                  <a:pt x="4657" y="2160"/>
                  <a:pt x="4656" y="2175"/>
                  <a:pt x="4653" y="2190"/>
                </a:cubicBezTo>
                <a:cubicBezTo>
                  <a:pt x="4650" y="2206"/>
                  <a:pt x="4645" y="2221"/>
                  <a:pt x="4639" y="2235"/>
                </a:cubicBezTo>
                <a:cubicBezTo>
                  <a:pt x="4633" y="2250"/>
                  <a:pt x="4626" y="2263"/>
                  <a:pt x="4617" y="2276"/>
                </a:cubicBezTo>
                <a:cubicBezTo>
                  <a:pt x="4608" y="2289"/>
                  <a:pt x="4599" y="2301"/>
                  <a:pt x="4588" y="2312"/>
                </a:cubicBezTo>
                <a:cubicBezTo>
                  <a:pt x="4576" y="2323"/>
                  <a:pt x="4564" y="2333"/>
                  <a:pt x="4551" y="2342"/>
                </a:cubicBezTo>
                <a:cubicBezTo>
                  <a:pt x="4538" y="2351"/>
                  <a:pt x="4525" y="2358"/>
                  <a:pt x="4510" y="2364"/>
                </a:cubicBezTo>
                <a:cubicBezTo>
                  <a:pt x="4496" y="2370"/>
                  <a:pt x="4481" y="2374"/>
                  <a:pt x="4466" y="2378"/>
                </a:cubicBezTo>
                <a:cubicBezTo>
                  <a:pt x="4450" y="2381"/>
                  <a:pt x="4435" y="2382"/>
                  <a:pt x="4419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4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3"/>
                  <a:pt x="80" y="2323"/>
                  <a:pt x="69" y="2312"/>
                </a:cubicBezTo>
                <a:cubicBezTo>
                  <a:pt x="58" y="2301"/>
                  <a:pt x="48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7" y="2206"/>
                  <a:pt x="4" y="2190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867120" y="1857240"/>
            <a:ext cx="1676520" cy="857520"/>
          </a:xfrm>
          <a:custGeom>
            <a:avLst/>
            <a:gdLst/>
            <a:ahLst/>
            <a:rect l="0" t="0" r="r" b="b"/>
            <a:pathLst>
              <a:path w="4657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4419" y="0"/>
                </a:lnTo>
                <a:cubicBezTo>
                  <a:pt x="4435" y="0"/>
                  <a:pt x="4450" y="1"/>
                  <a:pt x="4466" y="4"/>
                </a:cubicBezTo>
                <a:cubicBezTo>
                  <a:pt x="4481" y="7"/>
                  <a:pt x="4496" y="12"/>
                  <a:pt x="4510" y="18"/>
                </a:cubicBezTo>
                <a:cubicBezTo>
                  <a:pt x="4525" y="24"/>
                  <a:pt x="4538" y="31"/>
                  <a:pt x="4551" y="40"/>
                </a:cubicBezTo>
                <a:cubicBezTo>
                  <a:pt x="4564" y="49"/>
                  <a:pt x="4576" y="59"/>
                  <a:pt x="4588" y="70"/>
                </a:cubicBezTo>
                <a:cubicBezTo>
                  <a:pt x="4599" y="81"/>
                  <a:pt x="4608" y="93"/>
                  <a:pt x="4617" y="106"/>
                </a:cubicBezTo>
                <a:cubicBezTo>
                  <a:pt x="4626" y="119"/>
                  <a:pt x="4633" y="132"/>
                  <a:pt x="4639" y="147"/>
                </a:cubicBezTo>
                <a:cubicBezTo>
                  <a:pt x="4645" y="161"/>
                  <a:pt x="4650" y="176"/>
                  <a:pt x="4653" y="192"/>
                </a:cubicBezTo>
                <a:cubicBezTo>
                  <a:pt x="4656" y="207"/>
                  <a:pt x="4657" y="222"/>
                  <a:pt x="4657" y="238"/>
                </a:cubicBezTo>
                <a:lnTo>
                  <a:pt x="4657" y="2144"/>
                </a:lnTo>
                <a:cubicBezTo>
                  <a:pt x="4657" y="2160"/>
                  <a:pt x="4656" y="2175"/>
                  <a:pt x="4653" y="2190"/>
                </a:cubicBezTo>
                <a:cubicBezTo>
                  <a:pt x="4650" y="2206"/>
                  <a:pt x="4645" y="2221"/>
                  <a:pt x="4639" y="2235"/>
                </a:cubicBezTo>
                <a:cubicBezTo>
                  <a:pt x="4633" y="2250"/>
                  <a:pt x="4626" y="2263"/>
                  <a:pt x="4617" y="2276"/>
                </a:cubicBezTo>
                <a:cubicBezTo>
                  <a:pt x="4608" y="2289"/>
                  <a:pt x="4599" y="2301"/>
                  <a:pt x="4588" y="2312"/>
                </a:cubicBezTo>
                <a:cubicBezTo>
                  <a:pt x="4576" y="2323"/>
                  <a:pt x="4564" y="2333"/>
                  <a:pt x="4551" y="2342"/>
                </a:cubicBezTo>
                <a:cubicBezTo>
                  <a:pt x="4538" y="2351"/>
                  <a:pt x="4525" y="2358"/>
                  <a:pt x="4510" y="2364"/>
                </a:cubicBezTo>
                <a:cubicBezTo>
                  <a:pt x="4496" y="2370"/>
                  <a:pt x="4481" y="2374"/>
                  <a:pt x="4466" y="2378"/>
                </a:cubicBezTo>
                <a:cubicBezTo>
                  <a:pt x="4450" y="2381"/>
                  <a:pt x="4435" y="2382"/>
                  <a:pt x="4419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4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3"/>
                  <a:pt x="80" y="2323"/>
                  <a:pt x="69" y="2312"/>
                </a:cubicBezTo>
                <a:cubicBezTo>
                  <a:pt x="58" y="2301"/>
                  <a:pt x="48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7" y="2206"/>
                  <a:pt x="4" y="2190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494880" y="21304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047480" y="2040840"/>
            <a:ext cx="1441281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455720" y="2367000"/>
            <a:ext cx="5408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19560" y="1971360"/>
            <a:ext cx="1114920" cy="629280"/>
          </a:xfrm>
          <a:custGeom>
            <a:avLst/>
            <a:gdLst/>
            <a:ahLst/>
            <a:rect l="0" t="0" r="r" b="b"/>
            <a:pathLst>
              <a:path w="3097" h="1748">
                <a:moveTo>
                  <a:pt x="0" y="1509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3" y="24"/>
                  <a:pt x="147" y="19"/>
                </a:cubicBezTo>
                <a:cubicBezTo>
                  <a:pt x="162" y="13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859" y="0"/>
                </a:lnTo>
                <a:cubicBezTo>
                  <a:pt x="2874" y="0"/>
                  <a:pt x="2890" y="2"/>
                  <a:pt x="2905" y="5"/>
                </a:cubicBezTo>
                <a:cubicBezTo>
                  <a:pt x="2920" y="8"/>
                  <a:pt x="2935" y="13"/>
                  <a:pt x="2950" y="19"/>
                </a:cubicBezTo>
                <a:cubicBezTo>
                  <a:pt x="2964" y="24"/>
                  <a:pt x="2978" y="32"/>
                  <a:pt x="2991" y="41"/>
                </a:cubicBezTo>
                <a:cubicBezTo>
                  <a:pt x="3004" y="49"/>
                  <a:pt x="3016" y="59"/>
                  <a:pt x="3027" y="70"/>
                </a:cubicBezTo>
                <a:cubicBezTo>
                  <a:pt x="3038" y="81"/>
                  <a:pt x="3048" y="93"/>
                  <a:pt x="3057" y="106"/>
                </a:cubicBezTo>
                <a:cubicBezTo>
                  <a:pt x="3065" y="119"/>
                  <a:pt x="3073" y="133"/>
                  <a:pt x="3079" y="147"/>
                </a:cubicBezTo>
                <a:cubicBezTo>
                  <a:pt x="3085" y="162"/>
                  <a:pt x="3089" y="177"/>
                  <a:pt x="3092" y="192"/>
                </a:cubicBezTo>
                <a:cubicBezTo>
                  <a:pt x="3095" y="207"/>
                  <a:pt x="3097" y="223"/>
                  <a:pt x="3097" y="238"/>
                </a:cubicBezTo>
                <a:lnTo>
                  <a:pt x="3097" y="1509"/>
                </a:lnTo>
                <a:cubicBezTo>
                  <a:pt x="3097" y="1525"/>
                  <a:pt x="3095" y="1541"/>
                  <a:pt x="3092" y="1556"/>
                </a:cubicBezTo>
                <a:cubicBezTo>
                  <a:pt x="3089" y="1571"/>
                  <a:pt x="3085" y="1586"/>
                  <a:pt x="3079" y="1601"/>
                </a:cubicBezTo>
                <a:cubicBezTo>
                  <a:pt x="3073" y="1615"/>
                  <a:pt x="3065" y="1629"/>
                  <a:pt x="3057" y="1642"/>
                </a:cubicBezTo>
                <a:cubicBezTo>
                  <a:pt x="3048" y="1655"/>
                  <a:pt x="3038" y="1667"/>
                  <a:pt x="3027" y="1678"/>
                </a:cubicBezTo>
                <a:cubicBezTo>
                  <a:pt x="3016" y="1689"/>
                  <a:pt x="3004" y="1699"/>
                  <a:pt x="2991" y="1707"/>
                </a:cubicBezTo>
                <a:cubicBezTo>
                  <a:pt x="2978" y="1716"/>
                  <a:pt x="2964" y="1724"/>
                  <a:pt x="2950" y="1729"/>
                </a:cubicBezTo>
                <a:cubicBezTo>
                  <a:pt x="2935" y="1735"/>
                  <a:pt x="2920" y="1740"/>
                  <a:pt x="2905" y="1743"/>
                </a:cubicBezTo>
                <a:cubicBezTo>
                  <a:pt x="2890" y="1746"/>
                  <a:pt x="2874" y="1748"/>
                  <a:pt x="2859" y="1748"/>
                </a:cubicBezTo>
                <a:lnTo>
                  <a:pt x="238" y="1748"/>
                </a:lnTo>
                <a:cubicBezTo>
                  <a:pt x="223" y="1748"/>
                  <a:pt x="207" y="1746"/>
                  <a:pt x="192" y="1743"/>
                </a:cubicBezTo>
                <a:cubicBezTo>
                  <a:pt x="176" y="1740"/>
                  <a:pt x="162" y="1735"/>
                  <a:pt x="147" y="1729"/>
                </a:cubicBezTo>
                <a:cubicBezTo>
                  <a:pt x="133" y="1724"/>
                  <a:pt x="119" y="1716"/>
                  <a:pt x="106" y="1707"/>
                </a:cubicBezTo>
                <a:cubicBezTo>
                  <a:pt x="93" y="1699"/>
                  <a:pt x="81" y="1689"/>
                  <a:pt x="70" y="1678"/>
                </a:cubicBezTo>
                <a:cubicBezTo>
                  <a:pt x="59" y="1667"/>
                  <a:pt x="49" y="1655"/>
                  <a:pt x="40" y="1642"/>
                </a:cubicBezTo>
                <a:cubicBezTo>
                  <a:pt x="32" y="1629"/>
                  <a:pt x="24" y="1615"/>
                  <a:pt x="18" y="1601"/>
                </a:cubicBezTo>
                <a:cubicBezTo>
                  <a:pt x="12" y="1586"/>
                  <a:pt x="8" y="1571"/>
                  <a:pt x="5" y="1556"/>
                </a:cubicBezTo>
                <a:cubicBezTo>
                  <a:pt x="2" y="1541"/>
                  <a:pt x="0" y="1525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019560" y="1971360"/>
            <a:ext cx="1114920" cy="629280"/>
          </a:xfrm>
          <a:custGeom>
            <a:avLst/>
            <a:gdLst/>
            <a:ahLst/>
            <a:rect l="0" t="0" r="r" b="b"/>
            <a:pathLst>
              <a:path w="3097" h="1748">
                <a:moveTo>
                  <a:pt x="0" y="1509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3" y="24"/>
                  <a:pt x="147" y="19"/>
                </a:cubicBezTo>
                <a:cubicBezTo>
                  <a:pt x="162" y="13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859" y="0"/>
                </a:lnTo>
                <a:cubicBezTo>
                  <a:pt x="2874" y="0"/>
                  <a:pt x="2890" y="2"/>
                  <a:pt x="2905" y="5"/>
                </a:cubicBezTo>
                <a:cubicBezTo>
                  <a:pt x="2920" y="8"/>
                  <a:pt x="2935" y="13"/>
                  <a:pt x="2950" y="19"/>
                </a:cubicBezTo>
                <a:cubicBezTo>
                  <a:pt x="2964" y="24"/>
                  <a:pt x="2978" y="32"/>
                  <a:pt x="2991" y="41"/>
                </a:cubicBezTo>
                <a:cubicBezTo>
                  <a:pt x="3004" y="49"/>
                  <a:pt x="3016" y="59"/>
                  <a:pt x="3027" y="70"/>
                </a:cubicBezTo>
                <a:cubicBezTo>
                  <a:pt x="3038" y="81"/>
                  <a:pt x="3048" y="93"/>
                  <a:pt x="3057" y="106"/>
                </a:cubicBezTo>
                <a:cubicBezTo>
                  <a:pt x="3065" y="119"/>
                  <a:pt x="3073" y="133"/>
                  <a:pt x="3079" y="147"/>
                </a:cubicBezTo>
                <a:cubicBezTo>
                  <a:pt x="3085" y="162"/>
                  <a:pt x="3089" y="177"/>
                  <a:pt x="3092" y="192"/>
                </a:cubicBezTo>
                <a:cubicBezTo>
                  <a:pt x="3095" y="207"/>
                  <a:pt x="3097" y="223"/>
                  <a:pt x="3097" y="238"/>
                </a:cubicBezTo>
                <a:lnTo>
                  <a:pt x="3097" y="1509"/>
                </a:lnTo>
                <a:cubicBezTo>
                  <a:pt x="3097" y="1525"/>
                  <a:pt x="3095" y="1541"/>
                  <a:pt x="3092" y="1556"/>
                </a:cubicBezTo>
                <a:cubicBezTo>
                  <a:pt x="3089" y="1571"/>
                  <a:pt x="3085" y="1586"/>
                  <a:pt x="3079" y="1601"/>
                </a:cubicBezTo>
                <a:cubicBezTo>
                  <a:pt x="3073" y="1615"/>
                  <a:pt x="3065" y="1629"/>
                  <a:pt x="3057" y="1642"/>
                </a:cubicBezTo>
                <a:cubicBezTo>
                  <a:pt x="3048" y="1655"/>
                  <a:pt x="3038" y="1667"/>
                  <a:pt x="3027" y="1678"/>
                </a:cubicBezTo>
                <a:cubicBezTo>
                  <a:pt x="3016" y="1689"/>
                  <a:pt x="3004" y="1699"/>
                  <a:pt x="2991" y="1707"/>
                </a:cubicBezTo>
                <a:cubicBezTo>
                  <a:pt x="2978" y="1716"/>
                  <a:pt x="2964" y="1724"/>
                  <a:pt x="2950" y="1729"/>
                </a:cubicBezTo>
                <a:cubicBezTo>
                  <a:pt x="2935" y="1735"/>
                  <a:pt x="2920" y="1740"/>
                  <a:pt x="2905" y="1743"/>
                </a:cubicBezTo>
                <a:cubicBezTo>
                  <a:pt x="2890" y="1746"/>
                  <a:pt x="2874" y="1748"/>
                  <a:pt x="2859" y="1748"/>
                </a:cubicBezTo>
                <a:lnTo>
                  <a:pt x="238" y="1748"/>
                </a:lnTo>
                <a:cubicBezTo>
                  <a:pt x="223" y="1748"/>
                  <a:pt x="207" y="1746"/>
                  <a:pt x="192" y="1743"/>
                </a:cubicBezTo>
                <a:cubicBezTo>
                  <a:pt x="176" y="1740"/>
                  <a:pt x="162" y="1735"/>
                  <a:pt x="147" y="1729"/>
                </a:cubicBezTo>
                <a:cubicBezTo>
                  <a:pt x="133" y="1724"/>
                  <a:pt x="119" y="1716"/>
                  <a:pt x="106" y="1707"/>
                </a:cubicBezTo>
                <a:cubicBezTo>
                  <a:pt x="93" y="1699"/>
                  <a:pt x="81" y="1689"/>
                  <a:pt x="70" y="1678"/>
                </a:cubicBezTo>
                <a:cubicBezTo>
                  <a:pt x="59" y="1667"/>
                  <a:pt x="49" y="1655"/>
                  <a:pt x="40" y="1642"/>
                </a:cubicBezTo>
                <a:cubicBezTo>
                  <a:pt x="32" y="1629"/>
                  <a:pt x="24" y="1615"/>
                  <a:pt x="18" y="1601"/>
                </a:cubicBezTo>
                <a:cubicBezTo>
                  <a:pt x="12" y="1586"/>
                  <a:pt x="8" y="1571"/>
                  <a:pt x="5" y="1556"/>
                </a:cubicBezTo>
                <a:cubicBezTo>
                  <a:pt x="2" y="1541"/>
                  <a:pt x="0" y="1525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649840" y="21304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202440" y="2155320"/>
            <a:ext cx="81025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tensors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610400" y="1857240"/>
            <a:ext cx="3115080" cy="857520"/>
          </a:xfrm>
          <a:custGeom>
            <a:avLst/>
            <a:gdLst/>
            <a:ahLst/>
            <a:rect l="0" t="0" r="r" b="b"/>
            <a:pathLst>
              <a:path w="8653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8" y="81"/>
                  <a:pt x="69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8414" y="0"/>
                </a:lnTo>
                <a:cubicBezTo>
                  <a:pt x="8430" y="0"/>
                  <a:pt x="8446" y="1"/>
                  <a:pt x="8461" y="4"/>
                </a:cubicBezTo>
                <a:cubicBezTo>
                  <a:pt x="8476" y="7"/>
                  <a:pt x="8491" y="12"/>
                  <a:pt x="8506" y="18"/>
                </a:cubicBezTo>
                <a:cubicBezTo>
                  <a:pt x="8520" y="24"/>
                  <a:pt x="8534" y="31"/>
                  <a:pt x="8547" y="40"/>
                </a:cubicBezTo>
                <a:cubicBezTo>
                  <a:pt x="8560" y="49"/>
                  <a:pt x="8572" y="59"/>
                  <a:pt x="8583" y="70"/>
                </a:cubicBezTo>
                <a:cubicBezTo>
                  <a:pt x="8594" y="81"/>
                  <a:pt x="8604" y="93"/>
                  <a:pt x="8612" y="106"/>
                </a:cubicBezTo>
                <a:cubicBezTo>
                  <a:pt x="8621" y="119"/>
                  <a:pt x="8628" y="132"/>
                  <a:pt x="8634" y="147"/>
                </a:cubicBezTo>
                <a:cubicBezTo>
                  <a:pt x="8640" y="161"/>
                  <a:pt x="8645" y="176"/>
                  <a:pt x="8648" y="192"/>
                </a:cubicBezTo>
                <a:cubicBezTo>
                  <a:pt x="8651" y="207"/>
                  <a:pt x="8653" y="222"/>
                  <a:pt x="8653" y="238"/>
                </a:cubicBezTo>
                <a:lnTo>
                  <a:pt x="8653" y="2144"/>
                </a:lnTo>
                <a:cubicBezTo>
                  <a:pt x="8653" y="2160"/>
                  <a:pt x="8651" y="2175"/>
                  <a:pt x="8648" y="2190"/>
                </a:cubicBezTo>
                <a:cubicBezTo>
                  <a:pt x="8645" y="2206"/>
                  <a:pt x="8640" y="2221"/>
                  <a:pt x="8634" y="2235"/>
                </a:cubicBezTo>
                <a:cubicBezTo>
                  <a:pt x="8628" y="2250"/>
                  <a:pt x="8621" y="2263"/>
                  <a:pt x="8612" y="2276"/>
                </a:cubicBezTo>
                <a:cubicBezTo>
                  <a:pt x="8604" y="2289"/>
                  <a:pt x="8594" y="2301"/>
                  <a:pt x="8583" y="2312"/>
                </a:cubicBezTo>
                <a:cubicBezTo>
                  <a:pt x="8572" y="2323"/>
                  <a:pt x="8560" y="2333"/>
                  <a:pt x="8547" y="2342"/>
                </a:cubicBezTo>
                <a:cubicBezTo>
                  <a:pt x="8534" y="2351"/>
                  <a:pt x="8520" y="2358"/>
                  <a:pt x="8506" y="2364"/>
                </a:cubicBezTo>
                <a:cubicBezTo>
                  <a:pt x="8491" y="2370"/>
                  <a:pt x="8476" y="2374"/>
                  <a:pt x="8461" y="2378"/>
                </a:cubicBezTo>
                <a:cubicBezTo>
                  <a:pt x="8446" y="2381"/>
                  <a:pt x="8430" y="2382"/>
                  <a:pt x="8414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4"/>
                  <a:pt x="161" y="2370"/>
                  <a:pt x="147" y="2364"/>
                </a:cubicBezTo>
                <a:cubicBezTo>
                  <a:pt x="132" y="2358"/>
                  <a:pt x="119" y="2351"/>
                  <a:pt x="106" y="2342"/>
                </a:cubicBezTo>
                <a:cubicBezTo>
                  <a:pt x="93" y="2333"/>
                  <a:pt x="81" y="2323"/>
                  <a:pt x="69" y="2312"/>
                </a:cubicBezTo>
                <a:cubicBezTo>
                  <a:pt x="58" y="2301"/>
                  <a:pt x="49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7" y="2206"/>
                  <a:pt x="4" y="2190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7610400" y="1857240"/>
            <a:ext cx="3115080" cy="857520"/>
          </a:xfrm>
          <a:custGeom>
            <a:avLst/>
            <a:gdLst/>
            <a:ahLst/>
            <a:rect l="0" t="0" r="r" b="b"/>
            <a:pathLst>
              <a:path w="8653" h="2382">
                <a:moveTo>
                  <a:pt x="0" y="2144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8" y="81"/>
                  <a:pt x="69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8414" y="0"/>
                </a:lnTo>
                <a:cubicBezTo>
                  <a:pt x="8430" y="0"/>
                  <a:pt x="8446" y="1"/>
                  <a:pt x="8461" y="4"/>
                </a:cubicBezTo>
                <a:cubicBezTo>
                  <a:pt x="8476" y="7"/>
                  <a:pt x="8491" y="12"/>
                  <a:pt x="8506" y="18"/>
                </a:cubicBezTo>
                <a:cubicBezTo>
                  <a:pt x="8520" y="24"/>
                  <a:pt x="8534" y="31"/>
                  <a:pt x="8547" y="40"/>
                </a:cubicBezTo>
                <a:cubicBezTo>
                  <a:pt x="8560" y="49"/>
                  <a:pt x="8572" y="59"/>
                  <a:pt x="8583" y="70"/>
                </a:cubicBezTo>
                <a:cubicBezTo>
                  <a:pt x="8594" y="81"/>
                  <a:pt x="8604" y="93"/>
                  <a:pt x="8612" y="106"/>
                </a:cubicBezTo>
                <a:cubicBezTo>
                  <a:pt x="8621" y="119"/>
                  <a:pt x="8628" y="132"/>
                  <a:pt x="8634" y="147"/>
                </a:cubicBezTo>
                <a:cubicBezTo>
                  <a:pt x="8640" y="161"/>
                  <a:pt x="8645" y="176"/>
                  <a:pt x="8648" y="192"/>
                </a:cubicBezTo>
                <a:cubicBezTo>
                  <a:pt x="8651" y="207"/>
                  <a:pt x="8653" y="222"/>
                  <a:pt x="8653" y="238"/>
                </a:cubicBezTo>
                <a:lnTo>
                  <a:pt x="8653" y="2144"/>
                </a:lnTo>
                <a:cubicBezTo>
                  <a:pt x="8653" y="2160"/>
                  <a:pt x="8651" y="2175"/>
                  <a:pt x="8648" y="2190"/>
                </a:cubicBezTo>
                <a:cubicBezTo>
                  <a:pt x="8645" y="2206"/>
                  <a:pt x="8640" y="2221"/>
                  <a:pt x="8634" y="2235"/>
                </a:cubicBezTo>
                <a:cubicBezTo>
                  <a:pt x="8628" y="2250"/>
                  <a:pt x="8621" y="2263"/>
                  <a:pt x="8612" y="2276"/>
                </a:cubicBezTo>
                <a:cubicBezTo>
                  <a:pt x="8604" y="2289"/>
                  <a:pt x="8594" y="2301"/>
                  <a:pt x="8583" y="2312"/>
                </a:cubicBezTo>
                <a:cubicBezTo>
                  <a:pt x="8572" y="2323"/>
                  <a:pt x="8560" y="2333"/>
                  <a:pt x="8547" y="2342"/>
                </a:cubicBezTo>
                <a:cubicBezTo>
                  <a:pt x="8534" y="2351"/>
                  <a:pt x="8520" y="2358"/>
                  <a:pt x="8506" y="2364"/>
                </a:cubicBezTo>
                <a:cubicBezTo>
                  <a:pt x="8491" y="2370"/>
                  <a:pt x="8476" y="2374"/>
                  <a:pt x="8461" y="2378"/>
                </a:cubicBezTo>
                <a:cubicBezTo>
                  <a:pt x="8446" y="2381"/>
                  <a:pt x="8430" y="2382"/>
                  <a:pt x="8414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4"/>
                  <a:pt x="161" y="2370"/>
                  <a:pt x="147" y="2364"/>
                </a:cubicBezTo>
                <a:cubicBezTo>
                  <a:pt x="132" y="2358"/>
                  <a:pt x="119" y="2351"/>
                  <a:pt x="106" y="2342"/>
                </a:cubicBezTo>
                <a:cubicBezTo>
                  <a:pt x="93" y="2333"/>
                  <a:pt x="81" y="2323"/>
                  <a:pt x="69" y="2312"/>
                </a:cubicBezTo>
                <a:cubicBezTo>
                  <a:pt x="58" y="2301"/>
                  <a:pt x="49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7" y="2206"/>
                  <a:pt x="4" y="2190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237800" y="21304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790040" y="2040840"/>
            <a:ext cx="301825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TorchVision / TorchAudio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71400" y="3509640"/>
            <a:ext cx="5229360" cy="2553120"/>
          </a:xfrm>
          <a:custGeom>
            <a:avLst/>
            <a:gdLst/>
            <a:ahLst/>
            <a:rect l="0" t="0" r="r" b="b"/>
            <a:pathLst>
              <a:path w="14526" h="7092">
                <a:moveTo>
                  <a:pt x="0" y="689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14328" y="0"/>
                </a:lnTo>
                <a:cubicBezTo>
                  <a:pt x="14341" y="0"/>
                  <a:pt x="14354" y="2"/>
                  <a:pt x="14367" y="4"/>
                </a:cubicBezTo>
                <a:cubicBezTo>
                  <a:pt x="14379" y="7"/>
                  <a:pt x="14392" y="11"/>
                  <a:pt x="14404" y="15"/>
                </a:cubicBezTo>
                <a:cubicBezTo>
                  <a:pt x="14416" y="20"/>
                  <a:pt x="14427" y="27"/>
                  <a:pt x="14438" y="34"/>
                </a:cubicBezTo>
                <a:cubicBezTo>
                  <a:pt x="14449" y="41"/>
                  <a:pt x="14459" y="49"/>
                  <a:pt x="14468" y="59"/>
                </a:cubicBezTo>
                <a:cubicBezTo>
                  <a:pt x="14478" y="68"/>
                  <a:pt x="14486" y="78"/>
                  <a:pt x="14493" y="89"/>
                </a:cubicBezTo>
                <a:cubicBezTo>
                  <a:pt x="14500" y="99"/>
                  <a:pt x="14506" y="111"/>
                  <a:pt x="14511" y="123"/>
                </a:cubicBezTo>
                <a:cubicBezTo>
                  <a:pt x="14516" y="135"/>
                  <a:pt x="14520" y="147"/>
                  <a:pt x="14523" y="160"/>
                </a:cubicBezTo>
                <a:cubicBezTo>
                  <a:pt x="14525" y="173"/>
                  <a:pt x="14526" y="186"/>
                  <a:pt x="14526" y="199"/>
                </a:cubicBezTo>
                <a:lnTo>
                  <a:pt x="14526" y="6894"/>
                </a:lnTo>
                <a:cubicBezTo>
                  <a:pt x="14526" y="6907"/>
                  <a:pt x="14525" y="6920"/>
                  <a:pt x="14523" y="6933"/>
                </a:cubicBezTo>
                <a:cubicBezTo>
                  <a:pt x="14520" y="6945"/>
                  <a:pt x="14516" y="6958"/>
                  <a:pt x="14511" y="6970"/>
                </a:cubicBezTo>
                <a:cubicBezTo>
                  <a:pt x="14506" y="6982"/>
                  <a:pt x="14500" y="6993"/>
                  <a:pt x="14493" y="7004"/>
                </a:cubicBezTo>
                <a:cubicBezTo>
                  <a:pt x="14486" y="7015"/>
                  <a:pt x="14478" y="7025"/>
                  <a:pt x="14468" y="7034"/>
                </a:cubicBezTo>
                <a:cubicBezTo>
                  <a:pt x="14459" y="7043"/>
                  <a:pt x="14449" y="7052"/>
                  <a:pt x="14438" y="7059"/>
                </a:cubicBezTo>
                <a:cubicBezTo>
                  <a:pt x="14427" y="7066"/>
                  <a:pt x="14416" y="7072"/>
                  <a:pt x="14404" y="7077"/>
                </a:cubicBezTo>
                <a:cubicBezTo>
                  <a:pt x="14392" y="7082"/>
                  <a:pt x="14379" y="7086"/>
                  <a:pt x="14367" y="7088"/>
                </a:cubicBezTo>
                <a:cubicBezTo>
                  <a:pt x="14354" y="7091"/>
                  <a:pt x="14341" y="7092"/>
                  <a:pt x="14328" y="7092"/>
                </a:cubicBezTo>
                <a:lnTo>
                  <a:pt x="198" y="7092"/>
                </a:lnTo>
                <a:cubicBezTo>
                  <a:pt x="185" y="7092"/>
                  <a:pt x="172" y="7091"/>
                  <a:pt x="160" y="7088"/>
                </a:cubicBezTo>
                <a:cubicBezTo>
                  <a:pt x="147" y="7086"/>
                  <a:pt x="134" y="7082"/>
                  <a:pt x="122" y="7077"/>
                </a:cubicBezTo>
                <a:cubicBezTo>
                  <a:pt x="110" y="7072"/>
                  <a:pt x="99" y="7066"/>
                  <a:pt x="88" y="7059"/>
                </a:cubicBezTo>
                <a:cubicBezTo>
                  <a:pt x="77" y="7052"/>
                  <a:pt x="67" y="7043"/>
                  <a:pt x="58" y="7034"/>
                </a:cubicBezTo>
                <a:cubicBezTo>
                  <a:pt x="49" y="7025"/>
                  <a:pt x="40" y="7015"/>
                  <a:pt x="33" y="7004"/>
                </a:cubicBezTo>
                <a:cubicBezTo>
                  <a:pt x="26" y="6993"/>
                  <a:pt x="20" y="6982"/>
                  <a:pt x="15" y="6970"/>
                </a:cubicBezTo>
                <a:cubicBezTo>
                  <a:pt x="10" y="6958"/>
                  <a:pt x="6" y="6945"/>
                  <a:pt x="4" y="6933"/>
                </a:cubicBezTo>
                <a:cubicBezTo>
                  <a:pt x="1" y="6920"/>
                  <a:pt x="0" y="6907"/>
                  <a:pt x="0" y="68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71400" y="3509640"/>
            <a:ext cx="5229360" cy="2553120"/>
          </a:xfrm>
          <a:custGeom>
            <a:avLst/>
            <a:gdLst/>
            <a:ahLst/>
            <a:rect l="0" t="0" r="r" b="b"/>
            <a:pathLst>
              <a:path w="14526" h="7092">
                <a:moveTo>
                  <a:pt x="0" y="6894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14328" y="0"/>
                </a:lnTo>
                <a:cubicBezTo>
                  <a:pt x="14341" y="0"/>
                  <a:pt x="14354" y="2"/>
                  <a:pt x="14367" y="4"/>
                </a:cubicBezTo>
                <a:cubicBezTo>
                  <a:pt x="14379" y="7"/>
                  <a:pt x="14392" y="11"/>
                  <a:pt x="14404" y="15"/>
                </a:cubicBezTo>
                <a:cubicBezTo>
                  <a:pt x="14416" y="20"/>
                  <a:pt x="14427" y="27"/>
                  <a:pt x="14438" y="34"/>
                </a:cubicBezTo>
                <a:cubicBezTo>
                  <a:pt x="14449" y="41"/>
                  <a:pt x="14459" y="49"/>
                  <a:pt x="14468" y="59"/>
                </a:cubicBezTo>
                <a:cubicBezTo>
                  <a:pt x="14478" y="68"/>
                  <a:pt x="14486" y="78"/>
                  <a:pt x="14493" y="89"/>
                </a:cubicBezTo>
                <a:cubicBezTo>
                  <a:pt x="14500" y="99"/>
                  <a:pt x="14506" y="111"/>
                  <a:pt x="14511" y="123"/>
                </a:cubicBezTo>
                <a:cubicBezTo>
                  <a:pt x="14516" y="135"/>
                  <a:pt x="14520" y="147"/>
                  <a:pt x="14523" y="160"/>
                </a:cubicBezTo>
                <a:cubicBezTo>
                  <a:pt x="14525" y="173"/>
                  <a:pt x="14526" y="186"/>
                  <a:pt x="14526" y="199"/>
                </a:cubicBezTo>
                <a:lnTo>
                  <a:pt x="14526" y="6894"/>
                </a:lnTo>
                <a:cubicBezTo>
                  <a:pt x="14526" y="6907"/>
                  <a:pt x="14525" y="6920"/>
                  <a:pt x="14523" y="6933"/>
                </a:cubicBezTo>
                <a:cubicBezTo>
                  <a:pt x="14520" y="6945"/>
                  <a:pt x="14516" y="6958"/>
                  <a:pt x="14511" y="6970"/>
                </a:cubicBezTo>
                <a:cubicBezTo>
                  <a:pt x="14506" y="6982"/>
                  <a:pt x="14500" y="6993"/>
                  <a:pt x="14493" y="7004"/>
                </a:cubicBezTo>
                <a:cubicBezTo>
                  <a:pt x="14486" y="7015"/>
                  <a:pt x="14478" y="7025"/>
                  <a:pt x="14468" y="7034"/>
                </a:cubicBezTo>
                <a:cubicBezTo>
                  <a:pt x="14459" y="7043"/>
                  <a:pt x="14449" y="7052"/>
                  <a:pt x="14438" y="7059"/>
                </a:cubicBezTo>
                <a:cubicBezTo>
                  <a:pt x="14427" y="7066"/>
                  <a:pt x="14416" y="7072"/>
                  <a:pt x="14404" y="7077"/>
                </a:cubicBezTo>
                <a:cubicBezTo>
                  <a:pt x="14392" y="7082"/>
                  <a:pt x="14379" y="7086"/>
                  <a:pt x="14367" y="7088"/>
                </a:cubicBezTo>
                <a:cubicBezTo>
                  <a:pt x="14354" y="7091"/>
                  <a:pt x="14341" y="7092"/>
                  <a:pt x="14328" y="7092"/>
                </a:cubicBezTo>
                <a:lnTo>
                  <a:pt x="198" y="7092"/>
                </a:lnTo>
                <a:cubicBezTo>
                  <a:pt x="185" y="7092"/>
                  <a:pt x="172" y="7091"/>
                  <a:pt x="160" y="7088"/>
                </a:cubicBezTo>
                <a:cubicBezTo>
                  <a:pt x="147" y="7086"/>
                  <a:pt x="134" y="7082"/>
                  <a:pt x="122" y="7077"/>
                </a:cubicBezTo>
                <a:cubicBezTo>
                  <a:pt x="110" y="7072"/>
                  <a:pt x="99" y="7066"/>
                  <a:pt x="88" y="7059"/>
                </a:cubicBezTo>
                <a:cubicBezTo>
                  <a:pt x="77" y="7052"/>
                  <a:pt x="67" y="7043"/>
                  <a:pt x="58" y="7034"/>
                </a:cubicBezTo>
                <a:cubicBezTo>
                  <a:pt x="49" y="7025"/>
                  <a:pt x="40" y="7015"/>
                  <a:pt x="33" y="7004"/>
                </a:cubicBezTo>
                <a:cubicBezTo>
                  <a:pt x="26" y="6993"/>
                  <a:pt x="20" y="6982"/>
                  <a:pt x="15" y="6970"/>
                </a:cubicBezTo>
                <a:cubicBezTo>
                  <a:pt x="10" y="6958"/>
                  <a:pt x="6" y="6945"/>
                  <a:pt x="4" y="6933"/>
                </a:cubicBezTo>
                <a:cubicBezTo>
                  <a:pt x="1" y="6920"/>
                  <a:pt x="0" y="6907"/>
                  <a:pt x="0" y="68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846280" y="2367000"/>
            <a:ext cx="695952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66720" y="3050640"/>
            <a:ext cx="384251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Video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TorchCodec → TorchVision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28720" y="3665520"/>
            <a:ext cx="1257379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828720" y="3855960"/>
            <a:ext cx="4607668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VideoDecoder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28720" y="4037040"/>
            <a:ext cx="38747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torchvision.transforms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v2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28720" y="4408560"/>
            <a:ext cx="4084344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clip = VideoDecoder(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)[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: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28720" y="4599000"/>
            <a:ext cx="3036916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uint8 tensor, (10, C, H, W)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828720" y="4970520"/>
            <a:ext cx="2513592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transform = v2.Compose([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28720" y="5151600"/>
            <a:ext cx="3141892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v2.RandomResizedCrop(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224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),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28720" y="5342040"/>
            <a:ext cx="4398105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v2.ToDtype(torch.float32, scale=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),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28720" y="5523120"/>
            <a:ext cx="2103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291000" y="3509640"/>
            <a:ext cx="5229720" cy="1991160"/>
          </a:xfrm>
          <a:custGeom>
            <a:avLst/>
            <a:gdLst/>
            <a:ahLst/>
            <a:rect l="0" t="0" r="r" b="b"/>
            <a:pathLst>
              <a:path w="14527" h="5531">
                <a:moveTo>
                  <a:pt x="0" y="533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7"/>
                  <a:pt x="111" y="20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4328" y="0"/>
                </a:lnTo>
                <a:cubicBezTo>
                  <a:pt x="14341" y="0"/>
                  <a:pt x="14354" y="2"/>
                  <a:pt x="14367" y="4"/>
                </a:cubicBezTo>
                <a:cubicBezTo>
                  <a:pt x="14380" y="7"/>
                  <a:pt x="14392" y="11"/>
                  <a:pt x="14404" y="15"/>
                </a:cubicBezTo>
                <a:cubicBezTo>
                  <a:pt x="14416" y="20"/>
                  <a:pt x="14428" y="27"/>
                  <a:pt x="14439" y="34"/>
                </a:cubicBezTo>
                <a:cubicBezTo>
                  <a:pt x="14449" y="41"/>
                  <a:pt x="14460" y="49"/>
                  <a:pt x="14469" y="59"/>
                </a:cubicBezTo>
                <a:cubicBezTo>
                  <a:pt x="14478" y="68"/>
                  <a:pt x="14486" y="78"/>
                  <a:pt x="14493" y="89"/>
                </a:cubicBezTo>
                <a:cubicBezTo>
                  <a:pt x="14501" y="99"/>
                  <a:pt x="14507" y="111"/>
                  <a:pt x="14512" y="123"/>
                </a:cubicBezTo>
                <a:cubicBezTo>
                  <a:pt x="14517" y="135"/>
                  <a:pt x="14520" y="147"/>
                  <a:pt x="14523" y="160"/>
                </a:cubicBezTo>
                <a:cubicBezTo>
                  <a:pt x="14526" y="173"/>
                  <a:pt x="14527" y="186"/>
                  <a:pt x="14527" y="199"/>
                </a:cubicBezTo>
                <a:lnTo>
                  <a:pt x="14527" y="5333"/>
                </a:lnTo>
                <a:cubicBezTo>
                  <a:pt x="14527" y="5346"/>
                  <a:pt x="14526" y="5359"/>
                  <a:pt x="14523" y="5371"/>
                </a:cubicBezTo>
                <a:cubicBezTo>
                  <a:pt x="14520" y="5384"/>
                  <a:pt x="14517" y="5397"/>
                  <a:pt x="14512" y="5409"/>
                </a:cubicBezTo>
                <a:cubicBezTo>
                  <a:pt x="14507" y="5421"/>
                  <a:pt x="14501" y="5432"/>
                  <a:pt x="14493" y="5443"/>
                </a:cubicBezTo>
                <a:cubicBezTo>
                  <a:pt x="14486" y="5454"/>
                  <a:pt x="14478" y="5464"/>
                  <a:pt x="14469" y="5473"/>
                </a:cubicBezTo>
                <a:cubicBezTo>
                  <a:pt x="14460" y="5482"/>
                  <a:pt x="14449" y="5491"/>
                  <a:pt x="14439" y="5498"/>
                </a:cubicBezTo>
                <a:cubicBezTo>
                  <a:pt x="14428" y="5505"/>
                  <a:pt x="14416" y="5511"/>
                  <a:pt x="14404" y="5516"/>
                </a:cubicBezTo>
                <a:cubicBezTo>
                  <a:pt x="14392" y="5521"/>
                  <a:pt x="14380" y="5525"/>
                  <a:pt x="14367" y="5527"/>
                </a:cubicBezTo>
                <a:cubicBezTo>
                  <a:pt x="14354" y="5530"/>
                  <a:pt x="14341" y="5531"/>
                  <a:pt x="14328" y="5531"/>
                </a:cubicBezTo>
                <a:lnTo>
                  <a:pt x="199" y="5531"/>
                </a:lnTo>
                <a:cubicBezTo>
                  <a:pt x="186" y="5531"/>
                  <a:pt x="173" y="5530"/>
                  <a:pt x="160" y="5527"/>
                </a:cubicBezTo>
                <a:cubicBezTo>
                  <a:pt x="147" y="5525"/>
                  <a:pt x="135" y="5521"/>
                  <a:pt x="123" y="5516"/>
                </a:cubicBezTo>
                <a:cubicBezTo>
                  <a:pt x="111" y="5511"/>
                  <a:pt x="99" y="5505"/>
                  <a:pt x="88" y="5498"/>
                </a:cubicBezTo>
                <a:cubicBezTo>
                  <a:pt x="78" y="5491"/>
                  <a:pt x="68" y="5482"/>
                  <a:pt x="58" y="5473"/>
                </a:cubicBezTo>
                <a:cubicBezTo>
                  <a:pt x="49" y="5464"/>
                  <a:pt x="41" y="5454"/>
                  <a:pt x="34" y="5443"/>
                </a:cubicBezTo>
                <a:cubicBezTo>
                  <a:pt x="26" y="5432"/>
                  <a:pt x="20" y="5421"/>
                  <a:pt x="15" y="5409"/>
                </a:cubicBezTo>
                <a:cubicBezTo>
                  <a:pt x="10" y="5397"/>
                  <a:pt x="7" y="5384"/>
                  <a:pt x="4" y="5371"/>
                </a:cubicBezTo>
                <a:cubicBezTo>
                  <a:pt x="1" y="5359"/>
                  <a:pt x="0" y="5346"/>
                  <a:pt x="0" y="53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291000" y="3509640"/>
            <a:ext cx="5229720" cy="1991160"/>
          </a:xfrm>
          <a:custGeom>
            <a:avLst/>
            <a:gdLst/>
            <a:ahLst/>
            <a:rect l="0" t="0" r="r" b="b"/>
            <a:pathLst>
              <a:path w="14527" h="5531">
                <a:moveTo>
                  <a:pt x="0" y="533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7"/>
                  <a:pt x="111" y="20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14328" y="0"/>
                </a:lnTo>
                <a:cubicBezTo>
                  <a:pt x="14341" y="0"/>
                  <a:pt x="14354" y="2"/>
                  <a:pt x="14367" y="4"/>
                </a:cubicBezTo>
                <a:cubicBezTo>
                  <a:pt x="14380" y="7"/>
                  <a:pt x="14392" y="11"/>
                  <a:pt x="14404" y="15"/>
                </a:cubicBezTo>
                <a:cubicBezTo>
                  <a:pt x="14416" y="20"/>
                  <a:pt x="14428" y="27"/>
                  <a:pt x="14439" y="34"/>
                </a:cubicBezTo>
                <a:cubicBezTo>
                  <a:pt x="14449" y="41"/>
                  <a:pt x="14460" y="49"/>
                  <a:pt x="14469" y="59"/>
                </a:cubicBezTo>
                <a:cubicBezTo>
                  <a:pt x="14478" y="68"/>
                  <a:pt x="14486" y="78"/>
                  <a:pt x="14493" y="89"/>
                </a:cubicBezTo>
                <a:cubicBezTo>
                  <a:pt x="14501" y="99"/>
                  <a:pt x="14507" y="111"/>
                  <a:pt x="14512" y="123"/>
                </a:cubicBezTo>
                <a:cubicBezTo>
                  <a:pt x="14517" y="135"/>
                  <a:pt x="14520" y="147"/>
                  <a:pt x="14523" y="160"/>
                </a:cubicBezTo>
                <a:cubicBezTo>
                  <a:pt x="14526" y="173"/>
                  <a:pt x="14527" y="186"/>
                  <a:pt x="14527" y="199"/>
                </a:cubicBezTo>
                <a:lnTo>
                  <a:pt x="14527" y="5333"/>
                </a:lnTo>
                <a:cubicBezTo>
                  <a:pt x="14527" y="5346"/>
                  <a:pt x="14526" y="5359"/>
                  <a:pt x="14523" y="5371"/>
                </a:cubicBezTo>
                <a:cubicBezTo>
                  <a:pt x="14520" y="5384"/>
                  <a:pt x="14517" y="5397"/>
                  <a:pt x="14512" y="5409"/>
                </a:cubicBezTo>
                <a:cubicBezTo>
                  <a:pt x="14507" y="5421"/>
                  <a:pt x="14501" y="5432"/>
                  <a:pt x="14493" y="5443"/>
                </a:cubicBezTo>
                <a:cubicBezTo>
                  <a:pt x="14486" y="5454"/>
                  <a:pt x="14478" y="5464"/>
                  <a:pt x="14469" y="5473"/>
                </a:cubicBezTo>
                <a:cubicBezTo>
                  <a:pt x="14460" y="5482"/>
                  <a:pt x="14449" y="5491"/>
                  <a:pt x="14439" y="5498"/>
                </a:cubicBezTo>
                <a:cubicBezTo>
                  <a:pt x="14428" y="5505"/>
                  <a:pt x="14416" y="5511"/>
                  <a:pt x="14404" y="5516"/>
                </a:cubicBezTo>
                <a:cubicBezTo>
                  <a:pt x="14392" y="5521"/>
                  <a:pt x="14380" y="5525"/>
                  <a:pt x="14367" y="5527"/>
                </a:cubicBezTo>
                <a:cubicBezTo>
                  <a:pt x="14354" y="5530"/>
                  <a:pt x="14341" y="5531"/>
                  <a:pt x="14328" y="5531"/>
                </a:cubicBezTo>
                <a:lnTo>
                  <a:pt x="199" y="5531"/>
                </a:lnTo>
                <a:cubicBezTo>
                  <a:pt x="186" y="5531"/>
                  <a:pt x="173" y="5530"/>
                  <a:pt x="160" y="5527"/>
                </a:cubicBezTo>
                <a:cubicBezTo>
                  <a:pt x="147" y="5525"/>
                  <a:pt x="135" y="5521"/>
                  <a:pt x="123" y="5516"/>
                </a:cubicBezTo>
                <a:cubicBezTo>
                  <a:pt x="111" y="5511"/>
                  <a:pt x="99" y="5505"/>
                  <a:pt x="88" y="5498"/>
                </a:cubicBezTo>
                <a:cubicBezTo>
                  <a:pt x="78" y="5491"/>
                  <a:pt x="68" y="5482"/>
                  <a:pt x="58" y="5473"/>
                </a:cubicBezTo>
                <a:cubicBezTo>
                  <a:pt x="49" y="5464"/>
                  <a:pt x="41" y="5454"/>
                  <a:pt x="34" y="5443"/>
                </a:cubicBezTo>
                <a:cubicBezTo>
                  <a:pt x="26" y="5432"/>
                  <a:pt x="20" y="5421"/>
                  <a:pt x="15" y="5409"/>
                </a:cubicBezTo>
                <a:cubicBezTo>
                  <a:pt x="10" y="5397"/>
                  <a:pt x="7" y="5384"/>
                  <a:pt x="4" y="5371"/>
                </a:cubicBezTo>
                <a:cubicBezTo>
                  <a:pt x="1" y="5359"/>
                  <a:pt x="0" y="5346"/>
                  <a:pt x="0" y="53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28720" y="5713560"/>
            <a:ext cx="2409004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batch = transform(clip)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286320" y="3050640"/>
            <a:ext cx="382890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Audio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TorchCodec → TorchAudio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448320" y="3665520"/>
            <a:ext cx="4607668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AudioDecoder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448320" y="3855960"/>
            <a:ext cx="5026406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torchaudio.transforms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MelSpectrogram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448320" y="4227480"/>
            <a:ext cx="3665217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 = AudioDecoder(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"audio.mp3"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6448320" y="4408560"/>
            <a:ext cx="3665217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samples = decoder.get_all_samples()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448320" y="4780080"/>
            <a:ext cx="2199441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mel = MelSpectrogram(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448320" y="4970520"/>
            <a:ext cx="3665217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sample_rate=samples.sample_rate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448320" y="5151600"/>
            <a:ext cx="15711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)(samples.data)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286320" y="6048360"/>
            <a:ext cx="1553040" cy="295560"/>
          </a:xfrm>
          <a:custGeom>
            <a:avLst/>
            <a:gdLst/>
            <a:ahLst/>
            <a:rect l="0" t="0" r="r" b="b"/>
            <a:pathLst>
              <a:path w="4314" h="821">
                <a:moveTo>
                  <a:pt x="0" y="662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155" y="0"/>
                </a:lnTo>
                <a:cubicBezTo>
                  <a:pt x="4165" y="0"/>
                  <a:pt x="4176" y="1"/>
                  <a:pt x="4186" y="3"/>
                </a:cubicBezTo>
                <a:cubicBezTo>
                  <a:pt x="4196" y="5"/>
                  <a:pt x="4206" y="8"/>
                  <a:pt x="4216" y="13"/>
                </a:cubicBezTo>
                <a:cubicBezTo>
                  <a:pt x="4225" y="17"/>
                  <a:pt x="4234" y="22"/>
                  <a:pt x="4243" y="27"/>
                </a:cubicBezTo>
                <a:cubicBezTo>
                  <a:pt x="4252" y="33"/>
                  <a:pt x="4260" y="40"/>
                  <a:pt x="4267" y="47"/>
                </a:cubicBezTo>
                <a:cubicBezTo>
                  <a:pt x="4275" y="54"/>
                  <a:pt x="4281" y="62"/>
                  <a:pt x="4287" y="71"/>
                </a:cubicBezTo>
                <a:cubicBezTo>
                  <a:pt x="4293" y="80"/>
                  <a:pt x="4298" y="89"/>
                  <a:pt x="4302" y="99"/>
                </a:cubicBezTo>
                <a:cubicBezTo>
                  <a:pt x="4306" y="108"/>
                  <a:pt x="4309" y="118"/>
                  <a:pt x="4311" y="128"/>
                </a:cubicBezTo>
                <a:cubicBezTo>
                  <a:pt x="4313" y="139"/>
                  <a:pt x="4314" y="149"/>
                  <a:pt x="4314" y="159"/>
                </a:cubicBezTo>
                <a:lnTo>
                  <a:pt x="4314" y="662"/>
                </a:lnTo>
                <a:cubicBezTo>
                  <a:pt x="4314" y="672"/>
                  <a:pt x="4313" y="683"/>
                  <a:pt x="4311" y="693"/>
                </a:cubicBezTo>
                <a:cubicBezTo>
                  <a:pt x="4309" y="703"/>
                  <a:pt x="4306" y="713"/>
                  <a:pt x="4302" y="723"/>
                </a:cubicBezTo>
                <a:cubicBezTo>
                  <a:pt x="4298" y="732"/>
                  <a:pt x="4293" y="742"/>
                  <a:pt x="4287" y="750"/>
                </a:cubicBezTo>
                <a:cubicBezTo>
                  <a:pt x="4281" y="759"/>
                  <a:pt x="4275" y="767"/>
                  <a:pt x="4267" y="774"/>
                </a:cubicBezTo>
                <a:cubicBezTo>
                  <a:pt x="4260" y="782"/>
                  <a:pt x="4252" y="788"/>
                  <a:pt x="4243" y="794"/>
                </a:cubicBezTo>
                <a:cubicBezTo>
                  <a:pt x="4234" y="800"/>
                  <a:pt x="4225" y="805"/>
                  <a:pt x="4216" y="809"/>
                </a:cubicBezTo>
                <a:cubicBezTo>
                  <a:pt x="4206" y="813"/>
                  <a:pt x="4196" y="816"/>
                  <a:pt x="4186" y="818"/>
                </a:cubicBezTo>
                <a:cubicBezTo>
                  <a:pt x="4176" y="820"/>
                  <a:pt x="4165" y="821"/>
                  <a:pt x="4155" y="821"/>
                </a:cubicBezTo>
                <a:lnTo>
                  <a:pt x="159" y="821"/>
                </a:lnTo>
                <a:cubicBezTo>
                  <a:pt x="148" y="821"/>
                  <a:pt x="138" y="820"/>
                  <a:pt x="128" y="818"/>
                </a:cubicBezTo>
                <a:cubicBezTo>
                  <a:pt x="118" y="816"/>
                  <a:pt x="108" y="813"/>
                  <a:pt x="98" y="809"/>
                </a:cubicBezTo>
                <a:cubicBezTo>
                  <a:pt x="88" y="805"/>
                  <a:pt x="79" y="800"/>
                  <a:pt x="71" y="794"/>
                </a:cubicBezTo>
                <a:cubicBezTo>
                  <a:pt x="62" y="788"/>
                  <a:pt x="54" y="782"/>
                  <a:pt x="46" y="774"/>
                </a:cubicBezTo>
                <a:cubicBezTo>
                  <a:pt x="39" y="767"/>
                  <a:pt x="33" y="759"/>
                  <a:pt x="27" y="750"/>
                </a:cubicBezTo>
                <a:cubicBezTo>
                  <a:pt x="21" y="742"/>
                  <a:pt x="16" y="732"/>
                  <a:pt x="12" y="723"/>
                </a:cubicBezTo>
                <a:cubicBezTo>
                  <a:pt x="8" y="713"/>
                  <a:pt x="5" y="703"/>
                  <a:pt x="3" y="693"/>
                </a:cubicBezTo>
                <a:cubicBezTo>
                  <a:pt x="1" y="683"/>
                  <a:pt x="0" y="672"/>
                  <a:pt x="0" y="66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286320" y="5698440"/>
            <a:ext cx="325347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Encoding goes the other way: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364080" y="6087240"/>
            <a:ext cx="151787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VideoEncoder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7972200" y="6048360"/>
            <a:ext cx="1553040" cy="295560"/>
          </a:xfrm>
          <a:custGeom>
            <a:avLst/>
            <a:gdLst/>
            <a:ahLst/>
            <a:rect l="0" t="0" r="r" b="b"/>
            <a:pathLst>
              <a:path w="4314" h="821">
                <a:moveTo>
                  <a:pt x="0" y="662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155" y="0"/>
                </a:lnTo>
                <a:cubicBezTo>
                  <a:pt x="4166" y="0"/>
                  <a:pt x="4176" y="1"/>
                  <a:pt x="4186" y="3"/>
                </a:cubicBezTo>
                <a:cubicBezTo>
                  <a:pt x="4196" y="5"/>
                  <a:pt x="4206" y="8"/>
                  <a:pt x="4216" y="13"/>
                </a:cubicBezTo>
                <a:cubicBezTo>
                  <a:pt x="4225" y="17"/>
                  <a:pt x="4235" y="22"/>
                  <a:pt x="4243" y="27"/>
                </a:cubicBezTo>
                <a:cubicBezTo>
                  <a:pt x="4252" y="33"/>
                  <a:pt x="4260" y="40"/>
                  <a:pt x="4267" y="47"/>
                </a:cubicBezTo>
                <a:cubicBezTo>
                  <a:pt x="4275" y="54"/>
                  <a:pt x="4281" y="62"/>
                  <a:pt x="4287" y="71"/>
                </a:cubicBezTo>
                <a:cubicBezTo>
                  <a:pt x="4293" y="80"/>
                  <a:pt x="4298" y="89"/>
                  <a:pt x="4302" y="99"/>
                </a:cubicBezTo>
                <a:cubicBezTo>
                  <a:pt x="4306" y="108"/>
                  <a:pt x="4309" y="118"/>
                  <a:pt x="4311" y="128"/>
                </a:cubicBezTo>
                <a:cubicBezTo>
                  <a:pt x="4313" y="139"/>
                  <a:pt x="4314" y="149"/>
                  <a:pt x="4314" y="159"/>
                </a:cubicBezTo>
                <a:lnTo>
                  <a:pt x="4314" y="662"/>
                </a:lnTo>
                <a:cubicBezTo>
                  <a:pt x="4314" y="672"/>
                  <a:pt x="4313" y="683"/>
                  <a:pt x="4311" y="693"/>
                </a:cubicBezTo>
                <a:cubicBezTo>
                  <a:pt x="4309" y="703"/>
                  <a:pt x="4306" y="713"/>
                  <a:pt x="4302" y="723"/>
                </a:cubicBezTo>
                <a:cubicBezTo>
                  <a:pt x="4298" y="732"/>
                  <a:pt x="4293" y="742"/>
                  <a:pt x="4287" y="750"/>
                </a:cubicBezTo>
                <a:cubicBezTo>
                  <a:pt x="4281" y="759"/>
                  <a:pt x="4275" y="767"/>
                  <a:pt x="4267" y="774"/>
                </a:cubicBezTo>
                <a:cubicBezTo>
                  <a:pt x="4260" y="782"/>
                  <a:pt x="4252" y="788"/>
                  <a:pt x="4243" y="794"/>
                </a:cubicBezTo>
                <a:cubicBezTo>
                  <a:pt x="4235" y="800"/>
                  <a:pt x="4225" y="805"/>
                  <a:pt x="4216" y="809"/>
                </a:cubicBezTo>
                <a:cubicBezTo>
                  <a:pt x="4206" y="813"/>
                  <a:pt x="4196" y="816"/>
                  <a:pt x="4186" y="818"/>
                </a:cubicBezTo>
                <a:cubicBezTo>
                  <a:pt x="4176" y="820"/>
                  <a:pt x="4166" y="821"/>
                  <a:pt x="4155" y="821"/>
                </a:cubicBezTo>
                <a:lnTo>
                  <a:pt x="159" y="821"/>
                </a:lnTo>
                <a:cubicBezTo>
                  <a:pt x="148" y="821"/>
                  <a:pt x="138" y="820"/>
                  <a:pt x="128" y="818"/>
                </a:cubicBezTo>
                <a:cubicBezTo>
                  <a:pt x="118" y="816"/>
                  <a:pt x="108" y="813"/>
                  <a:pt x="98" y="809"/>
                </a:cubicBezTo>
                <a:cubicBezTo>
                  <a:pt x="88" y="805"/>
                  <a:pt x="79" y="800"/>
                  <a:pt x="71" y="794"/>
                </a:cubicBezTo>
                <a:cubicBezTo>
                  <a:pt x="62" y="788"/>
                  <a:pt x="54" y="782"/>
                  <a:pt x="47" y="774"/>
                </a:cubicBezTo>
                <a:cubicBezTo>
                  <a:pt x="39" y="767"/>
                  <a:pt x="33" y="759"/>
                  <a:pt x="27" y="750"/>
                </a:cubicBezTo>
                <a:cubicBezTo>
                  <a:pt x="21" y="742"/>
                  <a:pt x="16" y="732"/>
                  <a:pt x="12" y="723"/>
                </a:cubicBezTo>
                <a:cubicBezTo>
                  <a:pt x="8" y="713"/>
                  <a:pt x="5" y="703"/>
                  <a:pt x="3" y="693"/>
                </a:cubicBezTo>
                <a:cubicBezTo>
                  <a:pt x="1" y="683"/>
                  <a:pt x="0" y="672"/>
                  <a:pt x="0" y="66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840440" y="604152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045280" y="6087240"/>
            <a:ext cx="151787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AudioEncoder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521640" y="6041520"/>
            <a:ext cx="38491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…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66720" y="3076560"/>
            <a:ext cx="10858680" cy="2714760"/>
          </a:xfrm>
          <a:custGeom>
            <a:avLst/>
            <a:gdLst/>
            <a:ahLst/>
            <a:rect l="0" t="0" r="r" b="b"/>
            <a:pathLst>
              <a:path w="30163" h="7541">
                <a:moveTo>
                  <a:pt x="0" y="7224"/>
                </a:moveTo>
                <a:lnTo>
                  <a:pt x="0" y="317"/>
                </a:ln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7" y="78"/>
                  <a:pt x="123" y="65"/>
                  <a:pt x="141" y="53"/>
                </a:cubicBezTo>
                <a:cubicBezTo>
                  <a:pt x="158" y="41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29846" y="0"/>
                </a:lnTo>
                <a:cubicBezTo>
                  <a:pt x="29866" y="0"/>
                  <a:pt x="29887" y="2"/>
                  <a:pt x="29908" y="6"/>
                </a:cubicBezTo>
                <a:cubicBezTo>
                  <a:pt x="29928" y="10"/>
                  <a:pt x="29948" y="16"/>
                  <a:pt x="29967" y="24"/>
                </a:cubicBezTo>
                <a:cubicBezTo>
                  <a:pt x="29986" y="32"/>
                  <a:pt x="30005" y="41"/>
                  <a:pt x="30022" y="53"/>
                </a:cubicBezTo>
                <a:cubicBezTo>
                  <a:pt x="30039" y="65"/>
                  <a:pt x="30055" y="78"/>
                  <a:pt x="30070" y="93"/>
                </a:cubicBezTo>
                <a:cubicBezTo>
                  <a:pt x="30085" y="107"/>
                  <a:pt x="30098" y="123"/>
                  <a:pt x="30110" y="141"/>
                </a:cubicBezTo>
                <a:cubicBezTo>
                  <a:pt x="30121" y="158"/>
                  <a:pt x="30131" y="176"/>
                  <a:pt x="30139" y="196"/>
                </a:cubicBezTo>
                <a:cubicBezTo>
                  <a:pt x="30147" y="215"/>
                  <a:pt x="30153" y="235"/>
                  <a:pt x="30157" y="255"/>
                </a:cubicBezTo>
                <a:cubicBezTo>
                  <a:pt x="30161" y="276"/>
                  <a:pt x="30163" y="296"/>
                  <a:pt x="30163" y="317"/>
                </a:cubicBezTo>
                <a:lnTo>
                  <a:pt x="30163" y="7224"/>
                </a:lnTo>
                <a:cubicBezTo>
                  <a:pt x="30163" y="7245"/>
                  <a:pt x="30161" y="7265"/>
                  <a:pt x="30157" y="7286"/>
                </a:cubicBezTo>
                <a:cubicBezTo>
                  <a:pt x="30153" y="7306"/>
                  <a:pt x="30147" y="7326"/>
                  <a:pt x="30139" y="7345"/>
                </a:cubicBezTo>
                <a:cubicBezTo>
                  <a:pt x="30131" y="7364"/>
                  <a:pt x="30121" y="7383"/>
                  <a:pt x="30110" y="7400"/>
                </a:cubicBezTo>
                <a:cubicBezTo>
                  <a:pt x="30098" y="7417"/>
                  <a:pt x="30085" y="7433"/>
                  <a:pt x="30070" y="7448"/>
                </a:cubicBezTo>
                <a:cubicBezTo>
                  <a:pt x="30055" y="7463"/>
                  <a:pt x="30039" y="7476"/>
                  <a:pt x="30022" y="7488"/>
                </a:cubicBezTo>
                <a:cubicBezTo>
                  <a:pt x="30005" y="7499"/>
                  <a:pt x="29986" y="7509"/>
                  <a:pt x="29967" y="7517"/>
                </a:cubicBezTo>
                <a:cubicBezTo>
                  <a:pt x="29948" y="7525"/>
                  <a:pt x="29928" y="7531"/>
                  <a:pt x="29908" y="7535"/>
                </a:cubicBezTo>
                <a:cubicBezTo>
                  <a:pt x="29887" y="7539"/>
                  <a:pt x="29866" y="7541"/>
                  <a:pt x="29846" y="7541"/>
                </a:cubicBezTo>
                <a:lnTo>
                  <a:pt x="317" y="7541"/>
                </a:lnTo>
                <a:cubicBezTo>
                  <a:pt x="296" y="7541"/>
                  <a:pt x="276" y="7539"/>
                  <a:pt x="255" y="7535"/>
                </a:cubicBezTo>
                <a:cubicBezTo>
                  <a:pt x="235" y="7531"/>
                  <a:pt x="215" y="7525"/>
                  <a:pt x="196" y="7517"/>
                </a:cubicBezTo>
                <a:cubicBezTo>
                  <a:pt x="176" y="7509"/>
                  <a:pt x="158" y="7499"/>
                  <a:pt x="141" y="7488"/>
                </a:cubicBezTo>
                <a:cubicBezTo>
                  <a:pt x="123" y="7476"/>
                  <a:pt x="107" y="7463"/>
                  <a:pt x="93" y="7448"/>
                </a:cubicBezTo>
                <a:cubicBezTo>
                  <a:pt x="78" y="7433"/>
                  <a:pt x="65" y="7417"/>
                  <a:pt x="53" y="7400"/>
                </a:cubicBezTo>
                <a:cubicBezTo>
                  <a:pt x="42" y="7383"/>
                  <a:pt x="32" y="7364"/>
                  <a:pt x="24" y="7345"/>
                </a:cubicBezTo>
                <a:cubicBezTo>
                  <a:pt x="16" y="7326"/>
                  <a:pt x="10" y="7306"/>
                  <a:pt x="6" y="7286"/>
                </a:cubicBezTo>
                <a:cubicBezTo>
                  <a:pt x="2" y="7265"/>
                  <a:pt x="0" y="7245"/>
                  <a:pt x="0" y="7224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981000" y="14284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66720" y="541080"/>
            <a:ext cx="9443174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TorchVision and TorchAudio are </a:t>
            </a:r>
            <a:r>
              <a:rPr lang="en-US" sz="30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 deprecated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200240" y="1301760"/>
            <a:ext cx="1075615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They're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focused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transforms are what the community uses most, so that's where the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981000" y="2295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200240" y="1701720"/>
            <a:ext cx="136196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effort goes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200240" y="2168640"/>
            <a:ext cx="1092061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Models, datasets, pipelines: no longer under active development, better served by the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200240" y="2568600"/>
            <a:ext cx="392299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ecosystem (e.g. HuggingFace)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228680" y="39528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9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14400" y="3277800"/>
            <a:ext cx="5526403" cy="32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1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All three libraries are now ABI stable</a:t>
            </a:r>
            <a:endParaRPr lang="en-US" sz="23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447920" y="3825720"/>
            <a:ext cx="1043850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 release is no longer tied to a single PyTorch version: it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keeps working with the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228680" y="4819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9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447920" y="4226040"/>
            <a:ext cx="481878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PyTorch versions that come after it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447920" y="4692600"/>
            <a:ext cx="954270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No rebuild for every PyTorch release → release cadences no longer match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447920" y="5092560"/>
            <a:ext cx="411000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PyTorch's,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and that's expected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361880" y="5886360"/>
            <a:ext cx="1667160" cy="285840"/>
          </a:xfrm>
          <a:custGeom>
            <a:avLst/>
            <a:gdLst/>
            <a:ahLst/>
            <a:rect l="0" t="0" r="r" b="b"/>
            <a:pathLst>
              <a:path w="4631" h="794">
                <a:moveTo>
                  <a:pt x="0" y="635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72" y="0"/>
                </a:lnTo>
                <a:cubicBezTo>
                  <a:pt x="4483" y="0"/>
                  <a:pt x="4493" y="1"/>
                  <a:pt x="4503" y="3"/>
                </a:cubicBezTo>
                <a:cubicBezTo>
                  <a:pt x="4514" y="5"/>
                  <a:pt x="4524" y="8"/>
                  <a:pt x="4533" y="12"/>
                </a:cubicBezTo>
                <a:cubicBezTo>
                  <a:pt x="4543" y="16"/>
                  <a:pt x="4552" y="21"/>
                  <a:pt x="4561" y="27"/>
                </a:cubicBezTo>
                <a:cubicBezTo>
                  <a:pt x="4569" y="32"/>
                  <a:pt x="4577" y="39"/>
                  <a:pt x="4585" y="46"/>
                </a:cubicBezTo>
                <a:cubicBezTo>
                  <a:pt x="4592" y="54"/>
                  <a:pt x="4599" y="62"/>
                  <a:pt x="4604" y="70"/>
                </a:cubicBezTo>
                <a:cubicBezTo>
                  <a:pt x="4610" y="79"/>
                  <a:pt x="4615" y="88"/>
                  <a:pt x="4619" y="98"/>
                </a:cubicBezTo>
                <a:cubicBezTo>
                  <a:pt x="4623" y="107"/>
                  <a:pt x="4626" y="117"/>
                  <a:pt x="4628" y="128"/>
                </a:cubicBezTo>
                <a:cubicBezTo>
                  <a:pt x="4630" y="138"/>
                  <a:pt x="4631" y="148"/>
                  <a:pt x="4631" y="158"/>
                </a:cubicBezTo>
                <a:lnTo>
                  <a:pt x="4631" y="635"/>
                </a:lnTo>
                <a:cubicBezTo>
                  <a:pt x="4631" y="645"/>
                  <a:pt x="4630" y="655"/>
                  <a:pt x="4628" y="666"/>
                </a:cubicBezTo>
                <a:cubicBezTo>
                  <a:pt x="4626" y="676"/>
                  <a:pt x="4623" y="686"/>
                  <a:pt x="4619" y="695"/>
                </a:cubicBezTo>
                <a:cubicBezTo>
                  <a:pt x="4615" y="706"/>
                  <a:pt x="4610" y="715"/>
                  <a:pt x="4604" y="724"/>
                </a:cubicBezTo>
                <a:cubicBezTo>
                  <a:pt x="4599" y="733"/>
                  <a:pt x="4592" y="741"/>
                  <a:pt x="4585" y="748"/>
                </a:cubicBezTo>
                <a:cubicBezTo>
                  <a:pt x="4577" y="755"/>
                  <a:pt x="4569" y="762"/>
                  <a:pt x="4561" y="768"/>
                </a:cubicBezTo>
                <a:cubicBezTo>
                  <a:pt x="4552" y="774"/>
                  <a:pt x="4543" y="778"/>
                  <a:pt x="4533" y="782"/>
                </a:cubicBezTo>
                <a:cubicBezTo>
                  <a:pt x="4524" y="786"/>
                  <a:pt x="4514" y="789"/>
                  <a:pt x="4503" y="791"/>
                </a:cubicBezTo>
                <a:cubicBezTo>
                  <a:pt x="4493" y="793"/>
                  <a:pt x="4483" y="794"/>
                  <a:pt x="4472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5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5"/>
                  <a:pt x="0" y="645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66720" y="5883840"/>
            <a:ext cx="756604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79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Still on 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438560" y="5924160"/>
            <a:ext cx="1646179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777777"/>
                </a:solidFill>
                <a:effectLst/>
                <a:uFillTx/>
                <a:latin typeface="Courier New"/>
                <a:ea typeface="Courier New"/>
              </a:rPr>
              <a:t>torchvision.io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209760" y="5886360"/>
            <a:ext cx="1229040" cy="285840"/>
          </a:xfrm>
          <a:custGeom>
            <a:avLst/>
            <a:gdLst/>
            <a:ahLst/>
            <a:rect l="0" t="0" r="r" b="b"/>
            <a:pathLst>
              <a:path w="3414" h="794">
                <a:moveTo>
                  <a:pt x="0" y="635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255" y="0"/>
                </a:lnTo>
                <a:cubicBezTo>
                  <a:pt x="3266" y="0"/>
                  <a:pt x="3276" y="1"/>
                  <a:pt x="3286" y="3"/>
                </a:cubicBezTo>
                <a:cubicBezTo>
                  <a:pt x="3297" y="5"/>
                  <a:pt x="3306" y="8"/>
                  <a:pt x="3316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2" y="32"/>
                  <a:pt x="3360" y="39"/>
                  <a:pt x="3368" y="46"/>
                </a:cubicBezTo>
                <a:cubicBezTo>
                  <a:pt x="3375" y="54"/>
                  <a:pt x="3382" y="62"/>
                  <a:pt x="3387" y="70"/>
                </a:cubicBezTo>
                <a:cubicBezTo>
                  <a:pt x="3393" y="79"/>
                  <a:pt x="3398" y="88"/>
                  <a:pt x="3402" y="98"/>
                </a:cubicBezTo>
                <a:cubicBezTo>
                  <a:pt x="3406" y="107"/>
                  <a:pt x="3409" y="117"/>
                  <a:pt x="3411" y="128"/>
                </a:cubicBezTo>
                <a:cubicBezTo>
                  <a:pt x="3413" y="138"/>
                  <a:pt x="3414" y="148"/>
                  <a:pt x="3414" y="158"/>
                </a:cubicBezTo>
                <a:lnTo>
                  <a:pt x="3414" y="635"/>
                </a:lnTo>
                <a:cubicBezTo>
                  <a:pt x="3414" y="645"/>
                  <a:pt x="3413" y="655"/>
                  <a:pt x="3411" y="666"/>
                </a:cubicBezTo>
                <a:cubicBezTo>
                  <a:pt x="3409" y="676"/>
                  <a:pt x="3406" y="686"/>
                  <a:pt x="3402" y="695"/>
                </a:cubicBezTo>
                <a:cubicBezTo>
                  <a:pt x="3398" y="706"/>
                  <a:pt x="3393" y="715"/>
                  <a:pt x="3387" y="724"/>
                </a:cubicBezTo>
                <a:cubicBezTo>
                  <a:pt x="3382" y="733"/>
                  <a:pt x="3375" y="741"/>
                  <a:pt x="3368" y="748"/>
                </a:cubicBezTo>
                <a:cubicBezTo>
                  <a:pt x="3360" y="755"/>
                  <a:pt x="3352" y="762"/>
                  <a:pt x="3344" y="768"/>
                </a:cubicBezTo>
                <a:cubicBezTo>
                  <a:pt x="3335" y="774"/>
                  <a:pt x="3326" y="778"/>
                  <a:pt x="3316" y="782"/>
                </a:cubicBezTo>
                <a:cubicBezTo>
                  <a:pt x="3306" y="786"/>
                  <a:pt x="3297" y="789"/>
                  <a:pt x="3286" y="791"/>
                </a:cubicBezTo>
                <a:cubicBezTo>
                  <a:pt x="3276" y="793"/>
                  <a:pt x="3266" y="794"/>
                  <a:pt x="3255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8" y="778"/>
                  <a:pt x="79" y="774"/>
                  <a:pt x="71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5"/>
                </a:cubicBezTo>
                <a:cubicBezTo>
                  <a:pt x="8" y="686"/>
                  <a:pt x="5" y="676"/>
                  <a:pt x="3" y="666"/>
                </a:cubicBezTo>
                <a:cubicBezTo>
                  <a:pt x="1" y="655"/>
                  <a:pt x="0" y="645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033000" y="5883840"/>
            <a:ext cx="230169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79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/ 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283200" y="5924160"/>
            <a:ext cx="117612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777777"/>
                </a:solidFill>
                <a:effectLst/>
                <a:uFillTx/>
                <a:latin typeface="Courier New"/>
                <a:ea typeface="Courier New"/>
              </a:rPr>
              <a:t>torchaudio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4442760" y="5883840"/>
            <a:ext cx="4381387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79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decoding? → TorchCodec </a:t>
            </a:r>
            <a:r>
              <a:rPr lang="en-US" sz="1679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migration guide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80200" y="6397920"/>
            <a:ext cx="218311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Docs: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LibTorch stable ABI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266920" y="3276360"/>
            <a:ext cx="2200320" cy="857520"/>
          </a:xfrm>
          <a:custGeom>
            <a:avLst/>
            <a:gdLst/>
            <a:ahLst/>
            <a:rect l="0" t="0" r="r" b="b"/>
            <a:pathLst>
              <a:path w="6112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874" y="0"/>
                </a:lnTo>
                <a:cubicBezTo>
                  <a:pt x="5890" y="0"/>
                  <a:pt x="5905" y="2"/>
                  <a:pt x="5921" y="5"/>
                </a:cubicBezTo>
                <a:cubicBezTo>
                  <a:pt x="5936" y="8"/>
                  <a:pt x="5951" y="12"/>
                  <a:pt x="5965" y="18"/>
                </a:cubicBezTo>
                <a:cubicBezTo>
                  <a:pt x="5980" y="24"/>
                  <a:pt x="5994" y="32"/>
                  <a:pt x="6007" y="40"/>
                </a:cubicBezTo>
                <a:cubicBezTo>
                  <a:pt x="6020" y="49"/>
                  <a:pt x="6032" y="59"/>
                  <a:pt x="6043" y="70"/>
                </a:cubicBezTo>
                <a:cubicBezTo>
                  <a:pt x="6054" y="81"/>
                  <a:pt x="6064" y="93"/>
                  <a:pt x="6072" y="106"/>
                </a:cubicBezTo>
                <a:cubicBezTo>
                  <a:pt x="6081" y="119"/>
                  <a:pt x="6088" y="133"/>
                  <a:pt x="6094" y="147"/>
                </a:cubicBezTo>
                <a:cubicBezTo>
                  <a:pt x="6100" y="162"/>
                  <a:pt x="6105" y="176"/>
                  <a:pt x="6108" y="192"/>
                </a:cubicBezTo>
                <a:cubicBezTo>
                  <a:pt x="6111" y="207"/>
                  <a:pt x="6112" y="223"/>
                  <a:pt x="6112" y="238"/>
                </a:cubicBezTo>
                <a:lnTo>
                  <a:pt x="6112" y="2144"/>
                </a:lnTo>
                <a:cubicBezTo>
                  <a:pt x="6112" y="2160"/>
                  <a:pt x="6111" y="2175"/>
                  <a:pt x="6108" y="2191"/>
                </a:cubicBezTo>
                <a:cubicBezTo>
                  <a:pt x="6105" y="2206"/>
                  <a:pt x="6100" y="2221"/>
                  <a:pt x="6094" y="2235"/>
                </a:cubicBezTo>
                <a:cubicBezTo>
                  <a:pt x="6088" y="2250"/>
                  <a:pt x="6081" y="2264"/>
                  <a:pt x="6072" y="2277"/>
                </a:cubicBezTo>
                <a:cubicBezTo>
                  <a:pt x="6064" y="2290"/>
                  <a:pt x="6054" y="2302"/>
                  <a:pt x="6043" y="2313"/>
                </a:cubicBezTo>
                <a:cubicBezTo>
                  <a:pt x="6032" y="2324"/>
                  <a:pt x="6020" y="2334"/>
                  <a:pt x="6007" y="2342"/>
                </a:cubicBezTo>
                <a:cubicBezTo>
                  <a:pt x="5994" y="2351"/>
                  <a:pt x="5980" y="2358"/>
                  <a:pt x="5965" y="2364"/>
                </a:cubicBezTo>
                <a:cubicBezTo>
                  <a:pt x="5951" y="2370"/>
                  <a:pt x="5936" y="2375"/>
                  <a:pt x="5921" y="2378"/>
                </a:cubicBezTo>
                <a:cubicBezTo>
                  <a:pt x="5905" y="2381"/>
                  <a:pt x="5890" y="2382"/>
                  <a:pt x="5874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4"/>
                  <a:pt x="80" y="2324"/>
                  <a:pt x="69" y="2313"/>
                </a:cubicBezTo>
                <a:cubicBezTo>
                  <a:pt x="58" y="2302"/>
                  <a:pt x="48" y="2290"/>
                  <a:pt x="40" y="2277"/>
                </a:cubicBezTo>
                <a:cubicBezTo>
                  <a:pt x="31" y="2264"/>
                  <a:pt x="24" y="2250"/>
                  <a:pt x="18" y="2235"/>
                </a:cubicBezTo>
                <a:cubicBezTo>
                  <a:pt x="12" y="2221"/>
                  <a:pt x="7" y="2206"/>
                  <a:pt x="4" y="2191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266920" y="3276360"/>
            <a:ext cx="2200320" cy="857520"/>
          </a:xfrm>
          <a:custGeom>
            <a:avLst/>
            <a:gdLst/>
            <a:ahLst/>
            <a:rect l="0" t="0" r="r" b="b"/>
            <a:pathLst>
              <a:path w="6112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874" y="0"/>
                </a:lnTo>
                <a:cubicBezTo>
                  <a:pt x="5890" y="0"/>
                  <a:pt x="5905" y="2"/>
                  <a:pt x="5921" y="5"/>
                </a:cubicBezTo>
                <a:cubicBezTo>
                  <a:pt x="5936" y="8"/>
                  <a:pt x="5951" y="12"/>
                  <a:pt x="5965" y="18"/>
                </a:cubicBezTo>
                <a:cubicBezTo>
                  <a:pt x="5980" y="24"/>
                  <a:pt x="5994" y="32"/>
                  <a:pt x="6007" y="40"/>
                </a:cubicBezTo>
                <a:cubicBezTo>
                  <a:pt x="6020" y="49"/>
                  <a:pt x="6032" y="59"/>
                  <a:pt x="6043" y="70"/>
                </a:cubicBezTo>
                <a:cubicBezTo>
                  <a:pt x="6054" y="81"/>
                  <a:pt x="6064" y="93"/>
                  <a:pt x="6072" y="106"/>
                </a:cubicBezTo>
                <a:cubicBezTo>
                  <a:pt x="6081" y="119"/>
                  <a:pt x="6088" y="133"/>
                  <a:pt x="6094" y="147"/>
                </a:cubicBezTo>
                <a:cubicBezTo>
                  <a:pt x="6100" y="162"/>
                  <a:pt x="6105" y="176"/>
                  <a:pt x="6108" y="192"/>
                </a:cubicBezTo>
                <a:cubicBezTo>
                  <a:pt x="6111" y="207"/>
                  <a:pt x="6112" y="223"/>
                  <a:pt x="6112" y="238"/>
                </a:cubicBezTo>
                <a:lnTo>
                  <a:pt x="6112" y="2144"/>
                </a:lnTo>
                <a:cubicBezTo>
                  <a:pt x="6112" y="2160"/>
                  <a:pt x="6111" y="2175"/>
                  <a:pt x="6108" y="2191"/>
                </a:cubicBezTo>
                <a:cubicBezTo>
                  <a:pt x="6105" y="2206"/>
                  <a:pt x="6100" y="2221"/>
                  <a:pt x="6094" y="2235"/>
                </a:cubicBezTo>
                <a:cubicBezTo>
                  <a:pt x="6088" y="2250"/>
                  <a:pt x="6081" y="2264"/>
                  <a:pt x="6072" y="2277"/>
                </a:cubicBezTo>
                <a:cubicBezTo>
                  <a:pt x="6064" y="2290"/>
                  <a:pt x="6054" y="2302"/>
                  <a:pt x="6043" y="2313"/>
                </a:cubicBezTo>
                <a:cubicBezTo>
                  <a:pt x="6032" y="2324"/>
                  <a:pt x="6020" y="2334"/>
                  <a:pt x="6007" y="2342"/>
                </a:cubicBezTo>
                <a:cubicBezTo>
                  <a:pt x="5994" y="2351"/>
                  <a:pt x="5980" y="2358"/>
                  <a:pt x="5965" y="2364"/>
                </a:cubicBezTo>
                <a:cubicBezTo>
                  <a:pt x="5951" y="2370"/>
                  <a:pt x="5936" y="2375"/>
                  <a:pt x="5921" y="2378"/>
                </a:cubicBezTo>
                <a:cubicBezTo>
                  <a:pt x="5905" y="2381"/>
                  <a:pt x="5890" y="2382"/>
                  <a:pt x="5874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4"/>
                  <a:pt x="80" y="2324"/>
                  <a:pt x="69" y="2313"/>
                </a:cubicBezTo>
                <a:cubicBezTo>
                  <a:pt x="58" y="2302"/>
                  <a:pt x="48" y="2290"/>
                  <a:pt x="40" y="2277"/>
                </a:cubicBezTo>
                <a:cubicBezTo>
                  <a:pt x="31" y="2264"/>
                  <a:pt x="24" y="2250"/>
                  <a:pt x="18" y="2235"/>
                </a:cubicBezTo>
                <a:cubicBezTo>
                  <a:pt x="12" y="2221"/>
                  <a:pt x="7" y="2206"/>
                  <a:pt x="4" y="2191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555720" y="2067840"/>
            <a:ext cx="5487912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4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Part 2: Going fast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110400" y="3460320"/>
            <a:ext cx="5501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445480" y="3786480"/>
            <a:ext cx="198637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read headers, index the 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943160" y="3276360"/>
            <a:ext cx="2458080" cy="857520"/>
          </a:xfrm>
          <a:custGeom>
            <a:avLst/>
            <a:gdLst/>
            <a:ahLst/>
            <a:rect l="0" t="0" r="r" b="b"/>
            <a:pathLst>
              <a:path w="6828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3" y="162"/>
                  <a:pt x="18" y="147"/>
                </a:cubicBezTo>
                <a:cubicBezTo>
                  <a:pt x="24" y="133"/>
                  <a:pt x="32" y="119"/>
                  <a:pt x="41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6589" y="0"/>
                </a:lnTo>
                <a:cubicBezTo>
                  <a:pt x="6605" y="0"/>
                  <a:pt x="6621" y="2"/>
                  <a:pt x="6636" y="5"/>
                </a:cubicBezTo>
                <a:cubicBezTo>
                  <a:pt x="6651" y="8"/>
                  <a:pt x="6666" y="12"/>
                  <a:pt x="6681" y="18"/>
                </a:cubicBezTo>
                <a:cubicBezTo>
                  <a:pt x="6695" y="24"/>
                  <a:pt x="6709" y="32"/>
                  <a:pt x="6722" y="40"/>
                </a:cubicBezTo>
                <a:cubicBezTo>
                  <a:pt x="6735" y="49"/>
                  <a:pt x="6747" y="59"/>
                  <a:pt x="6758" y="70"/>
                </a:cubicBezTo>
                <a:cubicBezTo>
                  <a:pt x="6769" y="81"/>
                  <a:pt x="6779" y="93"/>
                  <a:pt x="6787" y="106"/>
                </a:cubicBezTo>
                <a:cubicBezTo>
                  <a:pt x="6796" y="119"/>
                  <a:pt x="6804" y="133"/>
                  <a:pt x="6809" y="147"/>
                </a:cubicBezTo>
                <a:cubicBezTo>
                  <a:pt x="6815" y="162"/>
                  <a:pt x="6820" y="176"/>
                  <a:pt x="6823" y="192"/>
                </a:cubicBezTo>
                <a:cubicBezTo>
                  <a:pt x="6826" y="207"/>
                  <a:pt x="6828" y="223"/>
                  <a:pt x="6828" y="238"/>
                </a:cubicBezTo>
                <a:lnTo>
                  <a:pt x="6828" y="2144"/>
                </a:lnTo>
                <a:cubicBezTo>
                  <a:pt x="6828" y="2160"/>
                  <a:pt x="6826" y="2175"/>
                  <a:pt x="6823" y="2191"/>
                </a:cubicBezTo>
                <a:cubicBezTo>
                  <a:pt x="6820" y="2206"/>
                  <a:pt x="6815" y="2221"/>
                  <a:pt x="6809" y="2235"/>
                </a:cubicBezTo>
                <a:cubicBezTo>
                  <a:pt x="6804" y="2250"/>
                  <a:pt x="6796" y="2264"/>
                  <a:pt x="6787" y="2277"/>
                </a:cubicBezTo>
                <a:cubicBezTo>
                  <a:pt x="6779" y="2290"/>
                  <a:pt x="6769" y="2302"/>
                  <a:pt x="6758" y="2313"/>
                </a:cubicBezTo>
                <a:cubicBezTo>
                  <a:pt x="6747" y="2324"/>
                  <a:pt x="6735" y="2334"/>
                  <a:pt x="6722" y="2342"/>
                </a:cubicBezTo>
                <a:cubicBezTo>
                  <a:pt x="6709" y="2351"/>
                  <a:pt x="6695" y="2358"/>
                  <a:pt x="6681" y="2364"/>
                </a:cubicBezTo>
                <a:cubicBezTo>
                  <a:pt x="6666" y="2370"/>
                  <a:pt x="6651" y="2375"/>
                  <a:pt x="6636" y="2378"/>
                </a:cubicBezTo>
                <a:cubicBezTo>
                  <a:pt x="6621" y="2381"/>
                  <a:pt x="6605" y="2382"/>
                  <a:pt x="6589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7" y="2375"/>
                  <a:pt x="162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4"/>
                  <a:pt x="81" y="2324"/>
                  <a:pt x="70" y="2313"/>
                </a:cubicBezTo>
                <a:cubicBezTo>
                  <a:pt x="59" y="2302"/>
                  <a:pt x="49" y="2290"/>
                  <a:pt x="41" y="2277"/>
                </a:cubicBezTo>
                <a:cubicBezTo>
                  <a:pt x="32" y="2264"/>
                  <a:pt x="24" y="2250"/>
                  <a:pt x="18" y="2235"/>
                </a:cubicBezTo>
                <a:cubicBezTo>
                  <a:pt x="13" y="2221"/>
                  <a:pt x="8" y="2206"/>
                  <a:pt x="5" y="2191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943160" y="3276360"/>
            <a:ext cx="2458080" cy="857520"/>
          </a:xfrm>
          <a:custGeom>
            <a:avLst/>
            <a:gdLst/>
            <a:ahLst/>
            <a:rect l="0" t="0" r="r" b="b"/>
            <a:pathLst>
              <a:path w="6828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3" y="162"/>
                  <a:pt x="18" y="147"/>
                </a:cubicBezTo>
                <a:cubicBezTo>
                  <a:pt x="24" y="133"/>
                  <a:pt x="32" y="119"/>
                  <a:pt x="41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6589" y="0"/>
                </a:lnTo>
                <a:cubicBezTo>
                  <a:pt x="6605" y="0"/>
                  <a:pt x="6621" y="2"/>
                  <a:pt x="6636" y="5"/>
                </a:cubicBezTo>
                <a:cubicBezTo>
                  <a:pt x="6651" y="8"/>
                  <a:pt x="6666" y="12"/>
                  <a:pt x="6681" y="18"/>
                </a:cubicBezTo>
                <a:cubicBezTo>
                  <a:pt x="6695" y="24"/>
                  <a:pt x="6709" y="32"/>
                  <a:pt x="6722" y="40"/>
                </a:cubicBezTo>
                <a:cubicBezTo>
                  <a:pt x="6735" y="49"/>
                  <a:pt x="6747" y="59"/>
                  <a:pt x="6758" y="70"/>
                </a:cubicBezTo>
                <a:cubicBezTo>
                  <a:pt x="6769" y="81"/>
                  <a:pt x="6779" y="93"/>
                  <a:pt x="6787" y="106"/>
                </a:cubicBezTo>
                <a:cubicBezTo>
                  <a:pt x="6796" y="119"/>
                  <a:pt x="6804" y="133"/>
                  <a:pt x="6809" y="147"/>
                </a:cubicBezTo>
                <a:cubicBezTo>
                  <a:pt x="6815" y="162"/>
                  <a:pt x="6820" y="176"/>
                  <a:pt x="6823" y="192"/>
                </a:cubicBezTo>
                <a:cubicBezTo>
                  <a:pt x="6826" y="207"/>
                  <a:pt x="6828" y="223"/>
                  <a:pt x="6828" y="238"/>
                </a:cubicBezTo>
                <a:lnTo>
                  <a:pt x="6828" y="2144"/>
                </a:lnTo>
                <a:cubicBezTo>
                  <a:pt x="6828" y="2160"/>
                  <a:pt x="6826" y="2175"/>
                  <a:pt x="6823" y="2191"/>
                </a:cubicBezTo>
                <a:cubicBezTo>
                  <a:pt x="6820" y="2206"/>
                  <a:pt x="6815" y="2221"/>
                  <a:pt x="6809" y="2235"/>
                </a:cubicBezTo>
                <a:cubicBezTo>
                  <a:pt x="6804" y="2250"/>
                  <a:pt x="6796" y="2264"/>
                  <a:pt x="6787" y="2277"/>
                </a:cubicBezTo>
                <a:cubicBezTo>
                  <a:pt x="6779" y="2290"/>
                  <a:pt x="6769" y="2302"/>
                  <a:pt x="6758" y="2313"/>
                </a:cubicBezTo>
                <a:cubicBezTo>
                  <a:pt x="6747" y="2324"/>
                  <a:pt x="6735" y="2334"/>
                  <a:pt x="6722" y="2342"/>
                </a:cubicBezTo>
                <a:cubicBezTo>
                  <a:pt x="6709" y="2351"/>
                  <a:pt x="6695" y="2358"/>
                  <a:pt x="6681" y="2364"/>
                </a:cubicBezTo>
                <a:cubicBezTo>
                  <a:pt x="6666" y="2370"/>
                  <a:pt x="6651" y="2375"/>
                  <a:pt x="6636" y="2378"/>
                </a:cubicBezTo>
                <a:cubicBezTo>
                  <a:pt x="6621" y="2381"/>
                  <a:pt x="6605" y="2382"/>
                  <a:pt x="6589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7" y="2375"/>
                  <a:pt x="162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4"/>
                  <a:pt x="81" y="2324"/>
                  <a:pt x="70" y="2313"/>
                </a:cubicBezTo>
                <a:cubicBezTo>
                  <a:pt x="59" y="2302"/>
                  <a:pt x="49" y="2290"/>
                  <a:pt x="41" y="2277"/>
                </a:cubicBezTo>
                <a:cubicBezTo>
                  <a:pt x="32" y="2264"/>
                  <a:pt x="24" y="2250"/>
                  <a:pt x="18" y="2235"/>
                </a:cubicBezTo>
                <a:cubicBezTo>
                  <a:pt x="13" y="2221"/>
                  <a:pt x="8" y="2206"/>
                  <a:pt x="5" y="2191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4569480" y="354960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797440" y="3460320"/>
            <a:ext cx="81064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122080" y="3786480"/>
            <a:ext cx="2269814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encoded bytes → RGB tensors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7877160" y="3276360"/>
            <a:ext cx="2048040" cy="857520"/>
          </a:xfrm>
          <a:custGeom>
            <a:avLst/>
            <a:gdLst/>
            <a:ahLst/>
            <a:rect l="0" t="0" r="r" b="b"/>
            <a:pathLst>
              <a:path w="5689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451" y="0"/>
                </a:lnTo>
                <a:cubicBezTo>
                  <a:pt x="5467" y="0"/>
                  <a:pt x="5482" y="2"/>
                  <a:pt x="5497" y="5"/>
                </a:cubicBezTo>
                <a:cubicBezTo>
                  <a:pt x="5513" y="8"/>
                  <a:pt x="5528" y="12"/>
                  <a:pt x="5542" y="18"/>
                </a:cubicBezTo>
                <a:cubicBezTo>
                  <a:pt x="5557" y="24"/>
                  <a:pt x="5570" y="32"/>
                  <a:pt x="5583" y="40"/>
                </a:cubicBezTo>
                <a:cubicBezTo>
                  <a:pt x="5596" y="49"/>
                  <a:pt x="5608" y="59"/>
                  <a:pt x="5619" y="70"/>
                </a:cubicBezTo>
                <a:cubicBezTo>
                  <a:pt x="5630" y="81"/>
                  <a:pt x="5640" y="93"/>
                  <a:pt x="5649" y="106"/>
                </a:cubicBezTo>
                <a:cubicBezTo>
                  <a:pt x="5658" y="119"/>
                  <a:pt x="5665" y="133"/>
                  <a:pt x="5671" y="147"/>
                </a:cubicBezTo>
                <a:cubicBezTo>
                  <a:pt x="5677" y="162"/>
                  <a:pt x="5681" y="176"/>
                  <a:pt x="5685" y="192"/>
                </a:cubicBezTo>
                <a:cubicBezTo>
                  <a:pt x="5688" y="207"/>
                  <a:pt x="5689" y="223"/>
                  <a:pt x="5689" y="238"/>
                </a:cubicBezTo>
                <a:lnTo>
                  <a:pt x="5689" y="2144"/>
                </a:lnTo>
                <a:cubicBezTo>
                  <a:pt x="5689" y="2160"/>
                  <a:pt x="5688" y="2175"/>
                  <a:pt x="5685" y="2191"/>
                </a:cubicBezTo>
                <a:cubicBezTo>
                  <a:pt x="5681" y="2206"/>
                  <a:pt x="5677" y="2221"/>
                  <a:pt x="5671" y="2235"/>
                </a:cubicBezTo>
                <a:cubicBezTo>
                  <a:pt x="5665" y="2250"/>
                  <a:pt x="5658" y="2264"/>
                  <a:pt x="5649" y="2277"/>
                </a:cubicBezTo>
                <a:cubicBezTo>
                  <a:pt x="5640" y="2290"/>
                  <a:pt x="5630" y="2302"/>
                  <a:pt x="5619" y="2313"/>
                </a:cubicBezTo>
                <a:cubicBezTo>
                  <a:pt x="5608" y="2324"/>
                  <a:pt x="5596" y="2334"/>
                  <a:pt x="5583" y="2342"/>
                </a:cubicBezTo>
                <a:cubicBezTo>
                  <a:pt x="5570" y="2351"/>
                  <a:pt x="5557" y="2358"/>
                  <a:pt x="5542" y="2364"/>
                </a:cubicBezTo>
                <a:cubicBezTo>
                  <a:pt x="5528" y="2370"/>
                  <a:pt x="5513" y="2375"/>
                  <a:pt x="5497" y="2378"/>
                </a:cubicBezTo>
                <a:cubicBezTo>
                  <a:pt x="5482" y="2381"/>
                  <a:pt x="5467" y="2382"/>
                  <a:pt x="5451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4"/>
                  <a:pt x="80" y="2324"/>
                  <a:pt x="69" y="2313"/>
                </a:cubicBezTo>
                <a:cubicBezTo>
                  <a:pt x="58" y="2302"/>
                  <a:pt x="48" y="2290"/>
                  <a:pt x="40" y="2277"/>
                </a:cubicBezTo>
                <a:cubicBezTo>
                  <a:pt x="31" y="2264"/>
                  <a:pt x="24" y="2250"/>
                  <a:pt x="18" y="2235"/>
                </a:cubicBezTo>
                <a:cubicBezTo>
                  <a:pt x="12" y="2221"/>
                  <a:pt x="7" y="2206"/>
                  <a:pt x="4" y="2191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7877160" y="3276360"/>
            <a:ext cx="2048040" cy="857520"/>
          </a:xfrm>
          <a:custGeom>
            <a:avLst/>
            <a:gdLst/>
            <a:ahLst/>
            <a:rect l="0" t="0" r="r" b="b"/>
            <a:pathLst>
              <a:path w="5689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5451" y="0"/>
                </a:lnTo>
                <a:cubicBezTo>
                  <a:pt x="5467" y="0"/>
                  <a:pt x="5482" y="2"/>
                  <a:pt x="5497" y="5"/>
                </a:cubicBezTo>
                <a:cubicBezTo>
                  <a:pt x="5513" y="8"/>
                  <a:pt x="5528" y="12"/>
                  <a:pt x="5542" y="18"/>
                </a:cubicBezTo>
                <a:cubicBezTo>
                  <a:pt x="5557" y="24"/>
                  <a:pt x="5570" y="32"/>
                  <a:pt x="5583" y="40"/>
                </a:cubicBezTo>
                <a:cubicBezTo>
                  <a:pt x="5596" y="49"/>
                  <a:pt x="5608" y="59"/>
                  <a:pt x="5619" y="70"/>
                </a:cubicBezTo>
                <a:cubicBezTo>
                  <a:pt x="5630" y="81"/>
                  <a:pt x="5640" y="93"/>
                  <a:pt x="5649" y="106"/>
                </a:cubicBezTo>
                <a:cubicBezTo>
                  <a:pt x="5658" y="119"/>
                  <a:pt x="5665" y="133"/>
                  <a:pt x="5671" y="147"/>
                </a:cubicBezTo>
                <a:cubicBezTo>
                  <a:pt x="5677" y="162"/>
                  <a:pt x="5681" y="176"/>
                  <a:pt x="5685" y="192"/>
                </a:cubicBezTo>
                <a:cubicBezTo>
                  <a:pt x="5688" y="207"/>
                  <a:pt x="5689" y="223"/>
                  <a:pt x="5689" y="238"/>
                </a:cubicBezTo>
                <a:lnTo>
                  <a:pt x="5689" y="2144"/>
                </a:lnTo>
                <a:cubicBezTo>
                  <a:pt x="5689" y="2160"/>
                  <a:pt x="5688" y="2175"/>
                  <a:pt x="5685" y="2191"/>
                </a:cubicBezTo>
                <a:cubicBezTo>
                  <a:pt x="5681" y="2206"/>
                  <a:pt x="5677" y="2221"/>
                  <a:pt x="5671" y="2235"/>
                </a:cubicBezTo>
                <a:cubicBezTo>
                  <a:pt x="5665" y="2250"/>
                  <a:pt x="5658" y="2264"/>
                  <a:pt x="5649" y="2277"/>
                </a:cubicBezTo>
                <a:cubicBezTo>
                  <a:pt x="5640" y="2290"/>
                  <a:pt x="5630" y="2302"/>
                  <a:pt x="5619" y="2313"/>
                </a:cubicBezTo>
                <a:cubicBezTo>
                  <a:pt x="5608" y="2324"/>
                  <a:pt x="5596" y="2334"/>
                  <a:pt x="5583" y="2342"/>
                </a:cubicBezTo>
                <a:cubicBezTo>
                  <a:pt x="5570" y="2351"/>
                  <a:pt x="5557" y="2358"/>
                  <a:pt x="5542" y="2364"/>
                </a:cubicBezTo>
                <a:cubicBezTo>
                  <a:pt x="5528" y="2370"/>
                  <a:pt x="5513" y="2375"/>
                  <a:pt x="5497" y="2378"/>
                </a:cubicBezTo>
                <a:cubicBezTo>
                  <a:pt x="5482" y="2381"/>
                  <a:pt x="5467" y="2382"/>
                  <a:pt x="5451" y="2382"/>
                </a:cubicBezTo>
                <a:lnTo>
                  <a:pt x="238" y="2382"/>
                </a:lnTo>
                <a:cubicBezTo>
                  <a:pt x="222" y="2382"/>
                  <a:pt x="207" y="2381"/>
                  <a:pt x="191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2" y="2358"/>
                  <a:pt x="118" y="2351"/>
                  <a:pt x="105" y="2342"/>
                </a:cubicBezTo>
                <a:cubicBezTo>
                  <a:pt x="92" y="2334"/>
                  <a:pt x="80" y="2324"/>
                  <a:pt x="69" y="2313"/>
                </a:cubicBezTo>
                <a:cubicBezTo>
                  <a:pt x="58" y="2302"/>
                  <a:pt x="48" y="2290"/>
                  <a:pt x="40" y="2277"/>
                </a:cubicBezTo>
                <a:cubicBezTo>
                  <a:pt x="31" y="2264"/>
                  <a:pt x="24" y="2250"/>
                  <a:pt x="18" y="2235"/>
                </a:cubicBezTo>
                <a:cubicBezTo>
                  <a:pt x="12" y="2221"/>
                  <a:pt x="7" y="2206"/>
                  <a:pt x="4" y="2191"/>
                </a:cubicBezTo>
                <a:cubicBezTo>
                  <a:pt x="1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508520" y="354960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421120" y="3460320"/>
            <a:ext cx="104353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8061120" y="3786480"/>
            <a:ext cx="182113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resize, crop, normalize…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208240" y="4473360"/>
            <a:ext cx="84140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Every stage can be the bottleneck. Let's go through them in order.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943080" y="2495520"/>
            <a:ext cx="914760" cy="628920"/>
          </a:xfrm>
          <a:custGeom>
            <a:avLst/>
            <a:gdLst/>
            <a:ahLst/>
            <a:rect l="0" t="0" r="r" b="b"/>
            <a:pathLst>
              <a:path w="2541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303" y="0"/>
                </a:lnTo>
                <a:cubicBezTo>
                  <a:pt x="2319" y="0"/>
                  <a:pt x="2334" y="1"/>
                  <a:pt x="2350" y="4"/>
                </a:cubicBezTo>
                <a:cubicBezTo>
                  <a:pt x="2365" y="7"/>
                  <a:pt x="2380" y="12"/>
                  <a:pt x="2394" y="18"/>
                </a:cubicBezTo>
                <a:cubicBezTo>
                  <a:pt x="2409" y="24"/>
                  <a:pt x="2422" y="31"/>
                  <a:pt x="2435" y="40"/>
                </a:cubicBezTo>
                <a:cubicBezTo>
                  <a:pt x="2448" y="48"/>
                  <a:pt x="2460" y="58"/>
                  <a:pt x="2472" y="69"/>
                </a:cubicBezTo>
                <a:cubicBezTo>
                  <a:pt x="2483" y="80"/>
                  <a:pt x="2492" y="92"/>
                  <a:pt x="2501" y="105"/>
                </a:cubicBezTo>
                <a:cubicBezTo>
                  <a:pt x="2510" y="118"/>
                  <a:pt x="2517" y="132"/>
                  <a:pt x="2523" y="147"/>
                </a:cubicBezTo>
                <a:cubicBezTo>
                  <a:pt x="2529" y="161"/>
                  <a:pt x="2534" y="176"/>
                  <a:pt x="2537" y="191"/>
                </a:cubicBezTo>
                <a:cubicBezTo>
                  <a:pt x="2540" y="207"/>
                  <a:pt x="2541" y="222"/>
                  <a:pt x="2541" y="238"/>
                </a:cubicBezTo>
                <a:lnTo>
                  <a:pt x="2541" y="1509"/>
                </a:lnTo>
                <a:cubicBezTo>
                  <a:pt x="2541" y="1524"/>
                  <a:pt x="2540" y="1540"/>
                  <a:pt x="2537" y="1555"/>
                </a:cubicBezTo>
                <a:cubicBezTo>
                  <a:pt x="2534" y="1570"/>
                  <a:pt x="2529" y="1585"/>
                  <a:pt x="2523" y="1600"/>
                </a:cubicBezTo>
                <a:cubicBezTo>
                  <a:pt x="2517" y="1614"/>
                  <a:pt x="2510" y="1628"/>
                  <a:pt x="2501" y="1641"/>
                </a:cubicBezTo>
                <a:cubicBezTo>
                  <a:pt x="2492" y="1654"/>
                  <a:pt x="2483" y="1666"/>
                  <a:pt x="2472" y="1677"/>
                </a:cubicBezTo>
                <a:cubicBezTo>
                  <a:pt x="2460" y="1688"/>
                  <a:pt x="2448" y="1698"/>
                  <a:pt x="2435" y="1707"/>
                </a:cubicBezTo>
                <a:cubicBezTo>
                  <a:pt x="2422" y="1715"/>
                  <a:pt x="2409" y="1723"/>
                  <a:pt x="2394" y="1729"/>
                </a:cubicBezTo>
                <a:cubicBezTo>
                  <a:pt x="2380" y="1735"/>
                  <a:pt x="2365" y="1739"/>
                  <a:pt x="2350" y="1742"/>
                </a:cubicBezTo>
                <a:cubicBezTo>
                  <a:pt x="2334" y="1745"/>
                  <a:pt x="2319" y="1747"/>
                  <a:pt x="2303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943080" y="2495520"/>
            <a:ext cx="914760" cy="628920"/>
          </a:xfrm>
          <a:custGeom>
            <a:avLst/>
            <a:gdLst/>
            <a:ahLst/>
            <a:rect l="0" t="0" r="r" b="b"/>
            <a:pathLst>
              <a:path w="2541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303" y="0"/>
                </a:lnTo>
                <a:cubicBezTo>
                  <a:pt x="2319" y="0"/>
                  <a:pt x="2334" y="1"/>
                  <a:pt x="2350" y="4"/>
                </a:cubicBezTo>
                <a:cubicBezTo>
                  <a:pt x="2365" y="7"/>
                  <a:pt x="2380" y="12"/>
                  <a:pt x="2394" y="18"/>
                </a:cubicBezTo>
                <a:cubicBezTo>
                  <a:pt x="2409" y="24"/>
                  <a:pt x="2422" y="31"/>
                  <a:pt x="2435" y="40"/>
                </a:cubicBezTo>
                <a:cubicBezTo>
                  <a:pt x="2448" y="48"/>
                  <a:pt x="2460" y="58"/>
                  <a:pt x="2472" y="69"/>
                </a:cubicBezTo>
                <a:cubicBezTo>
                  <a:pt x="2483" y="80"/>
                  <a:pt x="2492" y="92"/>
                  <a:pt x="2501" y="105"/>
                </a:cubicBezTo>
                <a:cubicBezTo>
                  <a:pt x="2510" y="118"/>
                  <a:pt x="2517" y="132"/>
                  <a:pt x="2523" y="147"/>
                </a:cubicBezTo>
                <a:cubicBezTo>
                  <a:pt x="2529" y="161"/>
                  <a:pt x="2534" y="176"/>
                  <a:pt x="2537" y="191"/>
                </a:cubicBezTo>
                <a:cubicBezTo>
                  <a:pt x="2540" y="207"/>
                  <a:pt x="2541" y="222"/>
                  <a:pt x="2541" y="238"/>
                </a:cubicBezTo>
                <a:lnTo>
                  <a:pt x="2541" y="1509"/>
                </a:lnTo>
                <a:cubicBezTo>
                  <a:pt x="2541" y="1524"/>
                  <a:pt x="2540" y="1540"/>
                  <a:pt x="2537" y="1555"/>
                </a:cubicBezTo>
                <a:cubicBezTo>
                  <a:pt x="2534" y="1570"/>
                  <a:pt x="2529" y="1585"/>
                  <a:pt x="2523" y="1600"/>
                </a:cubicBezTo>
                <a:cubicBezTo>
                  <a:pt x="2517" y="1614"/>
                  <a:pt x="2510" y="1628"/>
                  <a:pt x="2501" y="1641"/>
                </a:cubicBezTo>
                <a:cubicBezTo>
                  <a:pt x="2492" y="1654"/>
                  <a:pt x="2483" y="1666"/>
                  <a:pt x="2472" y="1677"/>
                </a:cubicBezTo>
                <a:cubicBezTo>
                  <a:pt x="2460" y="1688"/>
                  <a:pt x="2448" y="1698"/>
                  <a:pt x="2435" y="1707"/>
                </a:cubicBezTo>
                <a:cubicBezTo>
                  <a:pt x="2422" y="1715"/>
                  <a:pt x="2409" y="1723"/>
                  <a:pt x="2394" y="1729"/>
                </a:cubicBezTo>
                <a:cubicBezTo>
                  <a:pt x="2380" y="1735"/>
                  <a:pt x="2365" y="1739"/>
                  <a:pt x="2350" y="1742"/>
                </a:cubicBezTo>
                <a:cubicBezTo>
                  <a:pt x="2334" y="1745"/>
                  <a:pt x="2319" y="1747"/>
                  <a:pt x="2303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127040" y="2679120"/>
            <a:ext cx="59058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5333760" y="2495520"/>
            <a:ext cx="1105200" cy="628920"/>
          </a:xfrm>
          <a:custGeom>
            <a:avLst/>
            <a:gdLst/>
            <a:ahLst/>
            <a:rect l="0" t="0" r="r" b="b"/>
            <a:pathLst>
              <a:path w="3070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832" y="0"/>
                </a:lnTo>
                <a:cubicBezTo>
                  <a:pt x="2848" y="0"/>
                  <a:pt x="2863" y="1"/>
                  <a:pt x="2879" y="4"/>
                </a:cubicBezTo>
                <a:cubicBezTo>
                  <a:pt x="2894" y="7"/>
                  <a:pt x="2909" y="12"/>
                  <a:pt x="2923" y="18"/>
                </a:cubicBezTo>
                <a:cubicBezTo>
                  <a:pt x="2938" y="24"/>
                  <a:pt x="2951" y="31"/>
                  <a:pt x="2965" y="40"/>
                </a:cubicBezTo>
                <a:cubicBezTo>
                  <a:pt x="2978" y="48"/>
                  <a:pt x="2990" y="58"/>
                  <a:pt x="3001" y="69"/>
                </a:cubicBezTo>
                <a:cubicBezTo>
                  <a:pt x="3012" y="80"/>
                  <a:pt x="3022" y="92"/>
                  <a:pt x="3030" y="105"/>
                </a:cubicBezTo>
                <a:cubicBezTo>
                  <a:pt x="3039" y="118"/>
                  <a:pt x="3046" y="132"/>
                  <a:pt x="3052" y="147"/>
                </a:cubicBezTo>
                <a:cubicBezTo>
                  <a:pt x="3058" y="161"/>
                  <a:pt x="3063" y="176"/>
                  <a:pt x="3066" y="191"/>
                </a:cubicBezTo>
                <a:cubicBezTo>
                  <a:pt x="3069" y="207"/>
                  <a:pt x="3070" y="222"/>
                  <a:pt x="3070" y="238"/>
                </a:cubicBezTo>
                <a:lnTo>
                  <a:pt x="3070" y="1509"/>
                </a:lnTo>
                <a:cubicBezTo>
                  <a:pt x="3070" y="1524"/>
                  <a:pt x="3069" y="1540"/>
                  <a:pt x="3066" y="1555"/>
                </a:cubicBezTo>
                <a:cubicBezTo>
                  <a:pt x="3063" y="1570"/>
                  <a:pt x="3058" y="1585"/>
                  <a:pt x="3052" y="1600"/>
                </a:cubicBezTo>
                <a:cubicBezTo>
                  <a:pt x="3046" y="1614"/>
                  <a:pt x="3039" y="1628"/>
                  <a:pt x="3030" y="1641"/>
                </a:cubicBezTo>
                <a:cubicBezTo>
                  <a:pt x="3022" y="1654"/>
                  <a:pt x="3012" y="1666"/>
                  <a:pt x="3001" y="1677"/>
                </a:cubicBezTo>
                <a:cubicBezTo>
                  <a:pt x="2990" y="1688"/>
                  <a:pt x="2978" y="1698"/>
                  <a:pt x="2965" y="1707"/>
                </a:cubicBezTo>
                <a:cubicBezTo>
                  <a:pt x="2951" y="1715"/>
                  <a:pt x="2938" y="1723"/>
                  <a:pt x="2923" y="1729"/>
                </a:cubicBezTo>
                <a:cubicBezTo>
                  <a:pt x="2909" y="1735"/>
                  <a:pt x="2894" y="1739"/>
                  <a:pt x="2879" y="1742"/>
                </a:cubicBezTo>
                <a:cubicBezTo>
                  <a:pt x="2863" y="1745"/>
                  <a:pt x="2848" y="1747"/>
                  <a:pt x="2832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5333760" y="2495520"/>
            <a:ext cx="1105200" cy="628920"/>
          </a:xfrm>
          <a:custGeom>
            <a:avLst/>
            <a:gdLst/>
            <a:ahLst/>
            <a:rect l="0" t="0" r="r" b="b"/>
            <a:pathLst>
              <a:path w="3070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832" y="0"/>
                </a:lnTo>
                <a:cubicBezTo>
                  <a:pt x="2848" y="0"/>
                  <a:pt x="2863" y="1"/>
                  <a:pt x="2879" y="4"/>
                </a:cubicBezTo>
                <a:cubicBezTo>
                  <a:pt x="2894" y="7"/>
                  <a:pt x="2909" y="12"/>
                  <a:pt x="2923" y="18"/>
                </a:cubicBezTo>
                <a:cubicBezTo>
                  <a:pt x="2938" y="24"/>
                  <a:pt x="2951" y="31"/>
                  <a:pt x="2965" y="40"/>
                </a:cubicBezTo>
                <a:cubicBezTo>
                  <a:pt x="2978" y="48"/>
                  <a:pt x="2990" y="58"/>
                  <a:pt x="3001" y="69"/>
                </a:cubicBezTo>
                <a:cubicBezTo>
                  <a:pt x="3012" y="80"/>
                  <a:pt x="3022" y="92"/>
                  <a:pt x="3030" y="105"/>
                </a:cubicBezTo>
                <a:cubicBezTo>
                  <a:pt x="3039" y="118"/>
                  <a:pt x="3046" y="132"/>
                  <a:pt x="3052" y="147"/>
                </a:cubicBezTo>
                <a:cubicBezTo>
                  <a:pt x="3058" y="161"/>
                  <a:pt x="3063" y="176"/>
                  <a:pt x="3066" y="191"/>
                </a:cubicBezTo>
                <a:cubicBezTo>
                  <a:pt x="3069" y="207"/>
                  <a:pt x="3070" y="222"/>
                  <a:pt x="3070" y="238"/>
                </a:cubicBezTo>
                <a:lnTo>
                  <a:pt x="3070" y="1509"/>
                </a:lnTo>
                <a:cubicBezTo>
                  <a:pt x="3070" y="1524"/>
                  <a:pt x="3069" y="1540"/>
                  <a:pt x="3066" y="1555"/>
                </a:cubicBezTo>
                <a:cubicBezTo>
                  <a:pt x="3063" y="1570"/>
                  <a:pt x="3058" y="1585"/>
                  <a:pt x="3052" y="1600"/>
                </a:cubicBezTo>
                <a:cubicBezTo>
                  <a:pt x="3046" y="1614"/>
                  <a:pt x="3039" y="1628"/>
                  <a:pt x="3030" y="1641"/>
                </a:cubicBezTo>
                <a:cubicBezTo>
                  <a:pt x="3022" y="1654"/>
                  <a:pt x="3012" y="1666"/>
                  <a:pt x="3001" y="1677"/>
                </a:cubicBezTo>
                <a:cubicBezTo>
                  <a:pt x="2990" y="1688"/>
                  <a:pt x="2978" y="1698"/>
                  <a:pt x="2965" y="1707"/>
                </a:cubicBezTo>
                <a:cubicBezTo>
                  <a:pt x="2951" y="1715"/>
                  <a:pt x="2938" y="1723"/>
                  <a:pt x="2923" y="1729"/>
                </a:cubicBezTo>
                <a:cubicBezTo>
                  <a:pt x="2909" y="1735"/>
                  <a:pt x="2894" y="1739"/>
                  <a:pt x="2879" y="1742"/>
                </a:cubicBezTo>
                <a:cubicBezTo>
                  <a:pt x="2863" y="1745"/>
                  <a:pt x="2848" y="1747"/>
                  <a:pt x="2832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958640" y="26542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511240" y="2679120"/>
            <a:ext cx="81064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6914880" y="2495520"/>
            <a:ext cx="1333800" cy="628920"/>
          </a:xfrm>
          <a:custGeom>
            <a:avLst/>
            <a:gdLst/>
            <a:ahLst/>
            <a:rect l="0" t="0" r="r" b="b"/>
            <a:pathLst>
              <a:path w="37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3467" y="0"/>
                </a:lnTo>
                <a:cubicBezTo>
                  <a:pt x="3483" y="0"/>
                  <a:pt x="3498" y="1"/>
                  <a:pt x="3514" y="4"/>
                </a:cubicBezTo>
                <a:cubicBezTo>
                  <a:pt x="3529" y="7"/>
                  <a:pt x="3544" y="12"/>
                  <a:pt x="3558" y="18"/>
                </a:cubicBezTo>
                <a:cubicBezTo>
                  <a:pt x="3573" y="24"/>
                  <a:pt x="3587" y="31"/>
                  <a:pt x="3600" y="40"/>
                </a:cubicBezTo>
                <a:cubicBezTo>
                  <a:pt x="3613" y="48"/>
                  <a:pt x="3625" y="58"/>
                  <a:pt x="3636" y="69"/>
                </a:cubicBezTo>
                <a:cubicBezTo>
                  <a:pt x="3647" y="80"/>
                  <a:pt x="3657" y="92"/>
                  <a:pt x="3665" y="105"/>
                </a:cubicBezTo>
                <a:cubicBezTo>
                  <a:pt x="3674" y="118"/>
                  <a:pt x="3681" y="132"/>
                  <a:pt x="3687" y="147"/>
                </a:cubicBezTo>
                <a:cubicBezTo>
                  <a:pt x="3693" y="161"/>
                  <a:pt x="3698" y="176"/>
                  <a:pt x="3701" y="191"/>
                </a:cubicBezTo>
                <a:cubicBezTo>
                  <a:pt x="3704" y="207"/>
                  <a:pt x="3705" y="222"/>
                  <a:pt x="3705" y="238"/>
                </a:cubicBezTo>
                <a:lnTo>
                  <a:pt x="3705" y="1509"/>
                </a:lnTo>
                <a:cubicBezTo>
                  <a:pt x="3705" y="1524"/>
                  <a:pt x="3704" y="1540"/>
                  <a:pt x="3701" y="1555"/>
                </a:cubicBezTo>
                <a:cubicBezTo>
                  <a:pt x="3698" y="1570"/>
                  <a:pt x="3693" y="1585"/>
                  <a:pt x="3687" y="1600"/>
                </a:cubicBezTo>
                <a:cubicBezTo>
                  <a:pt x="3681" y="1614"/>
                  <a:pt x="3674" y="1628"/>
                  <a:pt x="3665" y="1641"/>
                </a:cubicBezTo>
                <a:cubicBezTo>
                  <a:pt x="3657" y="1654"/>
                  <a:pt x="3647" y="1666"/>
                  <a:pt x="3636" y="1677"/>
                </a:cubicBezTo>
                <a:cubicBezTo>
                  <a:pt x="3625" y="1688"/>
                  <a:pt x="3613" y="1698"/>
                  <a:pt x="3600" y="1707"/>
                </a:cubicBezTo>
                <a:cubicBezTo>
                  <a:pt x="3587" y="1715"/>
                  <a:pt x="3573" y="1723"/>
                  <a:pt x="3558" y="1729"/>
                </a:cubicBezTo>
                <a:cubicBezTo>
                  <a:pt x="3544" y="1735"/>
                  <a:pt x="3529" y="1739"/>
                  <a:pt x="3514" y="1742"/>
                </a:cubicBezTo>
                <a:cubicBezTo>
                  <a:pt x="3498" y="1745"/>
                  <a:pt x="3483" y="1747"/>
                  <a:pt x="3467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914880" y="2495520"/>
            <a:ext cx="1333800" cy="628920"/>
          </a:xfrm>
          <a:custGeom>
            <a:avLst/>
            <a:gdLst/>
            <a:ahLst/>
            <a:rect l="0" t="0" r="r" b="b"/>
            <a:pathLst>
              <a:path w="37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3467" y="0"/>
                </a:lnTo>
                <a:cubicBezTo>
                  <a:pt x="3483" y="0"/>
                  <a:pt x="3498" y="1"/>
                  <a:pt x="3514" y="4"/>
                </a:cubicBezTo>
                <a:cubicBezTo>
                  <a:pt x="3529" y="7"/>
                  <a:pt x="3544" y="12"/>
                  <a:pt x="3558" y="18"/>
                </a:cubicBezTo>
                <a:cubicBezTo>
                  <a:pt x="3573" y="24"/>
                  <a:pt x="3587" y="31"/>
                  <a:pt x="3600" y="40"/>
                </a:cubicBezTo>
                <a:cubicBezTo>
                  <a:pt x="3613" y="48"/>
                  <a:pt x="3625" y="58"/>
                  <a:pt x="3636" y="69"/>
                </a:cubicBezTo>
                <a:cubicBezTo>
                  <a:pt x="3647" y="80"/>
                  <a:pt x="3657" y="92"/>
                  <a:pt x="3665" y="105"/>
                </a:cubicBezTo>
                <a:cubicBezTo>
                  <a:pt x="3674" y="118"/>
                  <a:pt x="3681" y="132"/>
                  <a:pt x="3687" y="147"/>
                </a:cubicBezTo>
                <a:cubicBezTo>
                  <a:pt x="3693" y="161"/>
                  <a:pt x="3698" y="176"/>
                  <a:pt x="3701" y="191"/>
                </a:cubicBezTo>
                <a:cubicBezTo>
                  <a:pt x="3704" y="207"/>
                  <a:pt x="3705" y="222"/>
                  <a:pt x="3705" y="238"/>
                </a:cubicBezTo>
                <a:lnTo>
                  <a:pt x="3705" y="1509"/>
                </a:lnTo>
                <a:cubicBezTo>
                  <a:pt x="3705" y="1524"/>
                  <a:pt x="3704" y="1540"/>
                  <a:pt x="3701" y="1555"/>
                </a:cubicBezTo>
                <a:cubicBezTo>
                  <a:pt x="3698" y="1570"/>
                  <a:pt x="3693" y="1585"/>
                  <a:pt x="3687" y="1600"/>
                </a:cubicBezTo>
                <a:cubicBezTo>
                  <a:pt x="3681" y="1614"/>
                  <a:pt x="3674" y="1628"/>
                  <a:pt x="3665" y="1641"/>
                </a:cubicBezTo>
                <a:cubicBezTo>
                  <a:pt x="3657" y="1654"/>
                  <a:pt x="3647" y="1666"/>
                  <a:pt x="3636" y="1677"/>
                </a:cubicBezTo>
                <a:cubicBezTo>
                  <a:pt x="3625" y="1688"/>
                  <a:pt x="3613" y="1698"/>
                  <a:pt x="3600" y="1707"/>
                </a:cubicBezTo>
                <a:cubicBezTo>
                  <a:pt x="3587" y="1715"/>
                  <a:pt x="3573" y="1723"/>
                  <a:pt x="3558" y="1729"/>
                </a:cubicBezTo>
                <a:cubicBezTo>
                  <a:pt x="3544" y="1735"/>
                  <a:pt x="3529" y="1739"/>
                  <a:pt x="3514" y="1742"/>
                </a:cubicBezTo>
                <a:cubicBezTo>
                  <a:pt x="3498" y="1745"/>
                  <a:pt x="3483" y="1747"/>
                  <a:pt x="3467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546960" y="26542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7099560" y="2679120"/>
            <a:ext cx="104353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437280" y="3458160"/>
            <a:ext cx="5743353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4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Opening the video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71400" y="1919160"/>
            <a:ext cx="10849320" cy="533880"/>
          </a:xfrm>
          <a:custGeom>
            <a:avLst/>
            <a:gdLst/>
            <a:ahLst/>
            <a:rect l="0" t="0" r="r" b="b"/>
            <a:pathLst>
              <a:path w="30137" h="1483">
                <a:moveTo>
                  <a:pt x="0" y="128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283"/>
                </a:lnTo>
                <a:cubicBezTo>
                  <a:pt x="30137" y="1296"/>
                  <a:pt x="30136" y="1309"/>
                  <a:pt x="30133" y="1322"/>
                </a:cubicBezTo>
                <a:cubicBezTo>
                  <a:pt x="30130" y="1336"/>
                  <a:pt x="30127" y="1348"/>
                  <a:pt x="30122" y="1360"/>
                </a:cubicBezTo>
                <a:cubicBezTo>
                  <a:pt x="30117" y="1372"/>
                  <a:pt x="30111" y="1383"/>
                  <a:pt x="30103" y="1394"/>
                </a:cubicBezTo>
                <a:cubicBezTo>
                  <a:pt x="30096" y="1405"/>
                  <a:pt x="30088" y="1415"/>
                  <a:pt x="30079" y="1424"/>
                </a:cubicBezTo>
                <a:cubicBezTo>
                  <a:pt x="30070" y="1434"/>
                  <a:pt x="30059" y="1442"/>
                  <a:pt x="30049" y="1449"/>
                </a:cubicBezTo>
                <a:cubicBezTo>
                  <a:pt x="30038" y="1456"/>
                  <a:pt x="30026" y="1462"/>
                  <a:pt x="30014" y="1467"/>
                </a:cubicBezTo>
                <a:cubicBezTo>
                  <a:pt x="30002" y="1472"/>
                  <a:pt x="29990" y="1476"/>
                  <a:pt x="29977" y="1479"/>
                </a:cubicBezTo>
                <a:cubicBezTo>
                  <a:pt x="29964" y="1481"/>
                  <a:pt x="29951" y="1483"/>
                  <a:pt x="29938" y="1483"/>
                </a:cubicBezTo>
                <a:lnTo>
                  <a:pt x="198" y="1483"/>
                </a:lnTo>
                <a:cubicBezTo>
                  <a:pt x="185" y="1483"/>
                  <a:pt x="172" y="1481"/>
                  <a:pt x="160" y="1479"/>
                </a:cubicBezTo>
                <a:cubicBezTo>
                  <a:pt x="147" y="1476"/>
                  <a:pt x="134" y="1472"/>
                  <a:pt x="122" y="1467"/>
                </a:cubicBezTo>
                <a:cubicBezTo>
                  <a:pt x="110" y="1462"/>
                  <a:pt x="99" y="1456"/>
                  <a:pt x="88" y="1449"/>
                </a:cubicBezTo>
                <a:cubicBezTo>
                  <a:pt x="77" y="1442"/>
                  <a:pt x="67" y="1434"/>
                  <a:pt x="58" y="1424"/>
                </a:cubicBezTo>
                <a:cubicBezTo>
                  <a:pt x="49" y="1415"/>
                  <a:pt x="40" y="1405"/>
                  <a:pt x="33" y="1394"/>
                </a:cubicBezTo>
                <a:cubicBezTo>
                  <a:pt x="26" y="1383"/>
                  <a:pt x="20" y="1372"/>
                  <a:pt x="15" y="1360"/>
                </a:cubicBezTo>
                <a:cubicBezTo>
                  <a:pt x="10" y="1348"/>
                  <a:pt x="6" y="1336"/>
                  <a:pt x="4" y="1322"/>
                </a:cubicBezTo>
                <a:cubicBezTo>
                  <a:pt x="1" y="1309"/>
                  <a:pt x="0" y="1296"/>
                  <a:pt x="0" y="12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71400" y="1919160"/>
            <a:ext cx="10849320" cy="533880"/>
          </a:xfrm>
          <a:custGeom>
            <a:avLst/>
            <a:gdLst/>
            <a:ahLst/>
            <a:rect l="0" t="0" r="r" b="b"/>
            <a:pathLst>
              <a:path w="30137" h="1483">
                <a:moveTo>
                  <a:pt x="0" y="1283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283"/>
                </a:lnTo>
                <a:cubicBezTo>
                  <a:pt x="30137" y="1296"/>
                  <a:pt x="30136" y="1309"/>
                  <a:pt x="30133" y="1322"/>
                </a:cubicBezTo>
                <a:cubicBezTo>
                  <a:pt x="30130" y="1336"/>
                  <a:pt x="30127" y="1348"/>
                  <a:pt x="30122" y="1360"/>
                </a:cubicBezTo>
                <a:cubicBezTo>
                  <a:pt x="30117" y="1372"/>
                  <a:pt x="30111" y="1383"/>
                  <a:pt x="30103" y="1394"/>
                </a:cubicBezTo>
                <a:cubicBezTo>
                  <a:pt x="30096" y="1405"/>
                  <a:pt x="30088" y="1415"/>
                  <a:pt x="30079" y="1424"/>
                </a:cubicBezTo>
                <a:cubicBezTo>
                  <a:pt x="30070" y="1434"/>
                  <a:pt x="30059" y="1442"/>
                  <a:pt x="30049" y="1449"/>
                </a:cubicBezTo>
                <a:cubicBezTo>
                  <a:pt x="30038" y="1456"/>
                  <a:pt x="30026" y="1462"/>
                  <a:pt x="30014" y="1467"/>
                </a:cubicBezTo>
                <a:cubicBezTo>
                  <a:pt x="30002" y="1472"/>
                  <a:pt x="29990" y="1476"/>
                  <a:pt x="29977" y="1479"/>
                </a:cubicBezTo>
                <a:cubicBezTo>
                  <a:pt x="29964" y="1481"/>
                  <a:pt x="29951" y="1483"/>
                  <a:pt x="29938" y="1483"/>
                </a:cubicBezTo>
                <a:lnTo>
                  <a:pt x="198" y="1483"/>
                </a:lnTo>
                <a:cubicBezTo>
                  <a:pt x="185" y="1483"/>
                  <a:pt x="172" y="1481"/>
                  <a:pt x="160" y="1479"/>
                </a:cubicBezTo>
                <a:cubicBezTo>
                  <a:pt x="147" y="1476"/>
                  <a:pt x="134" y="1472"/>
                  <a:pt x="122" y="1467"/>
                </a:cubicBezTo>
                <a:cubicBezTo>
                  <a:pt x="110" y="1462"/>
                  <a:pt x="99" y="1456"/>
                  <a:pt x="88" y="1449"/>
                </a:cubicBezTo>
                <a:cubicBezTo>
                  <a:pt x="77" y="1442"/>
                  <a:pt x="67" y="1434"/>
                  <a:pt x="58" y="1424"/>
                </a:cubicBezTo>
                <a:cubicBezTo>
                  <a:pt x="49" y="1415"/>
                  <a:pt x="40" y="1405"/>
                  <a:pt x="33" y="1394"/>
                </a:cubicBezTo>
                <a:cubicBezTo>
                  <a:pt x="26" y="1383"/>
                  <a:pt x="20" y="1372"/>
                  <a:pt x="15" y="1360"/>
                </a:cubicBezTo>
                <a:cubicBezTo>
                  <a:pt x="10" y="1348"/>
                  <a:pt x="6" y="1336"/>
                  <a:pt x="4" y="1322"/>
                </a:cubicBezTo>
                <a:cubicBezTo>
                  <a:pt x="1" y="1309"/>
                  <a:pt x="0" y="1296"/>
                  <a:pt x="0" y="12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71400" y="3166920"/>
            <a:ext cx="10849320" cy="1410120"/>
          </a:xfrm>
          <a:custGeom>
            <a:avLst/>
            <a:gdLst/>
            <a:ahLst/>
            <a:rect l="0" t="0" r="r" b="b"/>
            <a:pathLst>
              <a:path w="30137" h="3917">
                <a:moveTo>
                  <a:pt x="0" y="37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718"/>
                </a:lnTo>
                <a:cubicBezTo>
                  <a:pt x="30137" y="3731"/>
                  <a:pt x="30136" y="3744"/>
                  <a:pt x="30133" y="3757"/>
                </a:cubicBezTo>
                <a:cubicBezTo>
                  <a:pt x="30130" y="3770"/>
                  <a:pt x="30127" y="3782"/>
                  <a:pt x="30122" y="3794"/>
                </a:cubicBezTo>
                <a:cubicBezTo>
                  <a:pt x="30117" y="3806"/>
                  <a:pt x="30111" y="3818"/>
                  <a:pt x="30103" y="3829"/>
                </a:cubicBezTo>
                <a:cubicBezTo>
                  <a:pt x="30096" y="3839"/>
                  <a:pt x="30088" y="3849"/>
                  <a:pt x="30079" y="3859"/>
                </a:cubicBezTo>
                <a:cubicBezTo>
                  <a:pt x="30070" y="3868"/>
                  <a:pt x="30059" y="3876"/>
                  <a:pt x="30049" y="3883"/>
                </a:cubicBezTo>
                <a:cubicBezTo>
                  <a:pt x="30038" y="3891"/>
                  <a:pt x="30026" y="3897"/>
                  <a:pt x="30014" y="3902"/>
                </a:cubicBezTo>
                <a:cubicBezTo>
                  <a:pt x="30002" y="3907"/>
                  <a:pt x="29990" y="3910"/>
                  <a:pt x="29977" y="3913"/>
                </a:cubicBezTo>
                <a:cubicBezTo>
                  <a:pt x="29964" y="3915"/>
                  <a:pt x="29951" y="3917"/>
                  <a:pt x="29938" y="3917"/>
                </a:cubicBezTo>
                <a:lnTo>
                  <a:pt x="198" y="3917"/>
                </a:lnTo>
                <a:cubicBezTo>
                  <a:pt x="185" y="3917"/>
                  <a:pt x="172" y="3915"/>
                  <a:pt x="160" y="3913"/>
                </a:cubicBezTo>
                <a:cubicBezTo>
                  <a:pt x="147" y="3910"/>
                  <a:pt x="134" y="3907"/>
                  <a:pt x="122" y="3902"/>
                </a:cubicBezTo>
                <a:cubicBezTo>
                  <a:pt x="110" y="3897"/>
                  <a:pt x="99" y="3891"/>
                  <a:pt x="88" y="3883"/>
                </a:cubicBezTo>
                <a:cubicBezTo>
                  <a:pt x="77" y="3876"/>
                  <a:pt x="67" y="3868"/>
                  <a:pt x="58" y="3859"/>
                </a:cubicBezTo>
                <a:cubicBezTo>
                  <a:pt x="49" y="3849"/>
                  <a:pt x="40" y="3839"/>
                  <a:pt x="33" y="3829"/>
                </a:cubicBezTo>
                <a:cubicBezTo>
                  <a:pt x="26" y="3818"/>
                  <a:pt x="20" y="3806"/>
                  <a:pt x="15" y="3794"/>
                </a:cubicBezTo>
                <a:cubicBezTo>
                  <a:pt x="10" y="3782"/>
                  <a:pt x="6" y="3770"/>
                  <a:pt x="4" y="3757"/>
                </a:cubicBezTo>
                <a:cubicBezTo>
                  <a:pt x="1" y="3744"/>
                  <a:pt x="0" y="3731"/>
                  <a:pt x="0" y="371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71400" y="3166920"/>
            <a:ext cx="10849320" cy="1410120"/>
          </a:xfrm>
          <a:custGeom>
            <a:avLst/>
            <a:gdLst/>
            <a:ahLst/>
            <a:rect l="0" t="0" r="r" b="b"/>
            <a:pathLst>
              <a:path w="30137" h="3917">
                <a:moveTo>
                  <a:pt x="0" y="3718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718"/>
                </a:lnTo>
                <a:cubicBezTo>
                  <a:pt x="30137" y="3731"/>
                  <a:pt x="30136" y="3744"/>
                  <a:pt x="30133" y="3757"/>
                </a:cubicBezTo>
                <a:cubicBezTo>
                  <a:pt x="30130" y="3770"/>
                  <a:pt x="30127" y="3782"/>
                  <a:pt x="30122" y="3794"/>
                </a:cubicBezTo>
                <a:cubicBezTo>
                  <a:pt x="30117" y="3806"/>
                  <a:pt x="30111" y="3818"/>
                  <a:pt x="30103" y="3829"/>
                </a:cubicBezTo>
                <a:cubicBezTo>
                  <a:pt x="30096" y="3839"/>
                  <a:pt x="30088" y="3849"/>
                  <a:pt x="30079" y="3859"/>
                </a:cubicBezTo>
                <a:cubicBezTo>
                  <a:pt x="30070" y="3868"/>
                  <a:pt x="30059" y="3876"/>
                  <a:pt x="30049" y="3883"/>
                </a:cubicBezTo>
                <a:cubicBezTo>
                  <a:pt x="30038" y="3891"/>
                  <a:pt x="30026" y="3897"/>
                  <a:pt x="30014" y="3902"/>
                </a:cubicBezTo>
                <a:cubicBezTo>
                  <a:pt x="30002" y="3907"/>
                  <a:pt x="29990" y="3910"/>
                  <a:pt x="29977" y="3913"/>
                </a:cubicBezTo>
                <a:cubicBezTo>
                  <a:pt x="29964" y="3915"/>
                  <a:pt x="29951" y="3917"/>
                  <a:pt x="29938" y="3917"/>
                </a:cubicBezTo>
                <a:lnTo>
                  <a:pt x="198" y="3917"/>
                </a:lnTo>
                <a:cubicBezTo>
                  <a:pt x="185" y="3917"/>
                  <a:pt x="172" y="3915"/>
                  <a:pt x="160" y="3913"/>
                </a:cubicBezTo>
                <a:cubicBezTo>
                  <a:pt x="147" y="3910"/>
                  <a:pt x="134" y="3907"/>
                  <a:pt x="122" y="3902"/>
                </a:cubicBezTo>
                <a:cubicBezTo>
                  <a:pt x="110" y="3897"/>
                  <a:pt x="99" y="3891"/>
                  <a:pt x="88" y="3883"/>
                </a:cubicBezTo>
                <a:cubicBezTo>
                  <a:pt x="77" y="3876"/>
                  <a:pt x="67" y="3868"/>
                  <a:pt x="58" y="3859"/>
                </a:cubicBezTo>
                <a:cubicBezTo>
                  <a:pt x="49" y="3849"/>
                  <a:pt x="40" y="3839"/>
                  <a:pt x="33" y="3829"/>
                </a:cubicBezTo>
                <a:cubicBezTo>
                  <a:pt x="26" y="3818"/>
                  <a:pt x="20" y="3806"/>
                  <a:pt x="15" y="3794"/>
                </a:cubicBezTo>
                <a:cubicBezTo>
                  <a:pt x="10" y="3782"/>
                  <a:pt x="6" y="3770"/>
                  <a:pt x="4" y="3757"/>
                </a:cubicBezTo>
                <a:cubicBezTo>
                  <a:pt x="1" y="3744"/>
                  <a:pt x="0" y="3731"/>
                  <a:pt x="0" y="371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66720" y="1198080"/>
            <a:ext cx="4093675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Open from anywhere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28720" y="2079720"/>
            <a:ext cx="839652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 = VideoDecoder(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path, bytes, tensor of bytes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66720" y="2654280"/>
            <a:ext cx="3298579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But also </a:t>
            </a:r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file-like objects!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828720" y="3327480"/>
            <a:ext cx="160574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fsspec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28720" y="3765600"/>
            <a:ext cx="888991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fsspec.</a:t>
            </a:r>
            <a:r>
              <a:rPr lang="en-US" sz="1500" b="0" u="none" strike="noStrike">
                <a:solidFill>
                  <a:srgbClr val="953800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"https://.../video.mp4"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f: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or s3://, gs://, ...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28720" y="3984840"/>
            <a:ext cx="6667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decoder = VideoDecoder(f, seek_mode=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"approximate"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81000" y="49053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99880" y="4781520"/>
            <a:ext cx="1953000" cy="352800"/>
          </a:xfrm>
          <a:custGeom>
            <a:avLst/>
            <a:gdLst/>
            <a:ahLst/>
            <a:rect l="0" t="0" r="r" b="b"/>
            <a:pathLst>
              <a:path w="5425" h="980">
                <a:moveTo>
                  <a:pt x="0" y="820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266" y="0"/>
                </a:lnTo>
                <a:cubicBezTo>
                  <a:pt x="5277" y="0"/>
                  <a:pt x="5287" y="1"/>
                  <a:pt x="5297" y="3"/>
                </a:cubicBezTo>
                <a:cubicBezTo>
                  <a:pt x="5308" y="5"/>
                  <a:pt x="5318" y="8"/>
                  <a:pt x="5327" y="12"/>
                </a:cubicBezTo>
                <a:cubicBezTo>
                  <a:pt x="5337" y="16"/>
                  <a:pt x="5346" y="21"/>
                  <a:pt x="5355" y="26"/>
                </a:cubicBezTo>
                <a:cubicBezTo>
                  <a:pt x="5363" y="32"/>
                  <a:pt x="5371" y="39"/>
                  <a:pt x="5379" y="46"/>
                </a:cubicBezTo>
                <a:cubicBezTo>
                  <a:pt x="5386" y="53"/>
                  <a:pt x="5393" y="61"/>
                  <a:pt x="5398" y="70"/>
                </a:cubicBezTo>
                <a:cubicBezTo>
                  <a:pt x="5404" y="79"/>
                  <a:pt x="5409" y="88"/>
                  <a:pt x="5413" y="98"/>
                </a:cubicBezTo>
                <a:cubicBezTo>
                  <a:pt x="5417" y="107"/>
                  <a:pt x="5420" y="117"/>
                  <a:pt x="5422" y="127"/>
                </a:cubicBezTo>
                <a:cubicBezTo>
                  <a:pt x="5424" y="138"/>
                  <a:pt x="5425" y="148"/>
                  <a:pt x="5425" y="158"/>
                </a:cubicBezTo>
                <a:lnTo>
                  <a:pt x="5425" y="820"/>
                </a:lnTo>
                <a:cubicBezTo>
                  <a:pt x="5425" y="830"/>
                  <a:pt x="5424" y="841"/>
                  <a:pt x="5422" y="851"/>
                </a:cubicBezTo>
                <a:cubicBezTo>
                  <a:pt x="5420" y="861"/>
                  <a:pt x="5417" y="871"/>
                  <a:pt x="5413" y="881"/>
                </a:cubicBezTo>
                <a:cubicBezTo>
                  <a:pt x="5409" y="890"/>
                  <a:pt x="5404" y="899"/>
                  <a:pt x="5398" y="909"/>
                </a:cubicBezTo>
                <a:cubicBezTo>
                  <a:pt x="5393" y="918"/>
                  <a:pt x="5386" y="926"/>
                  <a:pt x="5379" y="933"/>
                </a:cubicBezTo>
                <a:cubicBezTo>
                  <a:pt x="5371" y="940"/>
                  <a:pt x="5363" y="947"/>
                  <a:pt x="5355" y="953"/>
                </a:cubicBezTo>
                <a:cubicBezTo>
                  <a:pt x="5346" y="959"/>
                  <a:pt x="5337" y="963"/>
                  <a:pt x="5327" y="967"/>
                </a:cubicBezTo>
                <a:cubicBezTo>
                  <a:pt x="5318" y="971"/>
                  <a:pt x="5308" y="974"/>
                  <a:pt x="5297" y="976"/>
                </a:cubicBezTo>
                <a:cubicBezTo>
                  <a:pt x="5287" y="979"/>
                  <a:pt x="5277" y="980"/>
                  <a:pt x="5266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6"/>
                </a:cubicBezTo>
                <a:cubicBezTo>
                  <a:pt x="118" y="974"/>
                  <a:pt x="108" y="971"/>
                  <a:pt x="98" y="967"/>
                </a:cubicBezTo>
                <a:cubicBezTo>
                  <a:pt x="89" y="963"/>
                  <a:pt x="79" y="959"/>
                  <a:pt x="71" y="953"/>
                </a:cubicBezTo>
                <a:cubicBezTo>
                  <a:pt x="62" y="947"/>
                  <a:pt x="54" y="940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899"/>
                  <a:pt x="16" y="890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0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28720" y="4203720"/>
            <a:ext cx="30874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frame = decoder[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1000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290960" y="4828320"/>
            <a:ext cx="191406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decoder[1000]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149640" y="4778280"/>
            <a:ext cx="882342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seeks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 1000: only the bytes around there are downloaded,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not the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200240" y="5178240"/>
            <a:ext cx="324959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whole file from the start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80200" y="6397920"/>
            <a:ext cx="3986755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Streaming data through file-like support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778840" y="6355800"/>
            <a:ext cx="24649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71400" y="1909440"/>
            <a:ext cx="10849320" cy="505440"/>
          </a:xfrm>
          <a:custGeom>
            <a:avLst/>
            <a:gdLst/>
            <a:ahLst/>
            <a:rect l="0" t="0" r="r" b="b"/>
            <a:pathLst>
              <a:path w="30137" h="1404">
                <a:moveTo>
                  <a:pt x="0" y="120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205"/>
                </a:lnTo>
                <a:cubicBezTo>
                  <a:pt x="30137" y="1218"/>
                  <a:pt x="30136" y="1231"/>
                  <a:pt x="30133" y="1244"/>
                </a:cubicBezTo>
                <a:cubicBezTo>
                  <a:pt x="30130" y="1257"/>
                  <a:pt x="30127" y="1269"/>
                  <a:pt x="30122" y="1281"/>
                </a:cubicBezTo>
                <a:cubicBezTo>
                  <a:pt x="30117" y="1293"/>
                  <a:pt x="30111" y="1305"/>
                  <a:pt x="30103" y="1315"/>
                </a:cubicBezTo>
                <a:cubicBezTo>
                  <a:pt x="30096" y="1326"/>
                  <a:pt x="30088" y="1336"/>
                  <a:pt x="30079" y="1346"/>
                </a:cubicBezTo>
                <a:cubicBezTo>
                  <a:pt x="30070" y="1355"/>
                  <a:pt x="30059" y="1363"/>
                  <a:pt x="30049" y="1370"/>
                </a:cubicBezTo>
                <a:cubicBezTo>
                  <a:pt x="30038" y="1377"/>
                  <a:pt x="30026" y="1384"/>
                  <a:pt x="30014" y="1389"/>
                </a:cubicBezTo>
                <a:cubicBezTo>
                  <a:pt x="30002" y="1394"/>
                  <a:pt x="29990" y="1397"/>
                  <a:pt x="29977" y="1400"/>
                </a:cubicBezTo>
                <a:cubicBezTo>
                  <a:pt x="29964" y="1402"/>
                  <a:pt x="29951" y="1404"/>
                  <a:pt x="29938" y="1404"/>
                </a:cubicBezTo>
                <a:lnTo>
                  <a:pt x="198" y="1404"/>
                </a:lnTo>
                <a:cubicBezTo>
                  <a:pt x="185" y="1404"/>
                  <a:pt x="172" y="1402"/>
                  <a:pt x="160" y="1400"/>
                </a:cubicBezTo>
                <a:cubicBezTo>
                  <a:pt x="147" y="1397"/>
                  <a:pt x="134" y="1394"/>
                  <a:pt x="122" y="1389"/>
                </a:cubicBezTo>
                <a:cubicBezTo>
                  <a:pt x="110" y="1384"/>
                  <a:pt x="99" y="1377"/>
                  <a:pt x="88" y="1370"/>
                </a:cubicBezTo>
                <a:cubicBezTo>
                  <a:pt x="77" y="1363"/>
                  <a:pt x="67" y="1355"/>
                  <a:pt x="58" y="1346"/>
                </a:cubicBezTo>
                <a:cubicBezTo>
                  <a:pt x="49" y="1336"/>
                  <a:pt x="40" y="1326"/>
                  <a:pt x="33" y="1315"/>
                </a:cubicBezTo>
                <a:cubicBezTo>
                  <a:pt x="26" y="1305"/>
                  <a:pt x="20" y="1293"/>
                  <a:pt x="15" y="1281"/>
                </a:cubicBezTo>
                <a:cubicBezTo>
                  <a:pt x="10" y="1269"/>
                  <a:pt x="6" y="1257"/>
                  <a:pt x="4" y="1244"/>
                </a:cubicBezTo>
                <a:cubicBezTo>
                  <a:pt x="1" y="1231"/>
                  <a:pt x="0" y="1218"/>
                  <a:pt x="0" y="120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71400" y="1909440"/>
            <a:ext cx="10849320" cy="505440"/>
          </a:xfrm>
          <a:custGeom>
            <a:avLst/>
            <a:gdLst/>
            <a:ahLst/>
            <a:rect l="0" t="0" r="r" b="b"/>
            <a:pathLst>
              <a:path w="30137" h="1404">
                <a:moveTo>
                  <a:pt x="0" y="120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205"/>
                </a:lnTo>
                <a:cubicBezTo>
                  <a:pt x="30137" y="1218"/>
                  <a:pt x="30136" y="1231"/>
                  <a:pt x="30133" y="1244"/>
                </a:cubicBezTo>
                <a:cubicBezTo>
                  <a:pt x="30130" y="1257"/>
                  <a:pt x="30127" y="1269"/>
                  <a:pt x="30122" y="1281"/>
                </a:cubicBezTo>
                <a:cubicBezTo>
                  <a:pt x="30117" y="1293"/>
                  <a:pt x="30111" y="1305"/>
                  <a:pt x="30103" y="1315"/>
                </a:cubicBezTo>
                <a:cubicBezTo>
                  <a:pt x="30096" y="1326"/>
                  <a:pt x="30088" y="1336"/>
                  <a:pt x="30079" y="1346"/>
                </a:cubicBezTo>
                <a:cubicBezTo>
                  <a:pt x="30070" y="1355"/>
                  <a:pt x="30059" y="1363"/>
                  <a:pt x="30049" y="1370"/>
                </a:cubicBezTo>
                <a:cubicBezTo>
                  <a:pt x="30038" y="1377"/>
                  <a:pt x="30026" y="1384"/>
                  <a:pt x="30014" y="1389"/>
                </a:cubicBezTo>
                <a:cubicBezTo>
                  <a:pt x="30002" y="1394"/>
                  <a:pt x="29990" y="1397"/>
                  <a:pt x="29977" y="1400"/>
                </a:cubicBezTo>
                <a:cubicBezTo>
                  <a:pt x="29964" y="1402"/>
                  <a:pt x="29951" y="1404"/>
                  <a:pt x="29938" y="1404"/>
                </a:cubicBezTo>
                <a:lnTo>
                  <a:pt x="198" y="1404"/>
                </a:lnTo>
                <a:cubicBezTo>
                  <a:pt x="185" y="1404"/>
                  <a:pt x="172" y="1402"/>
                  <a:pt x="160" y="1400"/>
                </a:cubicBezTo>
                <a:cubicBezTo>
                  <a:pt x="147" y="1397"/>
                  <a:pt x="134" y="1394"/>
                  <a:pt x="122" y="1389"/>
                </a:cubicBezTo>
                <a:cubicBezTo>
                  <a:pt x="110" y="1384"/>
                  <a:pt x="99" y="1377"/>
                  <a:pt x="88" y="1370"/>
                </a:cubicBezTo>
                <a:cubicBezTo>
                  <a:pt x="77" y="1363"/>
                  <a:pt x="67" y="1355"/>
                  <a:pt x="58" y="1346"/>
                </a:cubicBezTo>
                <a:cubicBezTo>
                  <a:pt x="49" y="1336"/>
                  <a:pt x="40" y="1326"/>
                  <a:pt x="33" y="1315"/>
                </a:cubicBezTo>
                <a:cubicBezTo>
                  <a:pt x="26" y="1305"/>
                  <a:pt x="20" y="1293"/>
                  <a:pt x="15" y="1281"/>
                </a:cubicBezTo>
                <a:cubicBezTo>
                  <a:pt x="10" y="1269"/>
                  <a:pt x="6" y="1257"/>
                  <a:pt x="4" y="1244"/>
                </a:cubicBezTo>
                <a:cubicBezTo>
                  <a:pt x="1" y="1231"/>
                  <a:pt x="0" y="1218"/>
                  <a:pt x="0" y="120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76080" y="3076560"/>
            <a:ext cx="991080" cy="390600"/>
          </a:xfrm>
          <a:custGeom>
            <a:avLst/>
            <a:gdLst/>
            <a:ahLst/>
            <a:rect l="0" t="0" r="r" b="b"/>
            <a:pathLst>
              <a:path w="2753" h="1085">
                <a:moveTo>
                  <a:pt x="0" y="0"/>
                </a:moveTo>
                <a:lnTo>
                  <a:pt x="2753" y="0"/>
                </a:lnTo>
                <a:lnTo>
                  <a:pt x="2753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666800" y="3076560"/>
            <a:ext cx="3515040" cy="390600"/>
          </a:xfrm>
          <a:custGeom>
            <a:avLst/>
            <a:gdLst/>
            <a:ahLst/>
            <a:rect l="0" t="0" r="r" b="b"/>
            <a:pathLst>
              <a:path w="9764" h="1085">
                <a:moveTo>
                  <a:pt x="0" y="0"/>
                </a:moveTo>
                <a:lnTo>
                  <a:pt x="9764" y="0"/>
                </a:lnTo>
                <a:lnTo>
                  <a:pt x="9764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181480" y="3076560"/>
            <a:ext cx="2819520" cy="390600"/>
          </a:xfrm>
          <a:custGeom>
            <a:avLst/>
            <a:gdLst/>
            <a:ahLst/>
            <a:rect l="0" t="0" r="r" b="b"/>
            <a:pathLst>
              <a:path w="7832" h="1085">
                <a:moveTo>
                  <a:pt x="0" y="0"/>
                </a:moveTo>
                <a:lnTo>
                  <a:pt x="7832" y="0"/>
                </a:lnTo>
                <a:lnTo>
                  <a:pt x="7832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76080" y="3466800"/>
            <a:ext cx="991080" cy="400680"/>
          </a:xfrm>
          <a:custGeom>
            <a:avLst/>
            <a:gdLst/>
            <a:ahLst/>
            <a:rect l="0" t="0" r="r" b="b"/>
            <a:pathLst>
              <a:path w="2753" h="1113">
                <a:moveTo>
                  <a:pt x="0" y="0"/>
                </a:moveTo>
                <a:lnTo>
                  <a:pt x="2753" y="0"/>
                </a:lnTo>
                <a:lnTo>
                  <a:pt x="2753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666800" y="3466800"/>
            <a:ext cx="3515040" cy="400680"/>
          </a:xfrm>
          <a:custGeom>
            <a:avLst/>
            <a:gdLst/>
            <a:ahLst/>
            <a:rect l="0" t="0" r="r" b="b"/>
            <a:pathLst>
              <a:path w="9764" h="1113">
                <a:moveTo>
                  <a:pt x="0" y="0"/>
                </a:moveTo>
                <a:lnTo>
                  <a:pt x="9764" y="0"/>
                </a:lnTo>
                <a:lnTo>
                  <a:pt x="9764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5181480" y="3466800"/>
            <a:ext cx="2819520" cy="400680"/>
          </a:xfrm>
          <a:custGeom>
            <a:avLst/>
            <a:gdLst/>
            <a:ahLst/>
            <a:rect l="0" t="0" r="r" b="b"/>
            <a:pathLst>
              <a:path w="7832" h="1113">
                <a:moveTo>
                  <a:pt x="0" y="0"/>
                </a:moveTo>
                <a:lnTo>
                  <a:pt x="7832" y="0"/>
                </a:lnTo>
                <a:lnTo>
                  <a:pt x="7832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76080" y="3867120"/>
            <a:ext cx="991080" cy="390600"/>
          </a:xfrm>
          <a:custGeom>
            <a:avLst/>
            <a:gdLst/>
            <a:ahLst/>
            <a:rect l="0" t="0" r="r" b="b"/>
            <a:pathLst>
              <a:path w="2753" h="1085">
                <a:moveTo>
                  <a:pt x="0" y="0"/>
                </a:moveTo>
                <a:lnTo>
                  <a:pt x="2753" y="0"/>
                </a:lnTo>
                <a:lnTo>
                  <a:pt x="2753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666800" y="3867120"/>
            <a:ext cx="3515040" cy="390600"/>
          </a:xfrm>
          <a:custGeom>
            <a:avLst/>
            <a:gdLst/>
            <a:ahLst/>
            <a:rect l="0" t="0" r="r" b="b"/>
            <a:pathLst>
              <a:path w="9764" h="1085">
                <a:moveTo>
                  <a:pt x="0" y="0"/>
                </a:moveTo>
                <a:lnTo>
                  <a:pt x="9764" y="0"/>
                </a:lnTo>
                <a:lnTo>
                  <a:pt x="9764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181480" y="3867120"/>
            <a:ext cx="2819520" cy="390600"/>
          </a:xfrm>
          <a:custGeom>
            <a:avLst/>
            <a:gdLst/>
            <a:ahLst/>
            <a:rect l="0" t="0" r="r" b="b"/>
            <a:pathLst>
              <a:path w="7832" h="1085">
                <a:moveTo>
                  <a:pt x="0" y="0"/>
                </a:moveTo>
                <a:lnTo>
                  <a:pt x="7832" y="0"/>
                </a:lnTo>
                <a:lnTo>
                  <a:pt x="7832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66720" y="306684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66720" y="3066840"/>
            <a:ext cx="1000440" cy="10080"/>
          </a:xfrm>
          <a:custGeom>
            <a:avLst/>
            <a:gdLst/>
            <a:ahLst/>
            <a:rect l="0" t="0" r="r" b="b"/>
            <a:pathLst>
              <a:path w="2779" h="28">
                <a:moveTo>
                  <a:pt x="0" y="0"/>
                </a:moveTo>
                <a:lnTo>
                  <a:pt x="2779" y="0"/>
                </a:lnTo>
                <a:lnTo>
                  <a:pt x="2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657080" y="306684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666800" y="306684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171760" y="306684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181480" y="306684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7991280" y="306684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666720" y="3466800"/>
            <a:ext cx="1000440" cy="10080"/>
          </a:xfrm>
          <a:custGeom>
            <a:avLst/>
            <a:gdLst/>
            <a:ahLst/>
            <a:rect l="0" t="0" r="r" b="b"/>
            <a:pathLst>
              <a:path w="2779" h="28">
                <a:moveTo>
                  <a:pt x="0" y="0"/>
                </a:moveTo>
                <a:lnTo>
                  <a:pt x="2779" y="0"/>
                </a:lnTo>
                <a:lnTo>
                  <a:pt x="2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666800" y="346680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181480" y="346680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666720" y="3476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657080" y="3476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5171760" y="34765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7991280" y="34765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66720" y="38671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666720" y="3857400"/>
            <a:ext cx="1000440" cy="10080"/>
          </a:xfrm>
          <a:custGeom>
            <a:avLst/>
            <a:gdLst/>
            <a:ahLst/>
            <a:rect l="0" t="0" r="r" b="b"/>
            <a:pathLst>
              <a:path w="2779" h="28">
                <a:moveTo>
                  <a:pt x="0" y="0"/>
                </a:moveTo>
                <a:lnTo>
                  <a:pt x="2779" y="0"/>
                </a:lnTo>
                <a:lnTo>
                  <a:pt x="2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657080" y="38671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666800" y="385740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5171760" y="38671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181480" y="385740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7991280" y="38671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66720" y="4257360"/>
            <a:ext cx="1000440" cy="10080"/>
          </a:xfrm>
          <a:custGeom>
            <a:avLst/>
            <a:gdLst/>
            <a:ahLst/>
            <a:rect l="0" t="0" r="r" b="b"/>
            <a:pathLst>
              <a:path w="2779" h="28">
                <a:moveTo>
                  <a:pt x="0" y="0"/>
                </a:moveTo>
                <a:lnTo>
                  <a:pt x="2779" y="0"/>
                </a:lnTo>
                <a:lnTo>
                  <a:pt x="27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666800" y="4257360"/>
            <a:ext cx="3515040" cy="10080"/>
          </a:xfrm>
          <a:custGeom>
            <a:avLst/>
            <a:gdLst/>
            <a:ahLst/>
            <a:rect l="0" t="0" r="r" b="b"/>
            <a:pathLst>
              <a:path w="9764" h="28">
                <a:moveTo>
                  <a:pt x="0" y="0"/>
                </a:moveTo>
                <a:lnTo>
                  <a:pt x="9764" y="0"/>
                </a:lnTo>
                <a:lnTo>
                  <a:pt x="97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181480" y="4257360"/>
            <a:ext cx="2819520" cy="10080"/>
          </a:xfrm>
          <a:custGeom>
            <a:avLst/>
            <a:gdLst/>
            <a:ahLst/>
            <a:rect l="0" t="0" r="r" b="b"/>
            <a:pathLst>
              <a:path w="7832" h="28">
                <a:moveTo>
                  <a:pt x="0" y="0"/>
                </a:moveTo>
                <a:lnTo>
                  <a:pt x="7832" y="0"/>
                </a:lnTo>
                <a:lnTo>
                  <a:pt x="7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676080" y="4429080"/>
            <a:ext cx="10839960" cy="1257480"/>
          </a:xfrm>
          <a:custGeom>
            <a:avLst/>
            <a:gdLst/>
            <a:ahLst/>
            <a:rect l="0" t="0" r="r" b="b"/>
            <a:pathLst>
              <a:path w="30111" h="3493">
                <a:moveTo>
                  <a:pt x="0" y="3254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8"/>
                  <a:pt x="30030" y="58"/>
                  <a:pt x="30041" y="69"/>
                </a:cubicBezTo>
                <a:cubicBezTo>
                  <a:pt x="30052" y="80"/>
                  <a:pt x="30062" y="92"/>
                  <a:pt x="30070" y="105"/>
                </a:cubicBezTo>
                <a:cubicBezTo>
                  <a:pt x="30079" y="118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3254"/>
                </a:lnTo>
                <a:cubicBezTo>
                  <a:pt x="30111" y="3270"/>
                  <a:pt x="30109" y="3285"/>
                  <a:pt x="30106" y="3300"/>
                </a:cubicBezTo>
                <a:cubicBezTo>
                  <a:pt x="30103" y="3316"/>
                  <a:pt x="30098" y="3331"/>
                  <a:pt x="30092" y="3345"/>
                </a:cubicBezTo>
                <a:cubicBezTo>
                  <a:pt x="30087" y="3360"/>
                  <a:pt x="30079" y="3373"/>
                  <a:pt x="30070" y="3386"/>
                </a:cubicBezTo>
                <a:cubicBezTo>
                  <a:pt x="30062" y="3399"/>
                  <a:pt x="30052" y="3412"/>
                  <a:pt x="30041" y="3423"/>
                </a:cubicBezTo>
                <a:cubicBezTo>
                  <a:pt x="30030" y="3434"/>
                  <a:pt x="30018" y="3444"/>
                  <a:pt x="30005" y="3453"/>
                </a:cubicBezTo>
                <a:cubicBezTo>
                  <a:pt x="29992" y="3462"/>
                  <a:pt x="29978" y="3469"/>
                  <a:pt x="29964" y="3475"/>
                </a:cubicBezTo>
                <a:cubicBezTo>
                  <a:pt x="29949" y="3481"/>
                  <a:pt x="29934" y="3485"/>
                  <a:pt x="29919" y="3489"/>
                </a:cubicBezTo>
                <a:cubicBezTo>
                  <a:pt x="29904" y="3492"/>
                  <a:pt x="29888" y="3493"/>
                  <a:pt x="29872" y="3493"/>
                </a:cubicBezTo>
                <a:lnTo>
                  <a:pt x="238" y="3493"/>
                </a:lnTo>
                <a:cubicBezTo>
                  <a:pt x="223" y="3493"/>
                  <a:pt x="207" y="3492"/>
                  <a:pt x="192" y="3489"/>
                </a:cubicBezTo>
                <a:cubicBezTo>
                  <a:pt x="176" y="3485"/>
                  <a:pt x="161" y="3481"/>
                  <a:pt x="147" y="3475"/>
                </a:cubicBezTo>
                <a:cubicBezTo>
                  <a:pt x="133" y="3469"/>
                  <a:pt x="119" y="3462"/>
                  <a:pt x="106" y="3453"/>
                </a:cubicBezTo>
                <a:cubicBezTo>
                  <a:pt x="93" y="3444"/>
                  <a:pt x="81" y="3434"/>
                  <a:pt x="70" y="3423"/>
                </a:cubicBezTo>
                <a:cubicBezTo>
                  <a:pt x="59" y="3412"/>
                  <a:pt x="49" y="3399"/>
                  <a:pt x="40" y="3386"/>
                </a:cubicBezTo>
                <a:cubicBezTo>
                  <a:pt x="31" y="3373"/>
                  <a:pt x="24" y="3360"/>
                  <a:pt x="18" y="3345"/>
                </a:cubicBezTo>
                <a:cubicBezTo>
                  <a:pt x="12" y="3331"/>
                  <a:pt x="8" y="3316"/>
                  <a:pt x="5" y="3300"/>
                </a:cubicBezTo>
                <a:cubicBezTo>
                  <a:pt x="2" y="3285"/>
                  <a:pt x="0" y="3270"/>
                  <a:pt x="0" y="3254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676080" y="4429080"/>
            <a:ext cx="10839960" cy="1257480"/>
          </a:xfrm>
          <a:custGeom>
            <a:avLst/>
            <a:gdLst/>
            <a:ahLst/>
            <a:rect l="0" t="0" r="r" b="b"/>
            <a:pathLst>
              <a:path w="30111" h="3493">
                <a:moveTo>
                  <a:pt x="0" y="3254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8"/>
                  <a:pt x="30030" y="58"/>
                  <a:pt x="30041" y="69"/>
                </a:cubicBezTo>
                <a:cubicBezTo>
                  <a:pt x="30052" y="80"/>
                  <a:pt x="30062" y="92"/>
                  <a:pt x="30070" y="105"/>
                </a:cubicBezTo>
                <a:cubicBezTo>
                  <a:pt x="30079" y="118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3254"/>
                </a:lnTo>
                <a:cubicBezTo>
                  <a:pt x="30111" y="3270"/>
                  <a:pt x="30109" y="3285"/>
                  <a:pt x="30106" y="3300"/>
                </a:cubicBezTo>
                <a:cubicBezTo>
                  <a:pt x="30103" y="3316"/>
                  <a:pt x="30098" y="3331"/>
                  <a:pt x="30092" y="3345"/>
                </a:cubicBezTo>
                <a:cubicBezTo>
                  <a:pt x="30087" y="3360"/>
                  <a:pt x="30079" y="3373"/>
                  <a:pt x="30070" y="3386"/>
                </a:cubicBezTo>
                <a:cubicBezTo>
                  <a:pt x="30062" y="3399"/>
                  <a:pt x="30052" y="3412"/>
                  <a:pt x="30041" y="3423"/>
                </a:cubicBezTo>
                <a:cubicBezTo>
                  <a:pt x="30030" y="3434"/>
                  <a:pt x="30018" y="3444"/>
                  <a:pt x="30005" y="3453"/>
                </a:cubicBezTo>
                <a:cubicBezTo>
                  <a:pt x="29992" y="3462"/>
                  <a:pt x="29978" y="3469"/>
                  <a:pt x="29964" y="3475"/>
                </a:cubicBezTo>
                <a:cubicBezTo>
                  <a:pt x="29949" y="3481"/>
                  <a:pt x="29934" y="3485"/>
                  <a:pt x="29919" y="3489"/>
                </a:cubicBezTo>
                <a:cubicBezTo>
                  <a:pt x="29904" y="3492"/>
                  <a:pt x="29888" y="3493"/>
                  <a:pt x="29872" y="3493"/>
                </a:cubicBezTo>
                <a:lnTo>
                  <a:pt x="238" y="3493"/>
                </a:lnTo>
                <a:cubicBezTo>
                  <a:pt x="223" y="3493"/>
                  <a:pt x="207" y="3492"/>
                  <a:pt x="192" y="3489"/>
                </a:cubicBezTo>
                <a:cubicBezTo>
                  <a:pt x="176" y="3485"/>
                  <a:pt x="161" y="3481"/>
                  <a:pt x="147" y="3475"/>
                </a:cubicBezTo>
                <a:cubicBezTo>
                  <a:pt x="133" y="3469"/>
                  <a:pt x="119" y="3462"/>
                  <a:pt x="106" y="3453"/>
                </a:cubicBezTo>
                <a:cubicBezTo>
                  <a:pt x="93" y="3444"/>
                  <a:pt x="81" y="3434"/>
                  <a:pt x="70" y="3423"/>
                </a:cubicBezTo>
                <a:cubicBezTo>
                  <a:pt x="59" y="3412"/>
                  <a:pt x="49" y="3399"/>
                  <a:pt x="40" y="3386"/>
                </a:cubicBezTo>
                <a:cubicBezTo>
                  <a:pt x="31" y="3373"/>
                  <a:pt x="24" y="3360"/>
                  <a:pt x="18" y="3345"/>
                </a:cubicBezTo>
                <a:cubicBezTo>
                  <a:pt x="12" y="3331"/>
                  <a:pt x="8" y="3316"/>
                  <a:pt x="5" y="3300"/>
                </a:cubicBezTo>
                <a:cubicBezTo>
                  <a:pt x="2" y="3285"/>
                  <a:pt x="0" y="3270"/>
                  <a:pt x="0" y="3254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66720" y="1188720"/>
            <a:ext cx="6473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Exact vs approximate seek mode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828720" y="2065320"/>
            <a:ext cx="6806332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 = VideoDecoder(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"long_video.mp4"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seek_mode=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"approximate"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657160" y="3171600"/>
            <a:ext cx="762480" cy="228960"/>
          </a:xfrm>
          <a:custGeom>
            <a:avLst/>
            <a:gdLst/>
            <a:ahLst/>
            <a:rect l="0" t="0" r="r" b="b"/>
            <a:pathLst>
              <a:path w="2118" h="636">
                <a:moveTo>
                  <a:pt x="0" y="47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8" y="71"/>
                </a:cubicBezTo>
                <a:cubicBezTo>
                  <a:pt x="34" y="62"/>
                  <a:pt x="40" y="54"/>
                  <a:pt x="48" y="47"/>
                </a:cubicBezTo>
                <a:cubicBezTo>
                  <a:pt x="55" y="39"/>
                  <a:pt x="63" y="33"/>
                  <a:pt x="72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1959" y="0"/>
                </a:lnTo>
                <a:cubicBezTo>
                  <a:pt x="1970" y="0"/>
                  <a:pt x="1980" y="1"/>
                  <a:pt x="1990" y="3"/>
                </a:cubicBezTo>
                <a:cubicBezTo>
                  <a:pt x="2000" y="5"/>
                  <a:pt x="2010" y="8"/>
                  <a:pt x="2020" y="12"/>
                </a:cubicBezTo>
                <a:cubicBezTo>
                  <a:pt x="2030" y="16"/>
                  <a:pt x="2039" y="21"/>
                  <a:pt x="2047" y="27"/>
                </a:cubicBezTo>
                <a:cubicBezTo>
                  <a:pt x="2056" y="33"/>
                  <a:pt x="2064" y="39"/>
                  <a:pt x="2072" y="47"/>
                </a:cubicBezTo>
                <a:cubicBezTo>
                  <a:pt x="2079" y="54"/>
                  <a:pt x="2085" y="62"/>
                  <a:pt x="2091" y="71"/>
                </a:cubicBezTo>
                <a:cubicBezTo>
                  <a:pt x="2097" y="79"/>
                  <a:pt x="2102" y="88"/>
                  <a:pt x="2106" y="98"/>
                </a:cubicBezTo>
                <a:cubicBezTo>
                  <a:pt x="2110" y="108"/>
                  <a:pt x="2113" y="118"/>
                  <a:pt x="2115" y="128"/>
                </a:cubicBezTo>
                <a:cubicBezTo>
                  <a:pt x="2117" y="138"/>
                  <a:pt x="2118" y="148"/>
                  <a:pt x="2118" y="159"/>
                </a:cubicBezTo>
                <a:lnTo>
                  <a:pt x="2118" y="477"/>
                </a:lnTo>
                <a:cubicBezTo>
                  <a:pt x="2118" y="488"/>
                  <a:pt x="2117" y="498"/>
                  <a:pt x="2115" y="508"/>
                </a:cubicBezTo>
                <a:cubicBezTo>
                  <a:pt x="2113" y="519"/>
                  <a:pt x="2110" y="528"/>
                  <a:pt x="2106" y="538"/>
                </a:cubicBezTo>
                <a:cubicBezTo>
                  <a:pt x="2102" y="548"/>
                  <a:pt x="2097" y="557"/>
                  <a:pt x="2091" y="566"/>
                </a:cubicBezTo>
                <a:cubicBezTo>
                  <a:pt x="2085" y="574"/>
                  <a:pt x="2079" y="582"/>
                  <a:pt x="2072" y="590"/>
                </a:cubicBezTo>
                <a:cubicBezTo>
                  <a:pt x="2064" y="597"/>
                  <a:pt x="2056" y="604"/>
                  <a:pt x="2047" y="609"/>
                </a:cubicBezTo>
                <a:cubicBezTo>
                  <a:pt x="2039" y="615"/>
                  <a:pt x="2030" y="620"/>
                  <a:pt x="2020" y="624"/>
                </a:cubicBezTo>
                <a:cubicBezTo>
                  <a:pt x="2010" y="628"/>
                  <a:pt x="2000" y="631"/>
                  <a:pt x="1990" y="633"/>
                </a:cubicBezTo>
                <a:cubicBezTo>
                  <a:pt x="1980" y="635"/>
                  <a:pt x="1970" y="636"/>
                  <a:pt x="1959" y="636"/>
                </a:cubicBezTo>
                <a:lnTo>
                  <a:pt x="160" y="636"/>
                </a:lnTo>
                <a:cubicBezTo>
                  <a:pt x="150" y="636"/>
                  <a:pt x="139" y="635"/>
                  <a:pt x="129" y="633"/>
                </a:cubicBezTo>
                <a:cubicBezTo>
                  <a:pt x="119" y="631"/>
                  <a:pt x="109" y="628"/>
                  <a:pt x="99" y="624"/>
                </a:cubicBezTo>
                <a:cubicBezTo>
                  <a:pt x="90" y="620"/>
                  <a:pt x="81" y="615"/>
                  <a:pt x="72" y="609"/>
                </a:cubicBezTo>
                <a:cubicBezTo>
                  <a:pt x="63" y="604"/>
                  <a:pt x="55" y="597"/>
                  <a:pt x="48" y="590"/>
                </a:cubicBezTo>
                <a:cubicBezTo>
                  <a:pt x="40" y="582"/>
                  <a:pt x="34" y="574"/>
                  <a:pt x="28" y="566"/>
                </a:cubicBezTo>
                <a:cubicBezTo>
                  <a:pt x="21" y="557"/>
                  <a:pt x="16" y="548"/>
                  <a:pt x="12" y="538"/>
                </a:cubicBezTo>
                <a:cubicBezTo>
                  <a:pt x="8" y="528"/>
                  <a:pt x="5" y="519"/>
                  <a:pt x="3" y="508"/>
                </a:cubicBezTo>
                <a:cubicBezTo>
                  <a:pt x="1" y="498"/>
                  <a:pt x="0" y="488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666720" y="2612520"/>
            <a:ext cx="605283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 tradeoff: </a:t>
            </a:r>
            <a:r>
              <a:rPr lang="en-US" sz="1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seek accuracy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vs </a:t>
            </a:r>
            <a:r>
              <a:rPr lang="en-US" sz="1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decoder creation speed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2716200" y="3198240"/>
            <a:ext cx="699062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"exact"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924520" y="3171600"/>
            <a:ext cx="1324080" cy="228960"/>
          </a:xfrm>
          <a:custGeom>
            <a:avLst/>
            <a:gdLst/>
            <a:ahLst/>
            <a:rect l="0" t="0" r="r" b="b"/>
            <a:pathLst>
              <a:path w="3678" h="636">
                <a:moveTo>
                  <a:pt x="0" y="47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520" y="0"/>
                </a:lnTo>
                <a:cubicBezTo>
                  <a:pt x="3530" y="0"/>
                  <a:pt x="3540" y="1"/>
                  <a:pt x="3551" y="3"/>
                </a:cubicBezTo>
                <a:cubicBezTo>
                  <a:pt x="3561" y="5"/>
                  <a:pt x="3571" y="8"/>
                  <a:pt x="3580" y="12"/>
                </a:cubicBezTo>
                <a:cubicBezTo>
                  <a:pt x="3590" y="16"/>
                  <a:pt x="3599" y="21"/>
                  <a:pt x="3608" y="27"/>
                </a:cubicBezTo>
                <a:cubicBezTo>
                  <a:pt x="3616" y="33"/>
                  <a:pt x="3624" y="39"/>
                  <a:pt x="3632" y="47"/>
                </a:cubicBezTo>
                <a:cubicBezTo>
                  <a:pt x="3639" y="54"/>
                  <a:pt x="3646" y="62"/>
                  <a:pt x="3652" y="71"/>
                </a:cubicBezTo>
                <a:cubicBezTo>
                  <a:pt x="3657" y="79"/>
                  <a:pt x="3662" y="88"/>
                  <a:pt x="3666" y="98"/>
                </a:cubicBezTo>
                <a:cubicBezTo>
                  <a:pt x="3670" y="108"/>
                  <a:pt x="3673" y="118"/>
                  <a:pt x="3675" y="128"/>
                </a:cubicBezTo>
                <a:cubicBezTo>
                  <a:pt x="3677" y="138"/>
                  <a:pt x="3678" y="148"/>
                  <a:pt x="3678" y="159"/>
                </a:cubicBezTo>
                <a:lnTo>
                  <a:pt x="3678" y="477"/>
                </a:lnTo>
                <a:cubicBezTo>
                  <a:pt x="3678" y="488"/>
                  <a:pt x="3677" y="498"/>
                  <a:pt x="3675" y="508"/>
                </a:cubicBezTo>
                <a:cubicBezTo>
                  <a:pt x="3673" y="519"/>
                  <a:pt x="3670" y="528"/>
                  <a:pt x="3666" y="538"/>
                </a:cubicBezTo>
                <a:cubicBezTo>
                  <a:pt x="3662" y="548"/>
                  <a:pt x="3657" y="557"/>
                  <a:pt x="3652" y="566"/>
                </a:cubicBezTo>
                <a:cubicBezTo>
                  <a:pt x="3646" y="574"/>
                  <a:pt x="3639" y="582"/>
                  <a:pt x="3632" y="590"/>
                </a:cubicBezTo>
                <a:cubicBezTo>
                  <a:pt x="3624" y="597"/>
                  <a:pt x="3616" y="604"/>
                  <a:pt x="3608" y="609"/>
                </a:cubicBezTo>
                <a:cubicBezTo>
                  <a:pt x="3599" y="615"/>
                  <a:pt x="3590" y="620"/>
                  <a:pt x="3580" y="624"/>
                </a:cubicBezTo>
                <a:cubicBezTo>
                  <a:pt x="3571" y="628"/>
                  <a:pt x="3561" y="631"/>
                  <a:pt x="3551" y="633"/>
                </a:cubicBezTo>
                <a:cubicBezTo>
                  <a:pt x="3540" y="635"/>
                  <a:pt x="3530" y="636"/>
                  <a:pt x="3520" y="636"/>
                </a:cubicBezTo>
                <a:lnTo>
                  <a:pt x="159" y="636"/>
                </a:lnTo>
                <a:cubicBezTo>
                  <a:pt x="149" y="636"/>
                  <a:pt x="139" y="635"/>
                  <a:pt x="128" y="633"/>
                </a:cubicBezTo>
                <a:cubicBezTo>
                  <a:pt x="118" y="631"/>
                  <a:pt x="108" y="628"/>
                  <a:pt x="99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1" y="604"/>
                  <a:pt x="53" y="597"/>
                  <a:pt x="46" y="590"/>
                </a:cubicBezTo>
                <a:cubicBezTo>
                  <a:pt x="39" y="582"/>
                  <a:pt x="32" y="574"/>
                  <a:pt x="26" y="566"/>
                </a:cubicBezTo>
                <a:cubicBezTo>
                  <a:pt x="21" y="557"/>
                  <a:pt x="16" y="548"/>
                  <a:pt x="12" y="538"/>
                </a:cubicBezTo>
                <a:cubicBezTo>
                  <a:pt x="8" y="528"/>
                  <a:pt x="5" y="519"/>
                  <a:pt x="3" y="508"/>
                </a:cubicBezTo>
                <a:cubicBezTo>
                  <a:pt x="1" y="498"/>
                  <a:pt x="0" y="488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423600" y="3160440"/>
            <a:ext cx="827755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(default)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989320" y="3198240"/>
            <a:ext cx="1297814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"approximate"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99920" y="3560400"/>
            <a:ext cx="795096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Creation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791360" y="3560400"/>
            <a:ext cx="35283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scans the whole file: slow on long videos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308200" y="3560400"/>
            <a:ext cx="1906286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reads the header: fast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99920" y="3951000"/>
            <a:ext cx="751939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Seeking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1791360" y="3951000"/>
            <a:ext cx="1318032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frame-accurate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308200" y="3951000"/>
            <a:ext cx="2776809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may be slightly off on some files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895320" y="457488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895320" y="4914720"/>
            <a:ext cx="971640" cy="295560"/>
          </a:xfrm>
          <a:custGeom>
            <a:avLst/>
            <a:gdLst/>
            <a:ahLst/>
            <a:rect l="0" t="0" r="r" b="b"/>
            <a:pathLst>
              <a:path w="2699" h="821">
                <a:moveTo>
                  <a:pt x="0" y="66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541" y="0"/>
                </a:lnTo>
                <a:cubicBezTo>
                  <a:pt x="2551" y="0"/>
                  <a:pt x="2561" y="1"/>
                  <a:pt x="2572" y="3"/>
                </a:cubicBezTo>
                <a:cubicBezTo>
                  <a:pt x="2582" y="5"/>
                  <a:pt x="2592" y="8"/>
                  <a:pt x="2601" y="12"/>
                </a:cubicBezTo>
                <a:cubicBezTo>
                  <a:pt x="2611" y="16"/>
                  <a:pt x="2620" y="21"/>
                  <a:pt x="2629" y="27"/>
                </a:cubicBezTo>
                <a:cubicBezTo>
                  <a:pt x="2637" y="33"/>
                  <a:pt x="2645" y="39"/>
                  <a:pt x="2653" y="46"/>
                </a:cubicBezTo>
                <a:cubicBezTo>
                  <a:pt x="2660" y="54"/>
                  <a:pt x="2667" y="62"/>
                  <a:pt x="2673" y="71"/>
                </a:cubicBezTo>
                <a:cubicBezTo>
                  <a:pt x="2678" y="79"/>
                  <a:pt x="2683" y="88"/>
                  <a:pt x="2687" y="98"/>
                </a:cubicBezTo>
                <a:cubicBezTo>
                  <a:pt x="2691" y="108"/>
                  <a:pt x="2694" y="118"/>
                  <a:pt x="2696" y="128"/>
                </a:cubicBezTo>
                <a:cubicBezTo>
                  <a:pt x="2698" y="138"/>
                  <a:pt x="2699" y="148"/>
                  <a:pt x="2699" y="159"/>
                </a:cubicBezTo>
                <a:lnTo>
                  <a:pt x="2699" y="661"/>
                </a:lnTo>
                <a:cubicBezTo>
                  <a:pt x="2699" y="672"/>
                  <a:pt x="2698" y="682"/>
                  <a:pt x="2696" y="692"/>
                </a:cubicBezTo>
                <a:cubicBezTo>
                  <a:pt x="2694" y="704"/>
                  <a:pt x="2691" y="714"/>
                  <a:pt x="2687" y="723"/>
                </a:cubicBezTo>
                <a:cubicBezTo>
                  <a:pt x="2683" y="733"/>
                  <a:pt x="2678" y="742"/>
                  <a:pt x="2673" y="751"/>
                </a:cubicBezTo>
                <a:cubicBezTo>
                  <a:pt x="2667" y="759"/>
                  <a:pt x="2660" y="767"/>
                  <a:pt x="2653" y="775"/>
                </a:cubicBezTo>
                <a:cubicBezTo>
                  <a:pt x="2645" y="782"/>
                  <a:pt x="2637" y="789"/>
                  <a:pt x="2629" y="794"/>
                </a:cubicBezTo>
                <a:cubicBezTo>
                  <a:pt x="2620" y="800"/>
                  <a:pt x="2611" y="805"/>
                  <a:pt x="2601" y="809"/>
                </a:cubicBezTo>
                <a:cubicBezTo>
                  <a:pt x="2592" y="813"/>
                  <a:pt x="2582" y="816"/>
                  <a:pt x="2572" y="818"/>
                </a:cubicBezTo>
                <a:cubicBezTo>
                  <a:pt x="2561" y="820"/>
                  <a:pt x="2551" y="821"/>
                  <a:pt x="2541" y="821"/>
                </a:cubicBezTo>
                <a:lnTo>
                  <a:pt x="158" y="821"/>
                </a:lnTo>
                <a:cubicBezTo>
                  <a:pt x="148" y="821"/>
                  <a:pt x="138" y="820"/>
                  <a:pt x="127" y="818"/>
                </a:cubicBezTo>
                <a:cubicBezTo>
                  <a:pt x="117" y="816"/>
                  <a:pt x="107" y="813"/>
                  <a:pt x="98" y="809"/>
                </a:cubicBezTo>
                <a:cubicBezTo>
                  <a:pt x="88" y="805"/>
                  <a:pt x="79" y="800"/>
                  <a:pt x="70" y="794"/>
                </a:cubicBezTo>
                <a:cubicBezTo>
                  <a:pt x="61" y="789"/>
                  <a:pt x="53" y="782"/>
                  <a:pt x="46" y="775"/>
                </a:cubicBezTo>
                <a:cubicBezTo>
                  <a:pt x="39" y="767"/>
                  <a:pt x="32" y="759"/>
                  <a:pt x="26" y="751"/>
                </a:cubicBezTo>
                <a:cubicBezTo>
                  <a:pt x="21" y="742"/>
                  <a:pt x="16" y="733"/>
                  <a:pt x="12" y="723"/>
                </a:cubicBezTo>
                <a:cubicBezTo>
                  <a:pt x="8" y="714"/>
                  <a:pt x="5" y="704"/>
                  <a:pt x="3" y="692"/>
                </a:cubicBezTo>
                <a:cubicBezTo>
                  <a:pt x="1" y="682"/>
                  <a:pt x="0" y="672"/>
                  <a:pt x="0" y="66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108800" y="4578840"/>
            <a:ext cx="7045444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remote 10 min 720p video (209 MB), create decoder + decode 16 frames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973080" y="4953960"/>
            <a:ext cx="88568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"exact"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895320" y="5257440"/>
            <a:ext cx="1667160" cy="295920"/>
          </a:xfrm>
          <a:custGeom>
            <a:avLst/>
            <a:gdLst/>
            <a:ahLst/>
            <a:rect l="0" t="0" r="r" b="b"/>
            <a:pathLst>
              <a:path w="4631" h="822">
                <a:moveTo>
                  <a:pt x="0" y="663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lnTo>
                  <a:pt x="4472" y="0"/>
                </a:lnTo>
                <a:cubicBezTo>
                  <a:pt x="4482" y="0"/>
                  <a:pt x="4493" y="2"/>
                  <a:pt x="4503" y="4"/>
                </a:cubicBezTo>
                <a:cubicBezTo>
                  <a:pt x="4513" y="6"/>
                  <a:pt x="4523" y="9"/>
                  <a:pt x="4533" y="13"/>
                </a:cubicBezTo>
                <a:cubicBezTo>
                  <a:pt x="4542" y="17"/>
                  <a:pt x="4552" y="21"/>
                  <a:pt x="4560" y="27"/>
                </a:cubicBezTo>
                <a:cubicBezTo>
                  <a:pt x="4569" y="33"/>
                  <a:pt x="4577" y="40"/>
                  <a:pt x="4584" y="47"/>
                </a:cubicBezTo>
                <a:cubicBezTo>
                  <a:pt x="4592" y="54"/>
                  <a:pt x="4598" y="62"/>
                  <a:pt x="4604" y="71"/>
                </a:cubicBezTo>
                <a:cubicBezTo>
                  <a:pt x="4610" y="80"/>
                  <a:pt x="4615" y="89"/>
                  <a:pt x="4619" y="98"/>
                </a:cubicBezTo>
                <a:cubicBezTo>
                  <a:pt x="4623" y="108"/>
                  <a:pt x="4626" y="118"/>
                  <a:pt x="4628" y="128"/>
                </a:cubicBezTo>
                <a:cubicBezTo>
                  <a:pt x="4630" y="139"/>
                  <a:pt x="4631" y="149"/>
                  <a:pt x="4631" y="159"/>
                </a:cubicBezTo>
                <a:lnTo>
                  <a:pt x="4631" y="663"/>
                </a:lnTo>
                <a:cubicBezTo>
                  <a:pt x="4631" y="673"/>
                  <a:pt x="4630" y="684"/>
                  <a:pt x="4628" y="694"/>
                </a:cubicBezTo>
                <a:cubicBezTo>
                  <a:pt x="4626" y="704"/>
                  <a:pt x="4623" y="714"/>
                  <a:pt x="4619" y="724"/>
                </a:cubicBezTo>
                <a:cubicBezTo>
                  <a:pt x="4615" y="733"/>
                  <a:pt x="4610" y="742"/>
                  <a:pt x="4604" y="751"/>
                </a:cubicBezTo>
                <a:cubicBezTo>
                  <a:pt x="4598" y="760"/>
                  <a:pt x="4592" y="768"/>
                  <a:pt x="4584" y="775"/>
                </a:cubicBezTo>
                <a:cubicBezTo>
                  <a:pt x="4577" y="783"/>
                  <a:pt x="4569" y="789"/>
                  <a:pt x="4560" y="795"/>
                </a:cubicBezTo>
                <a:cubicBezTo>
                  <a:pt x="4552" y="801"/>
                  <a:pt x="4542" y="806"/>
                  <a:pt x="4533" y="810"/>
                </a:cubicBezTo>
                <a:cubicBezTo>
                  <a:pt x="4523" y="814"/>
                  <a:pt x="4513" y="817"/>
                  <a:pt x="4503" y="819"/>
                </a:cubicBezTo>
                <a:cubicBezTo>
                  <a:pt x="4493" y="821"/>
                  <a:pt x="4482" y="822"/>
                  <a:pt x="4472" y="822"/>
                </a:cubicBezTo>
                <a:lnTo>
                  <a:pt x="158" y="822"/>
                </a:lnTo>
                <a:cubicBezTo>
                  <a:pt x="148" y="822"/>
                  <a:pt x="138" y="821"/>
                  <a:pt x="127" y="819"/>
                </a:cubicBezTo>
                <a:cubicBezTo>
                  <a:pt x="117" y="817"/>
                  <a:pt x="107" y="814"/>
                  <a:pt x="98" y="810"/>
                </a:cubicBezTo>
                <a:cubicBezTo>
                  <a:pt x="88" y="806"/>
                  <a:pt x="79" y="801"/>
                  <a:pt x="70" y="795"/>
                </a:cubicBezTo>
                <a:cubicBezTo>
                  <a:pt x="61" y="789"/>
                  <a:pt x="53" y="783"/>
                  <a:pt x="46" y="775"/>
                </a:cubicBezTo>
                <a:cubicBezTo>
                  <a:pt x="39" y="768"/>
                  <a:pt x="32" y="760"/>
                  <a:pt x="26" y="751"/>
                </a:cubicBezTo>
                <a:cubicBezTo>
                  <a:pt x="21" y="742"/>
                  <a:pt x="16" y="733"/>
                  <a:pt x="12" y="724"/>
                </a:cubicBezTo>
                <a:cubicBezTo>
                  <a:pt x="8" y="714"/>
                  <a:pt x="5" y="704"/>
                  <a:pt x="3" y="694"/>
                </a:cubicBezTo>
                <a:cubicBezTo>
                  <a:pt x="1" y="684"/>
                  <a:pt x="0" y="673"/>
                  <a:pt x="0" y="66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866600" y="4907880"/>
            <a:ext cx="240278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236 MB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downloaded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973080" y="5296680"/>
            <a:ext cx="164423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"approximate"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566080" y="5250960"/>
            <a:ext cx="226553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28 MB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downloaded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80200" y="6397920"/>
            <a:ext cx="3484425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Exact vs approximate seek mode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71400" y="2385720"/>
            <a:ext cx="10849320" cy="753120"/>
          </a:xfrm>
          <a:custGeom>
            <a:avLst/>
            <a:gdLst/>
            <a:ahLst/>
            <a:rect l="0" t="0" r="r" b="b"/>
            <a:pathLst>
              <a:path w="30137" h="2092">
                <a:moveTo>
                  <a:pt x="0" y="189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893"/>
                </a:lnTo>
                <a:cubicBezTo>
                  <a:pt x="30137" y="1906"/>
                  <a:pt x="30136" y="1919"/>
                  <a:pt x="30133" y="1932"/>
                </a:cubicBezTo>
                <a:cubicBezTo>
                  <a:pt x="30130" y="1945"/>
                  <a:pt x="30127" y="1957"/>
                  <a:pt x="30122" y="1969"/>
                </a:cubicBezTo>
                <a:cubicBezTo>
                  <a:pt x="30117" y="1981"/>
                  <a:pt x="30111" y="1992"/>
                  <a:pt x="30103" y="2003"/>
                </a:cubicBezTo>
                <a:cubicBezTo>
                  <a:pt x="30096" y="2014"/>
                  <a:pt x="30088" y="2024"/>
                  <a:pt x="30079" y="2033"/>
                </a:cubicBezTo>
                <a:cubicBezTo>
                  <a:pt x="30070" y="2043"/>
                  <a:pt x="30059" y="2051"/>
                  <a:pt x="30049" y="2058"/>
                </a:cubicBezTo>
                <a:cubicBezTo>
                  <a:pt x="30038" y="2065"/>
                  <a:pt x="30026" y="2071"/>
                  <a:pt x="30014" y="2076"/>
                </a:cubicBezTo>
                <a:cubicBezTo>
                  <a:pt x="30002" y="2081"/>
                  <a:pt x="29990" y="2085"/>
                  <a:pt x="29977" y="2088"/>
                </a:cubicBezTo>
                <a:cubicBezTo>
                  <a:pt x="29964" y="2090"/>
                  <a:pt x="29951" y="2092"/>
                  <a:pt x="29938" y="2092"/>
                </a:cubicBezTo>
                <a:lnTo>
                  <a:pt x="198" y="2092"/>
                </a:lnTo>
                <a:cubicBezTo>
                  <a:pt x="185" y="2092"/>
                  <a:pt x="172" y="2090"/>
                  <a:pt x="160" y="2088"/>
                </a:cubicBezTo>
                <a:cubicBezTo>
                  <a:pt x="147" y="2085"/>
                  <a:pt x="134" y="2081"/>
                  <a:pt x="122" y="2076"/>
                </a:cubicBezTo>
                <a:cubicBezTo>
                  <a:pt x="110" y="2071"/>
                  <a:pt x="99" y="2065"/>
                  <a:pt x="88" y="2058"/>
                </a:cubicBezTo>
                <a:cubicBezTo>
                  <a:pt x="77" y="2051"/>
                  <a:pt x="67" y="2043"/>
                  <a:pt x="58" y="2033"/>
                </a:cubicBezTo>
                <a:cubicBezTo>
                  <a:pt x="49" y="2024"/>
                  <a:pt x="40" y="2014"/>
                  <a:pt x="33" y="2003"/>
                </a:cubicBezTo>
                <a:cubicBezTo>
                  <a:pt x="26" y="1992"/>
                  <a:pt x="20" y="1981"/>
                  <a:pt x="15" y="1969"/>
                </a:cubicBezTo>
                <a:cubicBezTo>
                  <a:pt x="10" y="1957"/>
                  <a:pt x="6" y="1945"/>
                  <a:pt x="4" y="1932"/>
                </a:cubicBezTo>
                <a:cubicBezTo>
                  <a:pt x="1" y="1919"/>
                  <a:pt x="0" y="1906"/>
                  <a:pt x="0" y="189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71400" y="2385720"/>
            <a:ext cx="10849320" cy="753120"/>
          </a:xfrm>
          <a:custGeom>
            <a:avLst/>
            <a:gdLst/>
            <a:ahLst/>
            <a:rect l="0" t="0" r="r" b="b"/>
            <a:pathLst>
              <a:path w="30137" h="2092">
                <a:moveTo>
                  <a:pt x="0" y="189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893"/>
                </a:lnTo>
                <a:cubicBezTo>
                  <a:pt x="30137" y="1906"/>
                  <a:pt x="30136" y="1919"/>
                  <a:pt x="30133" y="1932"/>
                </a:cubicBezTo>
                <a:cubicBezTo>
                  <a:pt x="30130" y="1945"/>
                  <a:pt x="30127" y="1957"/>
                  <a:pt x="30122" y="1969"/>
                </a:cubicBezTo>
                <a:cubicBezTo>
                  <a:pt x="30117" y="1981"/>
                  <a:pt x="30111" y="1992"/>
                  <a:pt x="30103" y="2003"/>
                </a:cubicBezTo>
                <a:cubicBezTo>
                  <a:pt x="30096" y="2014"/>
                  <a:pt x="30088" y="2024"/>
                  <a:pt x="30079" y="2033"/>
                </a:cubicBezTo>
                <a:cubicBezTo>
                  <a:pt x="30070" y="2043"/>
                  <a:pt x="30059" y="2051"/>
                  <a:pt x="30049" y="2058"/>
                </a:cubicBezTo>
                <a:cubicBezTo>
                  <a:pt x="30038" y="2065"/>
                  <a:pt x="30026" y="2071"/>
                  <a:pt x="30014" y="2076"/>
                </a:cubicBezTo>
                <a:cubicBezTo>
                  <a:pt x="30002" y="2081"/>
                  <a:pt x="29990" y="2085"/>
                  <a:pt x="29977" y="2088"/>
                </a:cubicBezTo>
                <a:cubicBezTo>
                  <a:pt x="29964" y="2090"/>
                  <a:pt x="29951" y="2092"/>
                  <a:pt x="29938" y="2092"/>
                </a:cubicBezTo>
                <a:lnTo>
                  <a:pt x="198" y="2092"/>
                </a:lnTo>
                <a:cubicBezTo>
                  <a:pt x="185" y="2092"/>
                  <a:pt x="172" y="2090"/>
                  <a:pt x="160" y="2088"/>
                </a:cubicBezTo>
                <a:cubicBezTo>
                  <a:pt x="147" y="2085"/>
                  <a:pt x="134" y="2081"/>
                  <a:pt x="122" y="2076"/>
                </a:cubicBezTo>
                <a:cubicBezTo>
                  <a:pt x="110" y="2071"/>
                  <a:pt x="99" y="2065"/>
                  <a:pt x="88" y="2058"/>
                </a:cubicBezTo>
                <a:cubicBezTo>
                  <a:pt x="77" y="2051"/>
                  <a:pt x="67" y="2043"/>
                  <a:pt x="58" y="2033"/>
                </a:cubicBezTo>
                <a:cubicBezTo>
                  <a:pt x="49" y="2024"/>
                  <a:pt x="40" y="2014"/>
                  <a:pt x="33" y="2003"/>
                </a:cubicBezTo>
                <a:cubicBezTo>
                  <a:pt x="26" y="1992"/>
                  <a:pt x="20" y="1981"/>
                  <a:pt x="15" y="1969"/>
                </a:cubicBezTo>
                <a:cubicBezTo>
                  <a:pt x="10" y="1957"/>
                  <a:pt x="6" y="1945"/>
                  <a:pt x="4" y="1932"/>
                </a:cubicBezTo>
                <a:cubicBezTo>
                  <a:pt x="1" y="1919"/>
                  <a:pt x="0" y="1906"/>
                  <a:pt x="0" y="189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71400" y="3300120"/>
            <a:ext cx="10849320" cy="753120"/>
          </a:xfrm>
          <a:custGeom>
            <a:avLst/>
            <a:gdLst/>
            <a:ahLst/>
            <a:rect l="0" t="0" r="r" b="b"/>
            <a:pathLst>
              <a:path w="30137" h="2092">
                <a:moveTo>
                  <a:pt x="0" y="189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893"/>
                </a:lnTo>
                <a:cubicBezTo>
                  <a:pt x="30137" y="1906"/>
                  <a:pt x="30136" y="1919"/>
                  <a:pt x="30133" y="1932"/>
                </a:cubicBezTo>
                <a:cubicBezTo>
                  <a:pt x="30130" y="1945"/>
                  <a:pt x="30127" y="1957"/>
                  <a:pt x="30122" y="1969"/>
                </a:cubicBezTo>
                <a:cubicBezTo>
                  <a:pt x="30117" y="1981"/>
                  <a:pt x="30111" y="1992"/>
                  <a:pt x="30103" y="2003"/>
                </a:cubicBezTo>
                <a:cubicBezTo>
                  <a:pt x="30096" y="2014"/>
                  <a:pt x="30088" y="2024"/>
                  <a:pt x="30079" y="2033"/>
                </a:cubicBezTo>
                <a:cubicBezTo>
                  <a:pt x="30070" y="2043"/>
                  <a:pt x="30059" y="2051"/>
                  <a:pt x="30049" y="2058"/>
                </a:cubicBezTo>
                <a:cubicBezTo>
                  <a:pt x="30038" y="2065"/>
                  <a:pt x="30026" y="2071"/>
                  <a:pt x="30014" y="2076"/>
                </a:cubicBezTo>
                <a:cubicBezTo>
                  <a:pt x="30002" y="2081"/>
                  <a:pt x="29990" y="2085"/>
                  <a:pt x="29977" y="2088"/>
                </a:cubicBezTo>
                <a:cubicBezTo>
                  <a:pt x="29964" y="2090"/>
                  <a:pt x="29951" y="2092"/>
                  <a:pt x="29938" y="2092"/>
                </a:cubicBezTo>
                <a:lnTo>
                  <a:pt x="198" y="2092"/>
                </a:lnTo>
                <a:cubicBezTo>
                  <a:pt x="185" y="2092"/>
                  <a:pt x="172" y="2090"/>
                  <a:pt x="160" y="2088"/>
                </a:cubicBezTo>
                <a:cubicBezTo>
                  <a:pt x="147" y="2085"/>
                  <a:pt x="134" y="2081"/>
                  <a:pt x="122" y="2076"/>
                </a:cubicBezTo>
                <a:cubicBezTo>
                  <a:pt x="110" y="2071"/>
                  <a:pt x="99" y="2065"/>
                  <a:pt x="88" y="2058"/>
                </a:cubicBezTo>
                <a:cubicBezTo>
                  <a:pt x="77" y="2051"/>
                  <a:pt x="67" y="2043"/>
                  <a:pt x="58" y="2033"/>
                </a:cubicBezTo>
                <a:cubicBezTo>
                  <a:pt x="49" y="2024"/>
                  <a:pt x="40" y="2014"/>
                  <a:pt x="33" y="2003"/>
                </a:cubicBezTo>
                <a:cubicBezTo>
                  <a:pt x="26" y="1992"/>
                  <a:pt x="20" y="1981"/>
                  <a:pt x="15" y="1969"/>
                </a:cubicBezTo>
                <a:cubicBezTo>
                  <a:pt x="10" y="1957"/>
                  <a:pt x="6" y="1945"/>
                  <a:pt x="4" y="1932"/>
                </a:cubicBezTo>
                <a:cubicBezTo>
                  <a:pt x="1" y="1919"/>
                  <a:pt x="0" y="1906"/>
                  <a:pt x="0" y="189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71400" y="3300120"/>
            <a:ext cx="10849320" cy="753120"/>
          </a:xfrm>
          <a:custGeom>
            <a:avLst/>
            <a:gdLst/>
            <a:ahLst/>
            <a:rect l="0" t="0" r="r" b="b"/>
            <a:pathLst>
              <a:path w="30137" h="2092">
                <a:moveTo>
                  <a:pt x="0" y="189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893"/>
                </a:lnTo>
                <a:cubicBezTo>
                  <a:pt x="30137" y="1906"/>
                  <a:pt x="30136" y="1919"/>
                  <a:pt x="30133" y="1932"/>
                </a:cubicBezTo>
                <a:cubicBezTo>
                  <a:pt x="30130" y="1945"/>
                  <a:pt x="30127" y="1957"/>
                  <a:pt x="30122" y="1969"/>
                </a:cubicBezTo>
                <a:cubicBezTo>
                  <a:pt x="30117" y="1981"/>
                  <a:pt x="30111" y="1992"/>
                  <a:pt x="30103" y="2003"/>
                </a:cubicBezTo>
                <a:cubicBezTo>
                  <a:pt x="30096" y="2014"/>
                  <a:pt x="30088" y="2024"/>
                  <a:pt x="30079" y="2033"/>
                </a:cubicBezTo>
                <a:cubicBezTo>
                  <a:pt x="30070" y="2043"/>
                  <a:pt x="30059" y="2051"/>
                  <a:pt x="30049" y="2058"/>
                </a:cubicBezTo>
                <a:cubicBezTo>
                  <a:pt x="30038" y="2065"/>
                  <a:pt x="30026" y="2071"/>
                  <a:pt x="30014" y="2076"/>
                </a:cubicBezTo>
                <a:cubicBezTo>
                  <a:pt x="30002" y="2081"/>
                  <a:pt x="29990" y="2085"/>
                  <a:pt x="29977" y="2088"/>
                </a:cubicBezTo>
                <a:cubicBezTo>
                  <a:pt x="29964" y="2090"/>
                  <a:pt x="29951" y="2092"/>
                  <a:pt x="29938" y="2092"/>
                </a:cubicBezTo>
                <a:lnTo>
                  <a:pt x="198" y="2092"/>
                </a:lnTo>
                <a:cubicBezTo>
                  <a:pt x="185" y="2092"/>
                  <a:pt x="172" y="2090"/>
                  <a:pt x="160" y="2088"/>
                </a:cubicBezTo>
                <a:cubicBezTo>
                  <a:pt x="147" y="2085"/>
                  <a:pt x="134" y="2081"/>
                  <a:pt x="122" y="2076"/>
                </a:cubicBezTo>
                <a:cubicBezTo>
                  <a:pt x="110" y="2071"/>
                  <a:pt x="99" y="2065"/>
                  <a:pt x="88" y="2058"/>
                </a:cubicBezTo>
                <a:cubicBezTo>
                  <a:pt x="77" y="2051"/>
                  <a:pt x="67" y="2043"/>
                  <a:pt x="58" y="2033"/>
                </a:cubicBezTo>
                <a:cubicBezTo>
                  <a:pt x="49" y="2024"/>
                  <a:pt x="40" y="2014"/>
                  <a:pt x="33" y="2003"/>
                </a:cubicBezTo>
                <a:cubicBezTo>
                  <a:pt x="26" y="1992"/>
                  <a:pt x="20" y="1981"/>
                  <a:pt x="15" y="1969"/>
                </a:cubicBezTo>
                <a:cubicBezTo>
                  <a:pt x="10" y="1957"/>
                  <a:pt x="6" y="1945"/>
                  <a:pt x="4" y="1932"/>
                </a:cubicBezTo>
                <a:cubicBezTo>
                  <a:pt x="1" y="1919"/>
                  <a:pt x="0" y="1906"/>
                  <a:pt x="0" y="189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666720" y="1112400"/>
            <a:ext cx="7820712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Custom frame mappings: exact </a:t>
            </a:r>
            <a:r>
              <a:rPr lang="en-US" sz="3000" b="1" i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and </a:t>
            </a:r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fast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66720" y="1873080"/>
            <a:ext cx="791013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Pre-compute the index offline, reuse it every time you decode.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828720" y="2546280"/>
            <a:ext cx="6544281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ffprobe -i video.mp4 -select_streams 0 -show_frames \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828720" y="2765520"/>
            <a:ext cx="926043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-show_entries frame=pts,duration,key_frame -of json &gt; mappings.json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28720" y="3460680"/>
            <a:ext cx="3951763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500" b="0" u="none" strike="noStrike">
                <a:solidFill>
                  <a:srgbClr val="953800"/>
                </a:solidFill>
                <a:effectLst/>
                <a:uFillTx/>
                <a:latin typeface="Courier New"/>
                <a:ea typeface="Courier New"/>
              </a:rPr>
              <a:t>open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"mappings.json"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as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f: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828720" y="3679920"/>
            <a:ext cx="79023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decoder = VideoDecoder(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custom_frame_mappings=f)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981000" y="4933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666720" y="4254480"/>
            <a:ext cx="334484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 best of both worlds: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3495600" y="4809960"/>
            <a:ext cx="1133640" cy="343080"/>
          </a:xfrm>
          <a:custGeom>
            <a:avLst/>
            <a:gdLst/>
            <a:ahLst/>
            <a:rect l="0" t="0" r="r" b="b"/>
            <a:pathLst>
              <a:path w="3149" h="953">
                <a:moveTo>
                  <a:pt x="0" y="79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990" y="0"/>
                </a:lnTo>
                <a:cubicBezTo>
                  <a:pt x="3001" y="0"/>
                  <a:pt x="3011" y="1"/>
                  <a:pt x="3021" y="3"/>
                </a:cubicBezTo>
                <a:cubicBezTo>
                  <a:pt x="3032" y="5"/>
                  <a:pt x="3042" y="8"/>
                  <a:pt x="3051" y="12"/>
                </a:cubicBezTo>
                <a:cubicBezTo>
                  <a:pt x="3061" y="16"/>
                  <a:pt x="3070" y="21"/>
                  <a:pt x="3079" y="27"/>
                </a:cubicBezTo>
                <a:cubicBezTo>
                  <a:pt x="3087" y="33"/>
                  <a:pt x="3095" y="39"/>
                  <a:pt x="3103" y="46"/>
                </a:cubicBezTo>
                <a:cubicBezTo>
                  <a:pt x="3110" y="54"/>
                  <a:pt x="3117" y="62"/>
                  <a:pt x="3122" y="71"/>
                </a:cubicBezTo>
                <a:cubicBezTo>
                  <a:pt x="3128" y="79"/>
                  <a:pt x="3133" y="88"/>
                  <a:pt x="3137" y="98"/>
                </a:cubicBezTo>
                <a:cubicBezTo>
                  <a:pt x="3141" y="108"/>
                  <a:pt x="3144" y="118"/>
                  <a:pt x="3146" y="128"/>
                </a:cubicBezTo>
                <a:cubicBezTo>
                  <a:pt x="3148" y="138"/>
                  <a:pt x="3149" y="148"/>
                  <a:pt x="3149" y="159"/>
                </a:cubicBezTo>
                <a:lnTo>
                  <a:pt x="3149" y="795"/>
                </a:lnTo>
                <a:cubicBezTo>
                  <a:pt x="3149" y="805"/>
                  <a:pt x="3148" y="815"/>
                  <a:pt x="3146" y="826"/>
                </a:cubicBezTo>
                <a:cubicBezTo>
                  <a:pt x="3144" y="836"/>
                  <a:pt x="3141" y="846"/>
                  <a:pt x="3137" y="855"/>
                </a:cubicBezTo>
                <a:cubicBezTo>
                  <a:pt x="3133" y="865"/>
                  <a:pt x="3128" y="874"/>
                  <a:pt x="3122" y="883"/>
                </a:cubicBezTo>
                <a:cubicBezTo>
                  <a:pt x="3117" y="892"/>
                  <a:pt x="3110" y="900"/>
                  <a:pt x="3103" y="907"/>
                </a:cubicBezTo>
                <a:cubicBezTo>
                  <a:pt x="3095" y="914"/>
                  <a:pt x="3087" y="921"/>
                  <a:pt x="3079" y="927"/>
                </a:cubicBezTo>
                <a:cubicBezTo>
                  <a:pt x="3070" y="932"/>
                  <a:pt x="3061" y="937"/>
                  <a:pt x="3051" y="941"/>
                </a:cubicBezTo>
                <a:cubicBezTo>
                  <a:pt x="3042" y="945"/>
                  <a:pt x="3032" y="948"/>
                  <a:pt x="3021" y="950"/>
                </a:cubicBezTo>
                <a:cubicBezTo>
                  <a:pt x="3011" y="952"/>
                  <a:pt x="3001" y="953"/>
                  <a:pt x="2990" y="953"/>
                </a:cubicBezTo>
                <a:lnTo>
                  <a:pt x="158" y="953"/>
                </a:lnTo>
                <a:cubicBezTo>
                  <a:pt x="148" y="953"/>
                  <a:pt x="138" y="952"/>
                  <a:pt x="127" y="950"/>
                </a:cubicBezTo>
                <a:cubicBezTo>
                  <a:pt x="117" y="948"/>
                  <a:pt x="107" y="945"/>
                  <a:pt x="98" y="941"/>
                </a:cubicBezTo>
                <a:cubicBezTo>
                  <a:pt x="88" y="937"/>
                  <a:pt x="79" y="932"/>
                  <a:pt x="70" y="927"/>
                </a:cubicBezTo>
                <a:cubicBezTo>
                  <a:pt x="62" y="921"/>
                  <a:pt x="54" y="914"/>
                  <a:pt x="46" y="907"/>
                </a:cubicBezTo>
                <a:cubicBezTo>
                  <a:pt x="39" y="900"/>
                  <a:pt x="32" y="892"/>
                  <a:pt x="26" y="883"/>
                </a:cubicBezTo>
                <a:cubicBezTo>
                  <a:pt x="21" y="874"/>
                  <a:pt x="16" y="865"/>
                  <a:pt x="12" y="855"/>
                </a:cubicBezTo>
                <a:cubicBezTo>
                  <a:pt x="8" y="846"/>
                  <a:pt x="5" y="836"/>
                  <a:pt x="3" y="826"/>
                </a:cubicBezTo>
                <a:cubicBezTo>
                  <a:pt x="1" y="815"/>
                  <a:pt x="0" y="805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200240" y="4806720"/>
            <a:ext cx="2482099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Seek accuracy like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981000" y="5400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3588480" y="4857120"/>
            <a:ext cx="103109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"exact"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3552480" y="5276520"/>
            <a:ext cx="1953000" cy="343440"/>
          </a:xfrm>
          <a:custGeom>
            <a:avLst/>
            <a:gdLst/>
            <a:ahLst/>
            <a:rect l="0" t="0" r="r" b="b"/>
            <a:pathLst>
              <a:path w="5425" h="954">
                <a:moveTo>
                  <a:pt x="0" y="795"/>
                </a:moveTo>
                <a:lnTo>
                  <a:pt x="0" y="160"/>
                </a:lnTo>
                <a:cubicBezTo>
                  <a:pt x="0" y="150"/>
                  <a:pt x="1" y="139"/>
                  <a:pt x="4" y="129"/>
                </a:cubicBezTo>
                <a:cubicBezTo>
                  <a:pt x="6" y="119"/>
                  <a:pt x="9" y="109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267" y="0"/>
                </a:lnTo>
                <a:cubicBezTo>
                  <a:pt x="5277" y="0"/>
                  <a:pt x="5287" y="1"/>
                  <a:pt x="5298" y="3"/>
                </a:cubicBezTo>
                <a:cubicBezTo>
                  <a:pt x="5308" y="5"/>
                  <a:pt x="5318" y="9"/>
                  <a:pt x="5327" y="13"/>
                </a:cubicBezTo>
                <a:cubicBezTo>
                  <a:pt x="5337" y="16"/>
                  <a:pt x="5346" y="21"/>
                  <a:pt x="5355" y="27"/>
                </a:cubicBezTo>
                <a:cubicBezTo>
                  <a:pt x="5364" y="33"/>
                  <a:pt x="5372" y="40"/>
                  <a:pt x="5379" y="47"/>
                </a:cubicBezTo>
                <a:cubicBezTo>
                  <a:pt x="5386" y="54"/>
                  <a:pt x="5393" y="62"/>
                  <a:pt x="5399" y="71"/>
                </a:cubicBezTo>
                <a:cubicBezTo>
                  <a:pt x="5404" y="80"/>
                  <a:pt x="5409" y="89"/>
                  <a:pt x="5413" y="98"/>
                </a:cubicBezTo>
                <a:cubicBezTo>
                  <a:pt x="5417" y="109"/>
                  <a:pt x="5420" y="119"/>
                  <a:pt x="5422" y="129"/>
                </a:cubicBezTo>
                <a:cubicBezTo>
                  <a:pt x="5424" y="139"/>
                  <a:pt x="5425" y="150"/>
                  <a:pt x="5425" y="160"/>
                </a:cubicBezTo>
                <a:lnTo>
                  <a:pt x="5425" y="795"/>
                </a:lnTo>
                <a:cubicBezTo>
                  <a:pt x="5425" y="806"/>
                  <a:pt x="5424" y="816"/>
                  <a:pt x="5422" y="826"/>
                </a:cubicBezTo>
                <a:cubicBezTo>
                  <a:pt x="5420" y="836"/>
                  <a:pt x="5417" y="846"/>
                  <a:pt x="5413" y="856"/>
                </a:cubicBezTo>
                <a:cubicBezTo>
                  <a:pt x="5409" y="866"/>
                  <a:pt x="5404" y="875"/>
                  <a:pt x="5399" y="883"/>
                </a:cubicBezTo>
                <a:cubicBezTo>
                  <a:pt x="5393" y="892"/>
                  <a:pt x="5386" y="900"/>
                  <a:pt x="5379" y="907"/>
                </a:cubicBezTo>
                <a:cubicBezTo>
                  <a:pt x="5372" y="915"/>
                  <a:pt x="5364" y="921"/>
                  <a:pt x="5355" y="927"/>
                </a:cubicBezTo>
                <a:cubicBezTo>
                  <a:pt x="5346" y="933"/>
                  <a:pt x="5337" y="938"/>
                  <a:pt x="5327" y="942"/>
                </a:cubicBezTo>
                <a:cubicBezTo>
                  <a:pt x="5318" y="946"/>
                  <a:pt x="5308" y="949"/>
                  <a:pt x="5298" y="951"/>
                </a:cubicBezTo>
                <a:cubicBezTo>
                  <a:pt x="5287" y="953"/>
                  <a:pt x="5277" y="954"/>
                  <a:pt x="5267" y="954"/>
                </a:cubicBezTo>
                <a:lnTo>
                  <a:pt x="159" y="954"/>
                </a:lnTo>
                <a:cubicBezTo>
                  <a:pt x="149" y="954"/>
                  <a:pt x="138" y="953"/>
                  <a:pt x="128" y="951"/>
                </a:cubicBezTo>
                <a:cubicBezTo>
                  <a:pt x="118" y="949"/>
                  <a:pt x="108" y="946"/>
                  <a:pt x="98" y="942"/>
                </a:cubicBezTo>
                <a:cubicBezTo>
                  <a:pt x="89" y="938"/>
                  <a:pt x="80" y="933"/>
                  <a:pt x="71" y="927"/>
                </a:cubicBezTo>
                <a:cubicBezTo>
                  <a:pt x="62" y="921"/>
                  <a:pt x="54" y="915"/>
                  <a:pt x="47" y="907"/>
                </a:cubicBezTo>
                <a:cubicBezTo>
                  <a:pt x="40" y="900"/>
                  <a:pt x="33" y="892"/>
                  <a:pt x="27" y="883"/>
                </a:cubicBezTo>
                <a:cubicBezTo>
                  <a:pt x="21" y="875"/>
                  <a:pt x="17" y="866"/>
                  <a:pt x="13" y="856"/>
                </a:cubicBezTo>
                <a:cubicBezTo>
                  <a:pt x="9" y="846"/>
                  <a:pt x="6" y="836"/>
                  <a:pt x="4" y="826"/>
                </a:cubicBezTo>
                <a:cubicBezTo>
                  <a:pt x="1" y="816"/>
                  <a:pt x="0" y="806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200240" y="5273640"/>
            <a:ext cx="25466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Creation speed like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3648240" y="5323680"/>
            <a:ext cx="191406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"approximate"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880200" y="6397920"/>
            <a:ext cx="277719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Custom frame mappings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166904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943080" y="2495520"/>
            <a:ext cx="867240" cy="628920"/>
          </a:xfrm>
          <a:custGeom>
            <a:avLst/>
            <a:gdLst/>
            <a:ahLst/>
            <a:rect l="0" t="0" r="r" b="b"/>
            <a:pathLst>
              <a:path w="2409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170" y="0"/>
                </a:lnTo>
                <a:cubicBezTo>
                  <a:pt x="2185" y="0"/>
                  <a:pt x="2201" y="1"/>
                  <a:pt x="2216" y="4"/>
                </a:cubicBezTo>
                <a:cubicBezTo>
                  <a:pt x="2232" y="7"/>
                  <a:pt x="2247" y="12"/>
                  <a:pt x="2261" y="18"/>
                </a:cubicBezTo>
                <a:cubicBezTo>
                  <a:pt x="2275" y="24"/>
                  <a:pt x="2290" y="31"/>
                  <a:pt x="2303" y="40"/>
                </a:cubicBezTo>
                <a:cubicBezTo>
                  <a:pt x="2316" y="48"/>
                  <a:pt x="2328" y="58"/>
                  <a:pt x="2339" y="69"/>
                </a:cubicBezTo>
                <a:cubicBezTo>
                  <a:pt x="2350" y="80"/>
                  <a:pt x="2360" y="92"/>
                  <a:pt x="2369" y="105"/>
                </a:cubicBezTo>
                <a:cubicBezTo>
                  <a:pt x="2378" y="118"/>
                  <a:pt x="2385" y="132"/>
                  <a:pt x="2391" y="147"/>
                </a:cubicBezTo>
                <a:cubicBezTo>
                  <a:pt x="2397" y="161"/>
                  <a:pt x="2401" y="176"/>
                  <a:pt x="2404" y="191"/>
                </a:cubicBezTo>
                <a:cubicBezTo>
                  <a:pt x="2407" y="207"/>
                  <a:pt x="2409" y="222"/>
                  <a:pt x="2409" y="238"/>
                </a:cubicBezTo>
                <a:lnTo>
                  <a:pt x="2409" y="1509"/>
                </a:lnTo>
                <a:cubicBezTo>
                  <a:pt x="2409" y="1524"/>
                  <a:pt x="2407" y="1540"/>
                  <a:pt x="2404" y="1555"/>
                </a:cubicBezTo>
                <a:cubicBezTo>
                  <a:pt x="2401" y="1570"/>
                  <a:pt x="2397" y="1585"/>
                  <a:pt x="2391" y="1600"/>
                </a:cubicBezTo>
                <a:cubicBezTo>
                  <a:pt x="2385" y="1614"/>
                  <a:pt x="2378" y="1628"/>
                  <a:pt x="2369" y="1641"/>
                </a:cubicBezTo>
                <a:cubicBezTo>
                  <a:pt x="2360" y="1654"/>
                  <a:pt x="2350" y="1666"/>
                  <a:pt x="2339" y="1677"/>
                </a:cubicBezTo>
                <a:cubicBezTo>
                  <a:pt x="2328" y="1688"/>
                  <a:pt x="2316" y="1698"/>
                  <a:pt x="2303" y="1707"/>
                </a:cubicBezTo>
                <a:cubicBezTo>
                  <a:pt x="2290" y="1715"/>
                  <a:pt x="2275" y="1723"/>
                  <a:pt x="2261" y="1729"/>
                </a:cubicBezTo>
                <a:cubicBezTo>
                  <a:pt x="2247" y="1735"/>
                  <a:pt x="2232" y="1739"/>
                  <a:pt x="2216" y="1742"/>
                </a:cubicBezTo>
                <a:cubicBezTo>
                  <a:pt x="2201" y="1745"/>
                  <a:pt x="2185" y="1747"/>
                  <a:pt x="2170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3943080" y="2495520"/>
            <a:ext cx="867240" cy="628920"/>
          </a:xfrm>
          <a:custGeom>
            <a:avLst/>
            <a:gdLst/>
            <a:ahLst/>
            <a:rect l="0" t="0" r="r" b="b"/>
            <a:pathLst>
              <a:path w="2409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170" y="0"/>
                </a:lnTo>
                <a:cubicBezTo>
                  <a:pt x="2185" y="0"/>
                  <a:pt x="2201" y="1"/>
                  <a:pt x="2216" y="4"/>
                </a:cubicBezTo>
                <a:cubicBezTo>
                  <a:pt x="2232" y="7"/>
                  <a:pt x="2247" y="12"/>
                  <a:pt x="2261" y="18"/>
                </a:cubicBezTo>
                <a:cubicBezTo>
                  <a:pt x="2275" y="24"/>
                  <a:pt x="2290" y="31"/>
                  <a:pt x="2303" y="40"/>
                </a:cubicBezTo>
                <a:cubicBezTo>
                  <a:pt x="2316" y="48"/>
                  <a:pt x="2328" y="58"/>
                  <a:pt x="2339" y="69"/>
                </a:cubicBezTo>
                <a:cubicBezTo>
                  <a:pt x="2350" y="80"/>
                  <a:pt x="2360" y="92"/>
                  <a:pt x="2369" y="105"/>
                </a:cubicBezTo>
                <a:cubicBezTo>
                  <a:pt x="2378" y="118"/>
                  <a:pt x="2385" y="132"/>
                  <a:pt x="2391" y="147"/>
                </a:cubicBezTo>
                <a:cubicBezTo>
                  <a:pt x="2397" y="161"/>
                  <a:pt x="2401" y="176"/>
                  <a:pt x="2404" y="191"/>
                </a:cubicBezTo>
                <a:cubicBezTo>
                  <a:pt x="2407" y="207"/>
                  <a:pt x="2409" y="222"/>
                  <a:pt x="2409" y="238"/>
                </a:cubicBezTo>
                <a:lnTo>
                  <a:pt x="2409" y="1509"/>
                </a:lnTo>
                <a:cubicBezTo>
                  <a:pt x="2409" y="1524"/>
                  <a:pt x="2407" y="1540"/>
                  <a:pt x="2404" y="1555"/>
                </a:cubicBezTo>
                <a:cubicBezTo>
                  <a:pt x="2401" y="1570"/>
                  <a:pt x="2397" y="1585"/>
                  <a:pt x="2391" y="1600"/>
                </a:cubicBezTo>
                <a:cubicBezTo>
                  <a:pt x="2385" y="1614"/>
                  <a:pt x="2378" y="1628"/>
                  <a:pt x="2369" y="1641"/>
                </a:cubicBezTo>
                <a:cubicBezTo>
                  <a:pt x="2360" y="1654"/>
                  <a:pt x="2350" y="1666"/>
                  <a:pt x="2339" y="1677"/>
                </a:cubicBezTo>
                <a:cubicBezTo>
                  <a:pt x="2328" y="1688"/>
                  <a:pt x="2316" y="1698"/>
                  <a:pt x="2303" y="1707"/>
                </a:cubicBezTo>
                <a:cubicBezTo>
                  <a:pt x="2290" y="1715"/>
                  <a:pt x="2275" y="1723"/>
                  <a:pt x="2261" y="1729"/>
                </a:cubicBezTo>
                <a:cubicBezTo>
                  <a:pt x="2247" y="1735"/>
                  <a:pt x="2232" y="1739"/>
                  <a:pt x="2216" y="1742"/>
                </a:cubicBezTo>
                <a:cubicBezTo>
                  <a:pt x="2201" y="1745"/>
                  <a:pt x="2185" y="1747"/>
                  <a:pt x="2170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4120560" y="2679120"/>
            <a:ext cx="5501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5286240" y="2495520"/>
            <a:ext cx="1162440" cy="628920"/>
          </a:xfrm>
          <a:custGeom>
            <a:avLst/>
            <a:gdLst/>
            <a:ahLst/>
            <a:rect l="0" t="0" r="r" b="b"/>
            <a:pathLst>
              <a:path w="3229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2990" y="0"/>
                </a:lnTo>
                <a:cubicBezTo>
                  <a:pt x="3005" y="0"/>
                  <a:pt x="3021" y="1"/>
                  <a:pt x="3036" y="4"/>
                </a:cubicBezTo>
                <a:cubicBezTo>
                  <a:pt x="3051" y="7"/>
                  <a:pt x="3067" y="12"/>
                  <a:pt x="3082" y="18"/>
                </a:cubicBezTo>
                <a:cubicBezTo>
                  <a:pt x="3096" y="24"/>
                  <a:pt x="3110" y="31"/>
                  <a:pt x="3123" y="40"/>
                </a:cubicBezTo>
                <a:cubicBezTo>
                  <a:pt x="3136" y="48"/>
                  <a:pt x="3148" y="58"/>
                  <a:pt x="3159" y="69"/>
                </a:cubicBezTo>
                <a:cubicBezTo>
                  <a:pt x="3170" y="80"/>
                  <a:pt x="3180" y="92"/>
                  <a:pt x="3189" y="105"/>
                </a:cubicBezTo>
                <a:cubicBezTo>
                  <a:pt x="3197" y="118"/>
                  <a:pt x="3205" y="132"/>
                  <a:pt x="3211" y="147"/>
                </a:cubicBezTo>
                <a:cubicBezTo>
                  <a:pt x="3217" y="161"/>
                  <a:pt x="3221" y="176"/>
                  <a:pt x="3224" y="191"/>
                </a:cubicBezTo>
                <a:cubicBezTo>
                  <a:pt x="3227" y="207"/>
                  <a:pt x="3229" y="222"/>
                  <a:pt x="3229" y="238"/>
                </a:cubicBezTo>
                <a:lnTo>
                  <a:pt x="3229" y="1509"/>
                </a:lnTo>
                <a:cubicBezTo>
                  <a:pt x="3229" y="1524"/>
                  <a:pt x="3227" y="1540"/>
                  <a:pt x="3224" y="1555"/>
                </a:cubicBezTo>
                <a:cubicBezTo>
                  <a:pt x="3221" y="1570"/>
                  <a:pt x="3217" y="1585"/>
                  <a:pt x="3211" y="1600"/>
                </a:cubicBezTo>
                <a:cubicBezTo>
                  <a:pt x="3205" y="1614"/>
                  <a:pt x="3197" y="1628"/>
                  <a:pt x="3189" y="1641"/>
                </a:cubicBezTo>
                <a:cubicBezTo>
                  <a:pt x="3180" y="1654"/>
                  <a:pt x="3170" y="1666"/>
                  <a:pt x="3159" y="1677"/>
                </a:cubicBezTo>
                <a:cubicBezTo>
                  <a:pt x="3148" y="1688"/>
                  <a:pt x="3136" y="1698"/>
                  <a:pt x="3123" y="1707"/>
                </a:cubicBezTo>
                <a:cubicBezTo>
                  <a:pt x="3110" y="1715"/>
                  <a:pt x="3096" y="1723"/>
                  <a:pt x="3082" y="1729"/>
                </a:cubicBezTo>
                <a:cubicBezTo>
                  <a:pt x="3067" y="1735"/>
                  <a:pt x="3051" y="1739"/>
                  <a:pt x="3036" y="1742"/>
                </a:cubicBezTo>
                <a:cubicBezTo>
                  <a:pt x="3021" y="1745"/>
                  <a:pt x="3005" y="1747"/>
                  <a:pt x="2990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286240" y="2495520"/>
            <a:ext cx="1162440" cy="628920"/>
          </a:xfrm>
          <a:custGeom>
            <a:avLst/>
            <a:gdLst/>
            <a:ahLst/>
            <a:rect l="0" t="0" r="r" b="b"/>
            <a:pathLst>
              <a:path w="3229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2990" y="0"/>
                </a:lnTo>
                <a:cubicBezTo>
                  <a:pt x="3005" y="0"/>
                  <a:pt x="3021" y="1"/>
                  <a:pt x="3036" y="4"/>
                </a:cubicBezTo>
                <a:cubicBezTo>
                  <a:pt x="3051" y="7"/>
                  <a:pt x="3067" y="12"/>
                  <a:pt x="3082" y="18"/>
                </a:cubicBezTo>
                <a:cubicBezTo>
                  <a:pt x="3096" y="24"/>
                  <a:pt x="3110" y="31"/>
                  <a:pt x="3123" y="40"/>
                </a:cubicBezTo>
                <a:cubicBezTo>
                  <a:pt x="3136" y="48"/>
                  <a:pt x="3148" y="58"/>
                  <a:pt x="3159" y="69"/>
                </a:cubicBezTo>
                <a:cubicBezTo>
                  <a:pt x="3170" y="80"/>
                  <a:pt x="3180" y="92"/>
                  <a:pt x="3189" y="105"/>
                </a:cubicBezTo>
                <a:cubicBezTo>
                  <a:pt x="3197" y="118"/>
                  <a:pt x="3205" y="132"/>
                  <a:pt x="3211" y="147"/>
                </a:cubicBezTo>
                <a:cubicBezTo>
                  <a:pt x="3217" y="161"/>
                  <a:pt x="3221" y="176"/>
                  <a:pt x="3224" y="191"/>
                </a:cubicBezTo>
                <a:cubicBezTo>
                  <a:pt x="3227" y="207"/>
                  <a:pt x="3229" y="222"/>
                  <a:pt x="3229" y="238"/>
                </a:cubicBezTo>
                <a:lnTo>
                  <a:pt x="3229" y="1509"/>
                </a:lnTo>
                <a:cubicBezTo>
                  <a:pt x="3229" y="1524"/>
                  <a:pt x="3227" y="1540"/>
                  <a:pt x="3224" y="1555"/>
                </a:cubicBezTo>
                <a:cubicBezTo>
                  <a:pt x="3221" y="1570"/>
                  <a:pt x="3217" y="1585"/>
                  <a:pt x="3211" y="1600"/>
                </a:cubicBezTo>
                <a:cubicBezTo>
                  <a:pt x="3205" y="1614"/>
                  <a:pt x="3197" y="1628"/>
                  <a:pt x="3189" y="1641"/>
                </a:cubicBezTo>
                <a:cubicBezTo>
                  <a:pt x="3180" y="1654"/>
                  <a:pt x="3170" y="1666"/>
                  <a:pt x="3159" y="1677"/>
                </a:cubicBezTo>
                <a:cubicBezTo>
                  <a:pt x="3148" y="1688"/>
                  <a:pt x="3136" y="1698"/>
                  <a:pt x="3123" y="1707"/>
                </a:cubicBezTo>
                <a:cubicBezTo>
                  <a:pt x="3110" y="1715"/>
                  <a:pt x="3096" y="1723"/>
                  <a:pt x="3082" y="1729"/>
                </a:cubicBezTo>
                <a:cubicBezTo>
                  <a:pt x="3067" y="1735"/>
                  <a:pt x="3051" y="1739"/>
                  <a:pt x="3036" y="1742"/>
                </a:cubicBezTo>
                <a:cubicBezTo>
                  <a:pt x="3021" y="1745"/>
                  <a:pt x="3005" y="1747"/>
                  <a:pt x="2990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4914720" y="26542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467320" y="2679120"/>
            <a:ext cx="865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6924600" y="2495520"/>
            <a:ext cx="1324080" cy="628920"/>
          </a:xfrm>
          <a:custGeom>
            <a:avLst/>
            <a:gdLst/>
            <a:ahLst/>
            <a:rect l="0" t="0" r="r" b="b"/>
            <a:pathLst>
              <a:path w="3678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3440" y="0"/>
                </a:lnTo>
                <a:cubicBezTo>
                  <a:pt x="3456" y="0"/>
                  <a:pt x="3471" y="1"/>
                  <a:pt x="3487" y="4"/>
                </a:cubicBezTo>
                <a:cubicBezTo>
                  <a:pt x="3502" y="7"/>
                  <a:pt x="3517" y="12"/>
                  <a:pt x="3531" y="18"/>
                </a:cubicBezTo>
                <a:cubicBezTo>
                  <a:pt x="3546" y="24"/>
                  <a:pt x="3560" y="31"/>
                  <a:pt x="3573" y="40"/>
                </a:cubicBezTo>
                <a:cubicBezTo>
                  <a:pt x="3586" y="48"/>
                  <a:pt x="3598" y="58"/>
                  <a:pt x="3609" y="69"/>
                </a:cubicBezTo>
                <a:cubicBezTo>
                  <a:pt x="3620" y="80"/>
                  <a:pt x="3630" y="92"/>
                  <a:pt x="3638" y="105"/>
                </a:cubicBezTo>
                <a:cubicBezTo>
                  <a:pt x="3647" y="118"/>
                  <a:pt x="3654" y="132"/>
                  <a:pt x="3660" y="147"/>
                </a:cubicBezTo>
                <a:cubicBezTo>
                  <a:pt x="3666" y="161"/>
                  <a:pt x="3671" y="176"/>
                  <a:pt x="3674" y="191"/>
                </a:cubicBezTo>
                <a:cubicBezTo>
                  <a:pt x="3677" y="207"/>
                  <a:pt x="3678" y="222"/>
                  <a:pt x="3678" y="238"/>
                </a:cubicBezTo>
                <a:lnTo>
                  <a:pt x="3678" y="1509"/>
                </a:lnTo>
                <a:cubicBezTo>
                  <a:pt x="3678" y="1524"/>
                  <a:pt x="3677" y="1540"/>
                  <a:pt x="3674" y="1555"/>
                </a:cubicBezTo>
                <a:cubicBezTo>
                  <a:pt x="3671" y="1570"/>
                  <a:pt x="3666" y="1585"/>
                  <a:pt x="3660" y="1600"/>
                </a:cubicBezTo>
                <a:cubicBezTo>
                  <a:pt x="3654" y="1614"/>
                  <a:pt x="3647" y="1628"/>
                  <a:pt x="3638" y="1641"/>
                </a:cubicBezTo>
                <a:cubicBezTo>
                  <a:pt x="3630" y="1654"/>
                  <a:pt x="3620" y="1666"/>
                  <a:pt x="3609" y="1677"/>
                </a:cubicBezTo>
                <a:cubicBezTo>
                  <a:pt x="3598" y="1688"/>
                  <a:pt x="3586" y="1698"/>
                  <a:pt x="3573" y="1707"/>
                </a:cubicBezTo>
                <a:cubicBezTo>
                  <a:pt x="3560" y="1715"/>
                  <a:pt x="3546" y="1723"/>
                  <a:pt x="3531" y="1729"/>
                </a:cubicBezTo>
                <a:cubicBezTo>
                  <a:pt x="3517" y="1735"/>
                  <a:pt x="3502" y="1739"/>
                  <a:pt x="3487" y="1742"/>
                </a:cubicBezTo>
                <a:cubicBezTo>
                  <a:pt x="3471" y="1745"/>
                  <a:pt x="3456" y="1747"/>
                  <a:pt x="3440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1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69" y="1677"/>
                </a:cubicBezTo>
                <a:cubicBezTo>
                  <a:pt x="58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6924600" y="2495520"/>
            <a:ext cx="1324080" cy="628920"/>
          </a:xfrm>
          <a:custGeom>
            <a:avLst/>
            <a:gdLst/>
            <a:ahLst/>
            <a:rect l="0" t="0" r="r" b="b"/>
            <a:pathLst>
              <a:path w="3678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8" y="80"/>
                  <a:pt x="69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1" y="4"/>
                </a:cubicBezTo>
                <a:cubicBezTo>
                  <a:pt x="207" y="1"/>
                  <a:pt x="222" y="0"/>
                  <a:pt x="238" y="0"/>
                </a:cubicBezTo>
                <a:lnTo>
                  <a:pt x="3440" y="0"/>
                </a:lnTo>
                <a:cubicBezTo>
                  <a:pt x="3456" y="0"/>
                  <a:pt x="3471" y="1"/>
                  <a:pt x="3487" y="4"/>
                </a:cubicBezTo>
                <a:cubicBezTo>
                  <a:pt x="3502" y="7"/>
                  <a:pt x="3517" y="12"/>
                  <a:pt x="3531" y="18"/>
                </a:cubicBezTo>
                <a:cubicBezTo>
                  <a:pt x="3546" y="24"/>
                  <a:pt x="3560" y="31"/>
                  <a:pt x="3573" y="40"/>
                </a:cubicBezTo>
                <a:cubicBezTo>
                  <a:pt x="3586" y="48"/>
                  <a:pt x="3598" y="58"/>
                  <a:pt x="3609" y="69"/>
                </a:cubicBezTo>
                <a:cubicBezTo>
                  <a:pt x="3620" y="80"/>
                  <a:pt x="3630" y="92"/>
                  <a:pt x="3638" y="105"/>
                </a:cubicBezTo>
                <a:cubicBezTo>
                  <a:pt x="3647" y="118"/>
                  <a:pt x="3654" y="132"/>
                  <a:pt x="3660" y="147"/>
                </a:cubicBezTo>
                <a:cubicBezTo>
                  <a:pt x="3666" y="161"/>
                  <a:pt x="3671" y="176"/>
                  <a:pt x="3674" y="191"/>
                </a:cubicBezTo>
                <a:cubicBezTo>
                  <a:pt x="3677" y="207"/>
                  <a:pt x="3678" y="222"/>
                  <a:pt x="3678" y="238"/>
                </a:cubicBezTo>
                <a:lnTo>
                  <a:pt x="3678" y="1509"/>
                </a:lnTo>
                <a:cubicBezTo>
                  <a:pt x="3678" y="1524"/>
                  <a:pt x="3677" y="1540"/>
                  <a:pt x="3674" y="1555"/>
                </a:cubicBezTo>
                <a:cubicBezTo>
                  <a:pt x="3671" y="1570"/>
                  <a:pt x="3666" y="1585"/>
                  <a:pt x="3660" y="1600"/>
                </a:cubicBezTo>
                <a:cubicBezTo>
                  <a:pt x="3654" y="1614"/>
                  <a:pt x="3647" y="1628"/>
                  <a:pt x="3638" y="1641"/>
                </a:cubicBezTo>
                <a:cubicBezTo>
                  <a:pt x="3630" y="1654"/>
                  <a:pt x="3620" y="1666"/>
                  <a:pt x="3609" y="1677"/>
                </a:cubicBezTo>
                <a:cubicBezTo>
                  <a:pt x="3598" y="1688"/>
                  <a:pt x="3586" y="1698"/>
                  <a:pt x="3573" y="1707"/>
                </a:cubicBezTo>
                <a:cubicBezTo>
                  <a:pt x="3560" y="1715"/>
                  <a:pt x="3546" y="1723"/>
                  <a:pt x="3531" y="1729"/>
                </a:cubicBezTo>
                <a:cubicBezTo>
                  <a:pt x="3517" y="1735"/>
                  <a:pt x="3502" y="1739"/>
                  <a:pt x="3487" y="1742"/>
                </a:cubicBezTo>
                <a:cubicBezTo>
                  <a:pt x="3471" y="1745"/>
                  <a:pt x="3456" y="1747"/>
                  <a:pt x="3440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1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69" y="1677"/>
                </a:cubicBezTo>
                <a:cubicBezTo>
                  <a:pt x="58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553440" y="265428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106040" y="2679120"/>
            <a:ext cx="104353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4707360" y="3458160"/>
            <a:ext cx="2999980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4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Decoding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71400" y="1538280"/>
            <a:ext cx="10849320" cy="876600"/>
          </a:xfrm>
          <a:custGeom>
            <a:avLst/>
            <a:gdLst/>
            <a:ahLst/>
            <a:rect l="0" t="0" r="r" b="b"/>
            <a:pathLst>
              <a:path w="30137" h="2435">
                <a:moveTo>
                  <a:pt x="0" y="223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236"/>
                </a:lnTo>
                <a:cubicBezTo>
                  <a:pt x="30137" y="2249"/>
                  <a:pt x="30136" y="2262"/>
                  <a:pt x="30133" y="2275"/>
                </a:cubicBezTo>
                <a:cubicBezTo>
                  <a:pt x="30130" y="2288"/>
                  <a:pt x="30127" y="2300"/>
                  <a:pt x="30122" y="2312"/>
                </a:cubicBezTo>
                <a:cubicBezTo>
                  <a:pt x="30117" y="2324"/>
                  <a:pt x="30111" y="2336"/>
                  <a:pt x="30103" y="2346"/>
                </a:cubicBezTo>
                <a:cubicBezTo>
                  <a:pt x="30096" y="2357"/>
                  <a:pt x="30088" y="2367"/>
                  <a:pt x="30079" y="2377"/>
                </a:cubicBezTo>
                <a:cubicBezTo>
                  <a:pt x="30070" y="2386"/>
                  <a:pt x="30059" y="2394"/>
                  <a:pt x="30049" y="2401"/>
                </a:cubicBezTo>
                <a:cubicBezTo>
                  <a:pt x="30038" y="2408"/>
                  <a:pt x="30026" y="2415"/>
                  <a:pt x="30014" y="2420"/>
                </a:cubicBezTo>
                <a:cubicBezTo>
                  <a:pt x="30002" y="2425"/>
                  <a:pt x="29990" y="2428"/>
                  <a:pt x="29977" y="2431"/>
                </a:cubicBezTo>
                <a:cubicBezTo>
                  <a:pt x="29964" y="2433"/>
                  <a:pt x="29951" y="2435"/>
                  <a:pt x="29938" y="2435"/>
                </a:cubicBezTo>
                <a:lnTo>
                  <a:pt x="198" y="2435"/>
                </a:lnTo>
                <a:cubicBezTo>
                  <a:pt x="185" y="2435"/>
                  <a:pt x="172" y="2433"/>
                  <a:pt x="160" y="2431"/>
                </a:cubicBezTo>
                <a:cubicBezTo>
                  <a:pt x="147" y="2428"/>
                  <a:pt x="134" y="2425"/>
                  <a:pt x="122" y="2420"/>
                </a:cubicBezTo>
                <a:cubicBezTo>
                  <a:pt x="110" y="2415"/>
                  <a:pt x="99" y="2408"/>
                  <a:pt x="88" y="2401"/>
                </a:cubicBezTo>
                <a:cubicBezTo>
                  <a:pt x="77" y="2394"/>
                  <a:pt x="67" y="2386"/>
                  <a:pt x="58" y="2377"/>
                </a:cubicBezTo>
                <a:cubicBezTo>
                  <a:pt x="49" y="2367"/>
                  <a:pt x="40" y="2357"/>
                  <a:pt x="33" y="2346"/>
                </a:cubicBezTo>
                <a:cubicBezTo>
                  <a:pt x="26" y="2336"/>
                  <a:pt x="20" y="2324"/>
                  <a:pt x="15" y="2312"/>
                </a:cubicBezTo>
                <a:cubicBezTo>
                  <a:pt x="10" y="2300"/>
                  <a:pt x="6" y="2288"/>
                  <a:pt x="4" y="2275"/>
                </a:cubicBezTo>
                <a:cubicBezTo>
                  <a:pt x="1" y="2262"/>
                  <a:pt x="0" y="2249"/>
                  <a:pt x="0" y="223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671400" y="1538280"/>
            <a:ext cx="10849320" cy="876600"/>
          </a:xfrm>
          <a:custGeom>
            <a:avLst/>
            <a:gdLst/>
            <a:ahLst/>
            <a:rect l="0" t="0" r="r" b="b"/>
            <a:pathLst>
              <a:path w="30137" h="2435">
                <a:moveTo>
                  <a:pt x="0" y="2236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236"/>
                </a:lnTo>
                <a:cubicBezTo>
                  <a:pt x="30137" y="2249"/>
                  <a:pt x="30136" y="2262"/>
                  <a:pt x="30133" y="2275"/>
                </a:cubicBezTo>
                <a:cubicBezTo>
                  <a:pt x="30130" y="2288"/>
                  <a:pt x="30127" y="2300"/>
                  <a:pt x="30122" y="2312"/>
                </a:cubicBezTo>
                <a:cubicBezTo>
                  <a:pt x="30117" y="2324"/>
                  <a:pt x="30111" y="2336"/>
                  <a:pt x="30103" y="2346"/>
                </a:cubicBezTo>
                <a:cubicBezTo>
                  <a:pt x="30096" y="2357"/>
                  <a:pt x="30088" y="2367"/>
                  <a:pt x="30079" y="2377"/>
                </a:cubicBezTo>
                <a:cubicBezTo>
                  <a:pt x="30070" y="2386"/>
                  <a:pt x="30059" y="2394"/>
                  <a:pt x="30049" y="2401"/>
                </a:cubicBezTo>
                <a:cubicBezTo>
                  <a:pt x="30038" y="2408"/>
                  <a:pt x="30026" y="2415"/>
                  <a:pt x="30014" y="2420"/>
                </a:cubicBezTo>
                <a:cubicBezTo>
                  <a:pt x="30002" y="2425"/>
                  <a:pt x="29990" y="2428"/>
                  <a:pt x="29977" y="2431"/>
                </a:cubicBezTo>
                <a:cubicBezTo>
                  <a:pt x="29964" y="2433"/>
                  <a:pt x="29951" y="2435"/>
                  <a:pt x="29938" y="2435"/>
                </a:cubicBezTo>
                <a:lnTo>
                  <a:pt x="198" y="2435"/>
                </a:lnTo>
                <a:cubicBezTo>
                  <a:pt x="185" y="2435"/>
                  <a:pt x="172" y="2433"/>
                  <a:pt x="160" y="2431"/>
                </a:cubicBezTo>
                <a:cubicBezTo>
                  <a:pt x="147" y="2428"/>
                  <a:pt x="134" y="2425"/>
                  <a:pt x="122" y="2420"/>
                </a:cubicBezTo>
                <a:cubicBezTo>
                  <a:pt x="110" y="2415"/>
                  <a:pt x="99" y="2408"/>
                  <a:pt x="88" y="2401"/>
                </a:cubicBezTo>
                <a:cubicBezTo>
                  <a:pt x="77" y="2394"/>
                  <a:pt x="67" y="2386"/>
                  <a:pt x="58" y="2377"/>
                </a:cubicBezTo>
                <a:cubicBezTo>
                  <a:pt x="49" y="2367"/>
                  <a:pt x="40" y="2357"/>
                  <a:pt x="33" y="2346"/>
                </a:cubicBezTo>
                <a:cubicBezTo>
                  <a:pt x="26" y="2336"/>
                  <a:pt x="20" y="2324"/>
                  <a:pt x="15" y="2312"/>
                </a:cubicBezTo>
                <a:cubicBezTo>
                  <a:pt x="10" y="2300"/>
                  <a:pt x="6" y="2288"/>
                  <a:pt x="4" y="2275"/>
                </a:cubicBezTo>
                <a:cubicBezTo>
                  <a:pt x="1" y="2262"/>
                  <a:pt x="0" y="2249"/>
                  <a:pt x="0" y="223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76080" y="4371840"/>
            <a:ext cx="10839960" cy="1724400"/>
          </a:xfrm>
          <a:custGeom>
            <a:avLst/>
            <a:gdLst/>
            <a:ahLst/>
            <a:rect l="0" t="0" r="r" b="b"/>
            <a:pathLst>
              <a:path w="30111" h="4790">
                <a:moveTo>
                  <a:pt x="0" y="455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2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4551"/>
                </a:lnTo>
                <a:cubicBezTo>
                  <a:pt x="30111" y="4566"/>
                  <a:pt x="30109" y="4582"/>
                  <a:pt x="30106" y="4597"/>
                </a:cubicBezTo>
                <a:cubicBezTo>
                  <a:pt x="30103" y="4612"/>
                  <a:pt x="30098" y="4628"/>
                  <a:pt x="30092" y="4643"/>
                </a:cubicBezTo>
                <a:cubicBezTo>
                  <a:pt x="30087" y="4657"/>
                  <a:pt x="30079" y="4671"/>
                  <a:pt x="30070" y="4684"/>
                </a:cubicBezTo>
                <a:cubicBezTo>
                  <a:pt x="30062" y="4697"/>
                  <a:pt x="30052" y="4709"/>
                  <a:pt x="30041" y="4720"/>
                </a:cubicBezTo>
                <a:cubicBezTo>
                  <a:pt x="30030" y="4731"/>
                  <a:pt x="30018" y="4741"/>
                  <a:pt x="30005" y="4750"/>
                </a:cubicBezTo>
                <a:cubicBezTo>
                  <a:pt x="29992" y="4758"/>
                  <a:pt x="29978" y="4766"/>
                  <a:pt x="29964" y="4772"/>
                </a:cubicBezTo>
                <a:cubicBezTo>
                  <a:pt x="29949" y="4778"/>
                  <a:pt x="29934" y="4782"/>
                  <a:pt x="29919" y="4785"/>
                </a:cubicBezTo>
                <a:cubicBezTo>
                  <a:pt x="29904" y="4788"/>
                  <a:pt x="29888" y="4790"/>
                  <a:pt x="29872" y="4790"/>
                </a:cubicBezTo>
                <a:lnTo>
                  <a:pt x="238" y="4790"/>
                </a:lnTo>
                <a:cubicBezTo>
                  <a:pt x="223" y="4790"/>
                  <a:pt x="207" y="4788"/>
                  <a:pt x="192" y="4785"/>
                </a:cubicBezTo>
                <a:cubicBezTo>
                  <a:pt x="176" y="4782"/>
                  <a:pt x="161" y="4778"/>
                  <a:pt x="147" y="4772"/>
                </a:cubicBezTo>
                <a:cubicBezTo>
                  <a:pt x="133" y="4766"/>
                  <a:pt x="119" y="4758"/>
                  <a:pt x="106" y="4750"/>
                </a:cubicBezTo>
                <a:cubicBezTo>
                  <a:pt x="93" y="4741"/>
                  <a:pt x="81" y="4731"/>
                  <a:pt x="70" y="4720"/>
                </a:cubicBezTo>
                <a:cubicBezTo>
                  <a:pt x="59" y="4709"/>
                  <a:pt x="49" y="4697"/>
                  <a:pt x="40" y="4684"/>
                </a:cubicBezTo>
                <a:cubicBezTo>
                  <a:pt x="31" y="4671"/>
                  <a:pt x="24" y="4657"/>
                  <a:pt x="18" y="4643"/>
                </a:cubicBezTo>
                <a:cubicBezTo>
                  <a:pt x="12" y="4628"/>
                  <a:pt x="8" y="4612"/>
                  <a:pt x="5" y="4597"/>
                </a:cubicBezTo>
                <a:cubicBezTo>
                  <a:pt x="2" y="4582"/>
                  <a:pt x="0" y="4566"/>
                  <a:pt x="0" y="4551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76080" y="4371840"/>
            <a:ext cx="10839960" cy="1724400"/>
          </a:xfrm>
          <a:custGeom>
            <a:avLst/>
            <a:gdLst/>
            <a:ahLst/>
            <a:rect l="0" t="0" r="r" b="b"/>
            <a:pathLst>
              <a:path w="30111" h="4790">
                <a:moveTo>
                  <a:pt x="0" y="4551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2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4551"/>
                </a:lnTo>
                <a:cubicBezTo>
                  <a:pt x="30111" y="4566"/>
                  <a:pt x="30109" y="4582"/>
                  <a:pt x="30106" y="4597"/>
                </a:cubicBezTo>
                <a:cubicBezTo>
                  <a:pt x="30103" y="4612"/>
                  <a:pt x="30098" y="4628"/>
                  <a:pt x="30092" y="4643"/>
                </a:cubicBezTo>
                <a:cubicBezTo>
                  <a:pt x="30087" y="4657"/>
                  <a:pt x="30079" y="4671"/>
                  <a:pt x="30070" y="4684"/>
                </a:cubicBezTo>
                <a:cubicBezTo>
                  <a:pt x="30062" y="4697"/>
                  <a:pt x="30052" y="4709"/>
                  <a:pt x="30041" y="4720"/>
                </a:cubicBezTo>
                <a:cubicBezTo>
                  <a:pt x="30030" y="4731"/>
                  <a:pt x="30018" y="4741"/>
                  <a:pt x="30005" y="4750"/>
                </a:cubicBezTo>
                <a:cubicBezTo>
                  <a:pt x="29992" y="4758"/>
                  <a:pt x="29978" y="4766"/>
                  <a:pt x="29964" y="4772"/>
                </a:cubicBezTo>
                <a:cubicBezTo>
                  <a:pt x="29949" y="4778"/>
                  <a:pt x="29934" y="4782"/>
                  <a:pt x="29919" y="4785"/>
                </a:cubicBezTo>
                <a:cubicBezTo>
                  <a:pt x="29904" y="4788"/>
                  <a:pt x="29888" y="4790"/>
                  <a:pt x="29872" y="4790"/>
                </a:cubicBezTo>
                <a:lnTo>
                  <a:pt x="238" y="4790"/>
                </a:lnTo>
                <a:cubicBezTo>
                  <a:pt x="223" y="4790"/>
                  <a:pt x="207" y="4788"/>
                  <a:pt x="192" y="4785"/>
                </a:cubicBezTo>
                <a:cubicBezTo>
                  <a:pt x="176" y="4782"/>
                  <a:pt x="161" y="4778"/>
                  <a:pt x="147" y="4772"/>
                </a:cubicBezTo>
                <a:cubicBezTo>
                  <a:pt x="133" y="4766"/>
                  <a:pt x="119" y="4758"/>
                  <a:pt x="106" y="4750"/>
                </a:cubicBezTo>
                <a:cubicBezTo>
                  <a:pt x="93" y="4741"/>
                  <a:pt x="81" y="4731"/>
                  <a:pt x="70" y="4720"/>
                </a:cubicBezTo>
                <a:cubicBezTo>
                  <a:pt x="59" y="4709"/>
                  <a:pt x="49" y="4697"/>
                  <a:pt x="40" y="4684"/>
                </a:cubicBezTo>
                <a:cubicBezTo>
                  <a:pt x="31" y="4671"/>
                  <a:pt x="24" y="4657"/>
                  <a:pt x="18" y="4643"/>
                </a:cubicBezTo>
                <a:cubicBezTo>
                  <a:pt x="12" y="4628"/>
                  <a:pt x="8" y="4612"/>
                  <a:pt x="5" y="4597"/>
                </a:cubicBezTo>
                <a:cubicBezTo>
                  <a:pt x="2" y="4582"/>
                  <a:pt x="0" y="4566"/>
                  <a:pt x="0" y="4551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524040" y="809280"/>
            <a:ext cx="3124440" cy="429120"/>
          </a:xfrm>
          <a:custGeom>
            <a:avLst/>
            <a:gdLst/>
            <a:ahLst/>
            <a:rect l="0" t="0" r="r" b="b"/>
            <a:pathLst>
              <a:path w="8679" h="1192">
                <a:moveTo>
                  <a:pt x="0" y="103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8521" y="0"/>
                </a:lnTo>
                <a:cubicBezTo>
                  <a:pt x="8531" y="0"/>
                  <a:pt x="8541" y="1"/>
                  <a:pt x="8552" y="4"/>
                </a:cubicBezTo>
                <a:cubicBezTo>
                  <a:pt x="8562" y="6"/>
                  <a:pt x="8572" y="9"/>
                  <a:pt x="8581" y="13"/>
                </a:cubicBezTo>
                <a:cubicBezTo>
                  <a:pt x="8591" y="17"/>
                  <a:pt x="8600" y="21"/>
                  <a:pt x="8609" y="27"/>
                </a:cubicBezTo>
                <a:cubicBezTo>
                  <a:pt x="8618" y="33"/>
                  <a:pt x="8626" y="40"/>
                  <a:pt x="8633" y="47"/>
                </a:cubicBezTo>
                <a:cubicBezTo>
                  <a:pt x="8640" y="54"/>
                  <a:pt x="8647" y="62"/>
                  <a:pt x="8653" y="71"/>
                </a:cubicBezTo>
                <a:cubicBezTo>
                  <a:pt x="8658" y="80"/>
                  <a:pt x="8663" y="89"/>
                  <a:pt x="8667" y="98"/>
                </a:cubicBezTo>
                <a:cubicBezTo>
                  <a:pt x="8671" y="108"/>
                  <a:pt x="8674" y="118"/>
                  <a:pt x="8676" y="128"/>
                </a:cubicBezTo>
                <a:cubicBezTo>
                  <a:pt x="8678" y="138"/>
                  <a:pt x="8679" y="149"/>
                  <a:pt x="8679" y="159"/>
                </a:cubicBezTo>
                <a:lnTo>
                  <a:pt x="8679" y="1033"/>
                </a:lnTo>
                <a:cubicBezTo>
                  <a:pt x="8679" y="1044"/>
                  <a:pt x="8678" y="1054"/>
                  <a:pt x="8676" y="1064"/>
                </a:cubicBezTo>
                <a:cubicBezTo>
                  <a:pt x="8674" y="1075"/>
                  <a:pt x="8671" y="1084"/>
                  <a:pt x="8667" y="1094"/>
                </a:cubicBezTo>
                <a:cubicBezTo>
                  <a:pt x="8663" y="1104"/>
                  <a:pt x="8658" y="1113"/>
                  <a:pt x="8653" y="1122"/>
                </a:cubicBezTo>
                <a:cubicBezTo>
                  <a:pt x="8647" y="1130"/>
                  <a:pt x="8640" y="1138"/>
                  <a:pt x="8633" y="1146"/>
                </a:cubicBezTo>
                <a:cubicBezTo>
                  <a:pt x="8626" y="1153"/>
                  <a:pt x="8618" y="1160"/>
                  <a:pt x="8609" y="1165"/>
                </a:cubicBezTo>
                <a:cubicBezTo>
                  <a:pt x="8600" y="1171"/>
                  <a:pt x="8591" y="1176"/>
                  <a:pt x="8581" y="1180"/>
                </a:cubicBezTo>
                <a:cubicBezTo>
                  <a:pt x="8572" y="1184"/>
                  <a:pt x="8562" y="1187"/>
                  <a:pt x="8552" y="1189"/>
                </a:cubicBezTo>
                <a:cubicBezTo>
                  <a:pt x="8541" y="1191"/>
                  <a:pt x="8531" y="1192"/>
                  <a:pt x="8521" y="1192"/>
                </a:cubicBezTo>
                <a:lnTo>
                  <a:pt x="159" y="1192"/>
                </a:lnTo>
                <a:cubicBezTo>
                  <a:pt x="148" y="1192"/>
                  <a:pt x="138" y="1191"/>
                  <a:pt x="128" y="1189"/>
                </a:cubicBezTo>
                <a:cubicBezTo>
                  <a:pt x="118" y="1187"/>
                  <a:pt x="108" y="1184"/>
                  <a:pt x="98" y="1180"/>
                </a:cubicBezTo>
                <a:cubicBezTo>
                  <a:pt x="88" y="1176"/>
                  <a:pt x="79" y="1171"/>
                  <a:pt x="71" y="1165"/>
                </a:cubicBezTo>
                <a:cubicBezTo>
                  <a:pt x="62" y="1160"/>
                  <a:pt x="54" y="1153"/>
                  <a:pt x="47" y="1146"/>
                </a:cubicBezTo>
                <a:cubicBezTo>
                  <a:pt x="39" y="1138"/>
                  <a:pt x="33" y="1130"/>
                  <a:pt x="27" y="1122"/>
                </a:cubicBezTo>
                <a:cubicBezTo>
                  <a:pt x="21" y="1113"/>
                  <a:pt x="16" y="1104"/>
                  <a:pt x="12" y="1094"/>
                </a:cubicBezTo>
                <a:cubicBezTo>
                  <a:pt x="8" y="1084"/>
                  <a:pt x="5" y="1075"/>
                  <a:pt x="3" y="1064"/>
                </a:cubicBezTo>
                <a:cubicBezTo>
                  <a:pt x="1" y="1054"/>
                  <a:pt x="0" y="1044"/>
                  <a:pt x="0" y="103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666720" y="779040"/>
            <a:ext cx="3087072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GPU decoding: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600360" y="806400"/>
            <a:ext cx="3210710" cy="43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Courier New"/>
                <a:ea typeface="Courier New"/>
              </a:rPr>
              <a:t>device="cuda"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828720" y="1693800"/>
            <a:ext cx="5235969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 = VideoDecoder(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device=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"cuda"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828720" y="1884240"/>
            <a:ext cx="6911308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frames = decoder.get_frames_at([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 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already on the GPU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828720" y="2065320"/>
            <a:ext cx="8481283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95380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(decoder.cpu_fallback)                 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did we silently fall back to CPU?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923760" y="32191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5" y="187"/>
                  <a:pt x="93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2" y="47"/>
                  <a:pt x="18" y="37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3" y="0"/>
                </a:cubicBezTo>
                <a:cubicBezTo>
                  <a:pt x="105" y="0"/>
                  <a:pt x="118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666720" y="2612520"/>
            <a:ext cx="268194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Why it's (usually!) faster: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923760" y="3619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8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8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123920" y="3107880"/>
            <a:ext cx="992139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Fast raw decoding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NVDEC, a dedicated hardware chip separate from the CUDA cores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923760" y="40194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7"/>
                  <a:pt x="18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123920" y="3507840"/>
            <a:ext cx="828960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Less PCIe traffic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encoded packets are much smaller than decoded frames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123920" y="3907800"/>
            <a:ext cx="762942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YUV → RGB conversion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expensive on CPU, extremely fast on GPU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895320" y="451764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895320" y="4848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895320" y="484812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714320" y="4848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723680" y="4848120"/>
            <a:ext cx="1000800" cy="9720"/>
          </a:xfrm>
          <a:custGeom>
            <a:avLst/>
            <a:gdLst/>
            <a:ahLst/>
            <a:rect l="0" t="0" r="r" b="b"/>
            <a:pathLst>
              <a:path w="2780" h="27">
                <a:moveTo>
                  <a:pt x="0" y="0"/>
                </a:moveTo>
                <a:lnTo>
                  <a:pt x="2780" y="0"/>
                </a:lnTo>
                <a:lnTo>
                  <a:pt x="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714400" y="48481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724120" y="484812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3724200" y="4848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3733560" y="484812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4809960" y="4848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895320" y="5229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895320" y="521964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714320" y="5229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723680" y="5219640"/>
            <a:ext cx="1000800" cy="9720"/>
          </a:xfrm>
          <a:custGeom>
            <a:avLst/>
            <a:gdLst/>
            <a:ahLst/>
            <a:rect l="0" t="0" r="r" b="b"/>
            <a:pathLst>
              <a:path w="2780" h="27">
                <a:moveTo>
                  <a:pt x="0" y="0"/>
                </a:moveTo>
                <a:lnTo>
                  <a:pt x="2780" y="0"/>
                </a:lnTo>
                <a:lnTo>
                  <a:pt x="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714400" y="52290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724120" y="521964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3724200" y="5229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3733560" y="521964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4809960" y="52290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895320" y="5600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895320" y="559116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714320" y="5600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723680" y="5591160"/>
            <a:ext cx="1000800" cy="9720"/>
          </a:xfrm>
          <a:custGeom>
            <a:avLst/>
            <a:gdLst/>
            <a:ahLst/>
            <a:rect l="0" t="0" r="r" b="b"/>
            <a:pathLst>
              <a:path w="2780" h="27">
                <a:moveTo>
                  <a:pt x="0" y="0"/>
                </a:moveTo>
                <a:lnTo>
                  <a:pt x="2780" y="0"/>
                </a:lnTo>
                <a:lnTo>
                  <a:pt x="278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714400" y="5600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724120" y="5591160"/>
            <a:ext cx="1009800" cy="9720"/>
          </a:xfrm>
          <a:custGeom>
            <a:avLst/>
            <a:gdLst/>
            <a:ahLst/>
            <a:rect l="0" t="0" r="r" b="b"/>
            <a:pathLst>
              <a:path w="2805" h="27">
                <a:moveTo>
                  <a:pt x="0" y="0"/>
                </a:moveTo>
                <a:lnTo>
                  <a:pt x="2805" y="0"/>
                </a:lnTo>
                <a:lnTo>
                  <a:pt x="28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724200" y="5600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733560" y="5591160"/>
            <a:ext cx="1086120" cy="9720"/>
          </a:xfrm>
          <a:custGeom>
            <a:avLst/>
            <a:gdLst/>
            <a:ah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4809960" y="5600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895320" y="5962320"/>
            <a:ext cx="828720" cy="10080"/>
          </a:xfrm>
          <a:custGeom>
            <a:avLst/>
            <a:gdLst/>
            <a:ahLst/>
            <a:rect l="0" t="0" r="r" b="b"/>
            <a:pathLst>
              <a:path w="2302" h="28">
                <a:moveTo>
                  <a:pt x="0" y="0"/>
                </a:moveTo>
                <a:lnTo>
                  <a:pt x="2302" y="0"/>
                </a:lnTo>
                <a:lnTo>
                  <a:pt x="23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1723680" y="5962320"/>
            <a:ext cx="1000800" cy="10080"/>
          </a:xfrm>
          <a:custGeom>
            <a:avLst/>
            <a:gdLst/>
            <a:ahLst/>
            <a:rect l="0" t="0" r="r" b="b"/>
            <a:pathLst>
              <a:path w="2780" h="28">
                <a:moveTo>
                  <a:pt x="0" y="0"/>
                </a:moveTo>
                <a:lnTo>
                  <a:pt x="2780" y="0"/>
                </a:lnTo>
                <a:lnTo>
                  <a:pt x="278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724120" y="5962320"/>
            <a:ext cx="1009800" cy="10080"/>
          </a:xfrm>
          <a:custGeom>
            <a:avLst/>
            <a:gdLst/>
            <a:ahLst/>
            <a:rect l="0" t="0" r="r" b="b"/>
            <a:pathLst>
              <a:path w="2805" h="28">
                <a:moveTo>
                  <a:pt x="0" y="0"/>
                </a:moveTo>
                <a:lnTo>
                  <a:pt x="2805" y="0"/>
                </a:lnTo>
                <a:lnTo>
                  <a:pt x="28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733560" y="5962320"/>
            <a:ext cx="1086120" cy="10080"/>
          </a:xfrm>
          <a:custGeom>
            <a:avLst/>
            <a:gdLst/>
            <a:ah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1108800" y="4521600"/>
            <a:ext cx="5708361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decode all 300 frames of a 10s video (laptop: RTX 4080)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2018880" y="4933080"/>
            <a:ext cx="435067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3020760" y="4933080"/>
            <a:ext cx="44673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GPU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3868560" y="4933080"/>
            <a:ext cx="86935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Speedup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1038240" y="5304600"/>
            <a:ext cx="583977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1080p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854720" y="5304600"/>
            <a:ext cx="790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1466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861640" y="5304600"/>
            <a:ext cx="67534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370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3868560" y="5304600"/>
            <a:ext cx="23522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038240" y="5676120"/>
            <a:ext cx="26360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854720" y="5676120"/>
            <a:ext cx="790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4394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2861640" y="5676120"/>
            <a:ext cx="790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1430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3868560" y="5676120"/>
            <a:ext cx="23522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5196960" y="5252760"/>
            <a:ext cx="229703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a warm cache!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880200" y="6397920"/>
            <a:ext cx="365860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Tutorials: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CUDA decoding</a:t>
            </a:r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·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Image decoding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671400" y="231912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1"/>
                </a:lnTo>
                <a:cubicBezTo>
                  <a:pt x="30137" y="2514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89"/>
                  <a:pt x="30111" y="2601"/>
                  <a:pt x="30103" y="2612"/>
                </a:cubicBezTo>
                <a:cubicBezTo>
                  <a:pt x="30096" y="2622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6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3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3"/>
                  <a:pt x="134" y="2690"/>
                  <a:pt x="122" y="2685"/>
                </a:cubicBezTo>
                <a:cubicBezTo>
                  <a:pt x="110" y="2680"/>
                  <a:pt x="99" y="2674"/>
                  <a:pt x="88" y="2666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2"/>
                  <a:pt x="33" y="2612"/>
                </a:cubicBezTo>
                <a:cubicBezTo>
                  <a:pt x="26" y="2601"/>
                  <a:pt x="20" y="2589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4"/>
                  <a:pt x="0" y="25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671400" y="231912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1"/>
                </a:lnTo>
                <a:cubicBezTo>
                  <a:pt x="30137" y="2514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89"/>
                  <a:pt x="30111" y="2601"/>
                  <a:pt x="30103" y="2612"/>
                </a:cubicBezTo>
                <a:cubicBezTo>
                  <a:pt x="30096" y="2622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6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3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3"/>
                  <a:pt x="134" y="2690"/>
                  <a:pt x="122" y="2685"/>
                </a:cubicBezTo>
                <a:cubicBezTo>
                  <a:pt x="110" y="2680"/>
                  <a:pt x="99" y="2674"/>
                  <a:pt x="88" y="2666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2"/>
                  <a:pt x="33" y="2612"/>
                </a:cubicBezTo>
                <a:cubicBezTo>
                  <a:pt x="26" y="2601"/>
                  <a:pt x="20" y="2589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4"/>
                  <a:pt x="0" y="250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676080" y="4876560"/>
            <a:ext cx="10839960" cy="1352880"/>
          </a:xfrm>
          <a:custGeom>
            <a:avLst/>
            <a:gdLst/>
            <a:ahLst/>
            <a:rect l="0" t="0" r="r" b="b"/>
            <a:pathLst>
              <a:path w="30111" h="3758">
                <a:moveTo>
                  <a:pt x="0" y="3520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2"/>
                  <a:pt x="29964" y="18"/>
                </a:cubicBezTo>
                <a:cubicBezTo>
                  <a:pt x="29978" y="24"/>
                  <a:pt x="29992" y="32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6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520"/>
                </a:lnTo>
                <a:cubicBezTo>
                  <a:pt x="30111" y="3536"/>
                  <a:pt x="30109" y="3551"/>
                  <a:pt x="30106" y="3567"/>
                </a:cubicBezTo>
                <a:cubicBezTo>
                  <a:pt x="30103" y="3582"/>
                  <a:pt x="30098" y="3597"/>
                  <a:pt x="30092" y="3611"/>
                </a:cubicBezTo>
                <a:cubicBezTo>
                  <a:pt x="30087" y="3626"/>
                  <a:pt x="30079" y="3639"/>
                  <a:pt x="30070" y="3652"/>
                </a:cubicBezTo>
                <a:cubicBezTo>
                  <a:pt x="30062" y="3665"/>
                  <a:pt x="30052" y="3677"/>
                  <a:pt x="30041" y="3689"/>
                </a:cubicBezTo>
                <a:cubicBezTo>
                  <a:pt x="30030" y="3700"/>
                  <a:pt x="30018" y="3709"/>
                  <a:pt x="30005" y="3718"/>
                </a:cubicBezTo>
                <a:cubicBezTo>
                  <a:pt x="29992" y="3727"/>
                  <a:pt x="29978" y="3734"/>
                  <a:pt x="29964" y="3740"/>
                </a:cubicBezTo>
                <a:cubicBezTo>
                  <a:pt x="29949" y="3746"/>
                  <a:pt x="29934" y="3751"/>
                  <a:pt x="29919" y="3754"/>
                </a:cubicBezTo>
                <a:cubicBezTo>
                  <a:pt x="29904" y="3757"/>
                  <a:pt x="29888" y="3758"/>
                  <a:pt x="29872" y="3758"/>
                </a:cubicBezTo>
                <a:lnTo>
                  <a:pt x="238" y="3758"/>
                </a:lnTo>
                <a:cubicBezTo>
                  <a:pt x="223" y="3758"/>
                  <a:pt x="207" y="3757"/>
                  <a:pt x="192" y="3754"/>
                </a:cubicBezTo>
                <a:cubicBezTo>
                  <a:pt x="176" y="3751"/>
                  <a:pt x="161" y="3746"/>
                  <a:pt x="147" y="3740"/>
                </a:cubicBezTo>
                <a:cubicBezTo>
                  <a:pt x="133" y="3734"/>
                  <a:pt x="119" y="3727"/>
                  <a:pt x="106" y="3718"/>
                </a:cubicBezTo>
                <a:cubicBezTo>
                  <a:pt x="93" y="3709"/>
                  <a:pt x="81" y="3700"/>
                  <a:pt x="70" y="3689"/>
                </a:cubicBezTo>
                <a:cubicBezTo>
                  <a:pt x="59" y="3677"/>
                  <a:pt x="49" y="3665"/>
                  <a:pt x="40" y="3652"/>
                </a:cubicBezTo>
                <a:cubicBezTo>
                  <a:pt x="31" y="3639"/>
                  <a:pt x="24" y="3626"/>
                  <a:pt x="18" y="3611"/>
                </a:cubicBezTo>
                <a:cubicBezTo>
                  <a:pt x="12" y="3597"/>
                  <a:pt x="8" y="3582"/>
                  <a:pt x="5" y="3567"/>
                </a:cubicBezTo>
                <a:cubicBezTo>
                  <a:pt x="2" y="3551"/>
                  <a:pt x="0" y="3536"/>
                  <a:pt x="0" y="3520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676080" y="4876560"/>
            <a:ext cx="10839960" cy="1352880"/>
          </a:xfrm>
          <a:custGeom>
            <a:avLst/>
            <a:gdLst/>
            <a:ahLst/>
            <a:rect l="0" t="0" r="r" b="b"/>
            <a:pathLst>
              <a:path w="30111" h="3758">
                <a:moveTo>
                  <a:pt x="0" y="3520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2"/>
                  <a:pt x="29964" y="18"/>
                </a:cubicBezTo>
                <a:cubicBezTo>
                  <a:pt x="29978" y="24"/>
                  <a:pt x="29992" y="32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6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520"/>
                </a:lnTo>
                <a:cubicBezTo>
                  <a:pt x="30111" y="3536"/>
                  <a:pt x="30109" y="3551"/>
                  <a:pt x="30106" y="3567"/>
                </a:cubicBezTo>
                <a:cubicBezTo>
                  <a:pt x="30103" y="3582"/>
                  <a:pt x="30098" y="3597"/>
                  <a:pt x="30092" y="3611"/>
                </a:cubicBezTo>
                <a:cubicBezTo>
                  <a:pt x="30087" y="3626"/>
                  <a:pt x="30079" y="3639"/>
                  <a:pt x="30070" y="3652"/>
                </a:cubicBezTo>
                <a:cubicBezTo>
                  <a:pt x="30062" y="3665"/>
                  <a:pt x="30052" y="3677"/>
                  <a:pt x="30041" y="3689"/>
                </a:cubicBezTo>
                <a:cubicBezTo>
                  <a:pt x="30030" y="3700"/>
                  <a:pt x="30018" y="3709"/>
                  <a:pt x="30005" y="3718"/>
                </a:cubicBezTo>
                <a:cubicBezTo>
                  <a:pt x="29992" y="3727"/>
                  <a:pt x="29978" y="3734"/>
                  <a:pt x="29964" y="3740"/>
                </a:cubicBezTo>
                <a:cubicBezTo>
                  <a:pt x="29949" y="3746"/>
                  <a:pt x="29934" y="3751"/>
                  <a:pt x="29919" y="3754"/>
                </a:cubicBezTo>
                <a:cubicBezTo>
                  <a:pt x="29904" y="3757"/>
                  <a:pt x="29888" y="3758"/>
                  <a:pt x="29872" y="3758"/>
                </a:cubicBezTo>
                <a:lnTo>
                  <a:pt x="238" y="3758"/>
                </a:lnTo>
                <a:cubicBezTo>
                  <a:pt x="223" y="3758"/>
                  <a:pt x="207" y="3757"/>
                  <a:pt x="192" y="3754"/>
                </a:cubicBezTo>
                <a:cubicBezTo>
                  <a:pt x="176" y="3751"/>
                  <a:pt x="161" y="3746"/>
                  <a:pt x="147" y="3740"/>
                </a:cubicBezTo>
                <a:cubicBezTo>
                  <a:pt x="133" y="3734"/>
                  <a:pt x="119" y="3727"/>
                  <a:pt x="106" y="3718"/>
                </a:cubicBezTo>
                <a:cubicBezTo>
                  <a:pt x="93" y="3709"/>
                  <a:pt x="81" y="3700"/>
                  <a:pt x="70" y="3689"/>
                </a:cubicBezTo>
                <a:cubicBezTo>
                  <a:pt x="59" y="3677"/>
                  <a:pt x="49" y="3665"/>
                  <a:pt x="40" y="3652"/>
                </a:cubicBezTo>
                <a:cubicBezTo>
                  <a:pt x="31" y="3639"/>
                  <a:pt x="24" y="3626"/>
                  <a:pt x="18" y="3611"/>
                </a:cubicBezTo>
                <a:cubicBezTo>
                  <a:pt x="12" y="3597"/>
                  <a:pt x="8" y="3582"/>
                  <a:pt x="5" y="3567"/>
                </a:cubicBezTo>
                <a:cubicBezTo>
                  <a:pt x="2" y="3551"/>
                  <a:pt x="0" y="3536"/>
                  <a:pt x="0" y="3520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66720" y="645840"/>
            <a:ext cx="8255001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GPU decoding: the NVDEC decoder cache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3867120" y="1409400"/>
            <a:ext cx="1819440" cy="352800"/>
          </a:xfrm>
          <a:custGeom>
            <a:avLst/>
            <a:gdLst/>
            <a:ahLst/>
            <a:rect l="0" t="0" r="r" b="b"/>
            <a:pathLst>
              <a:path w="5054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895" y="0"/>
                </a:lnTo>
                <a:cubicBezTo>
                  <a:pt x="4906" y="0"/>
                  <a:pt x="4916" y="1"/>
                  <a:pt x="4926" y="3"/>
                </a:cubicBezTo>
                <a:cubicBezTo>
                  <a:pt x="4937" y="5"/>
                  <a:pt x="4946" y="8"/>
                  <a:pt x="4956" y="12"/>
                </a:cubicBezTo>
                <a:cubicBezTo>
                  <a:pt x="4966" y="16"/>
                  <a:pt x="4975" y="21"/>
                  <a:pt x="4984" y="27"/>
                </a:cubicBezTo>
                <a:cubicBezTo>
                  <a:pt x="4992" y="33"/>
                  <a:pt x="5000" y="39"/>
                  <a:pt x="5008" y="47"/>
                </a:cubicBezTo>
                <a:cubicBezTo>
                  <a:pt x="5015" y="54"/>
                  <a:pt x="5022" y="62"/>
                  <a:pt x="5027" y="71"/>
                </a:cubicBezTo>
                <a:cubicBezTo>
                  <a:pt x="5033" y="80"/>
                  <a:pt x="5038" y="89"/>
                  <a:pt x="5042" y="98"/>
                </a:cubicBezTo>
                <a:cubicBezTo>
                  <a:pt x="5046" y="108"/>
                  <a:pt x="5049" y="118"/>
                  <a:pt x="5051" y="128"/>
                </a:cubicBezTo>
                <a:cubicBezTo>
                  <a:pt x="5053" y="138"/>
                  <a:pt x="5054" y="149"/>
                  <a:pt x="5054" y="159"/>
                </a:cubicBezTo>
                <a:lnTo>
                  <a:pt x="5054" y="822"/>
                </a:lnTo>
                <a:cubicBezTo>
                  <a:pt x="5054" y="832"/>
                  <a:pt x="5053" y="842"/>
                  <a:pt x="5051" y="853"/>
                </a:cubicBezTo>
                <a:cubicBezTo>
                  <a:pt x="5049" y="863"/>
                  <a:pt x="5046" y="873"/>
                  <a:pt x="5042" y="882"/>
                </a:cubicBezTo>
                <a:cubicBezTo>
                  <a:pt x="5038" y="892"/>
                  <a:pt x="5033" y="901"/>
                  <a:pt x="5027" y="910"/>
                </a:cubicBezTo>
                <a:cubicBezTo>
                  <a:pt x="5022" y="918"/>
                  <a:pt x="5015" y="926"/>
                  <a:pt x="5008" y="934"/>
                </a:cubicBezTo>
                <a:cubicBezTo>
                  <a:pt x="5000" y="941"/>
                  <a:pt x="4992" y="948"/>
                  <a:pt x="4984" y="954"/>
                </a:cubicBezTo>
                <a:cubicBezTo>
                  <a:pt x="4975" y="959"/>
                  <a:pt x="4966" y="964"/>
                  <a:pt x="4956" y="968"/>
                </a:cubicBezTo>
                <a:cubicBezTo>
                  <a:pt x="4946" y="972"/>
                  <a:pt x="4937" y="975"/>
                  <a:pt x="4926" y="977"/>
                </a:cubicBezTo>
                <a:cubicBezTo>
                  <a:pt x="4916" y="979"/>
                  <a:pt x="4906" y="980"/>
                  <a:pt x="4895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1" y="948"/>
                  <a:pt x="53" y="941"/>
                  <a:pt x="46" y="934"/>
                </a:cubicBezTo>
                <a:cubicBezTo>
                  <a:pt x="39" y="926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66720" y="1406520"/>
            <a:ext cx="345915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Creating and destructing a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960000" y="1456560"/>
            <a:ext cx="176670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5682960" y="1406520"/>
            <a:ext cx="237012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is very expensive!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666720" y="1806480"/>
            <a:ext cx="8822649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caches and reuses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 underlying hardware resources.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828720" y="2479680"/>
            <a:ext cx="691480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set_nvdec_cache_capacity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981000" y="36194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828720" y="2917800"/>
            <a:ext cx="753222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set_nvdec_cache_capacity(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64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default: 20 decoders per GPU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200240" y="3492360"/>
            <a:ext cx="96873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 cached decoder is reused for a new video with the same codec and frame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981000" y="4485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200240" y="3892320"/>
            <a:ext cx="336234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dimensions (LRU eviction)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200240" y="4359240"/>
            <a:ext cx="244982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tune the capacity!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95320" y="50223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895320" y="5352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895320" y="5352840"/>
            <a:ext cx="1133640" cy="10080"/>
          </a:xfrm>
          <a:custGeom>
            <a:avLst/>
            <a:gdLst/>
            <a:ahLst/>
            <a:rect l="0" t="0" r="r" b="b"/>
            <a:pathLst>
              <a:path w="3149" h="28">
                <a:moveTo>
                  <a:pt x="0" y="0"/>
                </a:moveTo>
                <a:lnTo>
                  <a:pt x="3149" y="0"/>
                </a:lnTo>
                <a:lnTo>
                  <a:pt x="31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019240" y="5352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028600" y="53528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3409920" y="53528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3419280" y="5352840"/>
            <a:ext cx="1076760" cy="10080"/>
          </a:xfrm>
          <a:custGeom>
            <a:avLst/>
            <a:gdLst/>
            <a:ah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4485960" y="5352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895320" y="57337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895320" y="5724360"/>
            <a:ext cx="1133640" cy="9720"/>
          </a:xfrm>
          <a:custGeom>
            <a:avLst/>
            <a:gdLst/>
            <a:ahLst/>
            <a:rect l="0" t="0" r="r" b="b"/>
            <a:pathLst>
              <a:path w="3149" h="27">
                <a:moveTo>
                  <a:pt x="0" y="0"/>
                </a:moveTo>
                <a:lnTo>
                  <a:pt x="3149" y="0"/>
                </a:lnTo>
                <a:lnTo>
                  <a:pt x="31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2019240" y="57337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028600" y="572436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3409920" y="57337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3419280" y="5724360"/>
            <a:ext cx="1076760" cy="9720"/>
          </a:xfrm>
          <a:custGeom>
            <a:avLst/>
            <a:gdLst/>
            <a:ah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4485960" y="5733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895320" y="6095880"/>
            <a:ext cx="1133640" cy="9720"/>
          </a:xfrm>
          <a:custGeom>
            <a:avLst/>
            <a:gdLst/>
            <a:ahLst/>
            <a:rect l="0" t="0" r="r" b="b"/>
            <a:pathLst>
              <a:path w="3149" h="27">
                <a:moveTo>
                  <a:pt x="0" y="0"/>
                </a:moveTo>
                <a:lnTo>
                  <a:pt x="3149" y="0"/>
                </a:lnTo>
                <a:lnTo>
                  <a:pt x="31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2028600" y="609588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3419280" y="6095880"/>
            <a:ext cx="1076760" cy="9720"/>
          </a:xfrm>
          <a:custGeom>
            <a:avLst/>
            <a:gdLst/>
            <a:ah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108800" y="5026320"/>
            <a:ext cx="7517059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create GPU decoder + decode 10 frames, 10s 1080p video (laptop: RTX 4080)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038240" y="5437800"/>
            <a:ext cx="91562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No cache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161440" y="5437800"/>
            <a:ext cx="121305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Warm cache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3553200" y="5437800"/>
            <a:ext cx="86935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Speedup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038240" y="5809320"/>
            <a:ext cx="67534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272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2161440" y="5809320"/>
            <a:ext cx="5610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24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553200" y="5809320"/>
            <a:ext cx="349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11×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4881240" y="5584320"/>
            <a:ext cx="683354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Matters even more when decoding many videos in parallel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676080" y="4962240"/>
            <a:ext cx="10839960" cy="1315080"/>
          </a:xfrm>
          <a:custGeom>
            <a:avLst/>
            <a:gdLst/>
            <a:ahLst/>
            <a:rect l="0" t="0" r="r" b="b"/>
            <a:pathLst>
              <a:path w="30111" h="3653">
                <a:moveTo>
                  <a:pt x="0" y="341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2"/>
                  <a:pt x="29964" y="18"/>
                </a:cubicBezTo>
                <a:cubicBezTo>
                  <a:pt x="29978" y="24"/>
                  <a:pt x="29992" y="32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7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414"/>
                </a:lnTo>
                <a:cubicBezTo>
                  <a:pt x="30111" y="3430"/>
                  <a:pt x="30109" y="3446"/>
                  <a:pt x="30106" y="3461"/>
                </a:cubicBezTo>
                <a:cubicBezTo>
                  <a:pt x="30103" y="3476"/>
                  <a:pt x="30098" y="3491"/>
                  <a:pt x="30092" y="3506"/>
                </a:cubicBezTo>
                <a:cubicBezTo>
                  <a:pt x="30087" y="3520"/>
                  <a:pt x="30079" y="3534"/>
                  <a:pt x="30070" y="3547"/>
                </a:cubicBezTo>
                <a:cubicBezTo>
                  <a:pt x="30062" y="3560"/>
                  <a:pt x="30052" y="3572"/>
                  <a:pt x="30041" y="3583"/>
                </a:cubicBezTo>
                <a:cubicBezTo>
                  <a:pt x="30030" y="3594"/>
                  <a:pt x="30018" y="3604"/>
                  <a:pt x="30005" y="3612"/>
                </a:cubicBezTo>
                <a:cubicBezTo>
                  <a:pt x="29992" y="3621"/>
                  <a:pt x="29978" y="3628"/>
                  <a:pt x="29964" y="3634"/>
                </a:cubicBezTo>
                <a:cubicBezTo>
                  <a:pt x="29949" y="3640"/>
                  <a:pt x="29934" y="3645"/>
                  <a:pt x="29919" y="3648"/>
                </a:cubicBezTo>
                <a:cubicBezTo>
                  <a:pt x="29904" y="3651"/>
                  <a:pt x="29888" y="3653"/>
                  <a:pt x="29872" y="3653"/>
                </a:cubicBezTo>
                <a:lnTo>
                  <a:pt x="238" y="3653"/>
                </a:lnTo>
                <a:cubicBezTo>
                  <a:pt x="223" y="3653"/>
                  <a:pt x="207" y="3651"/>
                  <a:pt x="192" y="3648"/>
                </a:cubicBezTo>
                <a:cubicBezTo>
                  <a:pt x="176" y="3645"/>
                  <a:pt x="161" y="3640"/>
                  <a:pt x="147" y="3634"/>
                </a:cubicBezTo>
                <a:cubicBezTo>
                  <a:pt x="133" y="3628"/>
                  <a:pt x="119" y="3621"/>
                  <a:pt x="106" y="3612"/>
                </a:cubicBezTo>
                <a:cubicBezTo>
                  <a:pt x="93" y="3604"/>
                  <a:pt x="81" y="3594"/>
                  <a:pt x="70" y="3583"/>
                </a:cubicBezTo>
                <a:cubicBezTo>
                  <a:pt x="59" y="3572"/>
                  <a:pt x="49" y="3560"/>
                  <a:pt x="40" y="3547"/>
                </a:cubicBezTo>
                <a:cubicBezTo>
                  <a:pt x="31" y="3534"/>
                  <a:pt x="24" y="3520"/>
                  <a:pt x="18" y="3506"/>
                </a:cubicBezTo>
                <a:cubicBezTo>
                  <a:pt x="12" y="3491"/>
                  <a:pt x="8" y="3476"/>
                  <a:pt x="5" y="3461"/>
                </a:cubicBezTo>
                <a:cubicBezTo>
                  <a:pt x="2" y="3446"/>
                  <a:pt x="0" y="3430"/>
                  <a:pt x="0" y="3414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676080" y="4962240"/>
            <a:ext cx="10839960" cy="1315080"/>
          </a:xfrm>
          <a:custGeom>
            <a:avLst/>
            <a:gdLst/>
            <a:ahLst/>
            <a:rect l="0" t="0" r="r" b="b"/>
            <a:pathLst>
              <a:path w="30111" h="3653">
                <a:moveTo>
                  <a:pt x="0" y="341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2"/>
                  <a:pt x="29964" y="18"/>
                </a:cubicBezTo>
                <a:cubicBezTo>
                  <a:pt x="29978" y="24"/>
                  <a:pt x="29992" y="32"/>
                  <a:pt x="30005" y="40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7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414"/>
                </a:lnTo>
                <a:cubicBezTo>
                  <a:pt x="30111" y="3430"/>
                  <a:pt x="30109" y="3446"/>
                  <a:pt x="30106" y="3461"/>
                </a:cubicBezTo>
                <a:cubicBezTo>
                  <a:pt x="30103" y="3476"/>
                  <a:pt x="30098" y="3491"/>
                  <a:pt x="30092" y="3506"/>
                </a:cubicBezTo>
                <a:cubicBezTo>
                  <a:pt x="30087" y="3520"/>
                  <a:pt x="30079" y="3534"/>
                  <a:pt x="30070" y="3547"/>
                </a:cubicBezTo>
                <a:cubicBezTo>
                  <a:pt x="30062" y="3560"/>
                  <a:pt x="30052" y="3572"/>
                  <a:pt x="30041" y="3583"/>
                </a:cubicBezTo>
                <a:cubicBezTo>
                  <a:pt x="30030" y="3594"/>
                  <a:pt x="30018" y="3604"/>
                  <a:pt x="30005" y="3612"/>
                </a:cubicBezTo>
                <a:cubicBezTo>
                  <a:pt x="29992" y="3621"/>
                  <a:pt x="29978" y="3628"/>
                  <a:pt x="29964" y="3634"/>
                </a:cubicBezTo>
                <a:cubicBezTo>
                  <a:pt x="29949" y="3640"/>
                  <a:pt x="29934" y="3645"/>
                  <a:pt x="29919" y="3648"/>
                </a:cubicBezTo>
                <a:cubicBezTo>
                  <a:pt x="29904" y="3651"/>
                  <a:pt x="29888" y="3653"/>
                  <a:pt x="29872" y="3653"/>
                </a:cubicBezTo>
                <a:lnTo>
                  <a:pt x="238" y="3653"/>
                </a:lnTo>
                <a:cubicBezTo>
                  <a:pt x="223" y="3653"/>
                  <a:pt x="207" y="3651"/>
                  <a:pt x="192" y="3648"/>
                </a:cubicBezTo>
                <a:cubicBezTo>
                  <a:pt x="176" y="3645"/>
                  <a:pt x="161" y="3640"/>
                  <a:pt x="147" y="3634"/>
                </a:cubicBezTo>
                <a:cubicBezTo>
                  <a:pt x="133" y="3628"/>
                  <a:pt x="119" y="3621"/>
                  <a:pt x="106" y="3612"/>
                </a:cubicBezTo>
                <a:cubicBezTo>
                  <a:pt x="93" y="3604"/>
                  <a:pt x="81" y="3594"/>
                  <a:pt x="70" y="3583"/>
                </a:cubicBezTo>
                <a:cubicBezTo>
                  <a:pt x="59" y="3572"/>
                  <a:pt x="49" y="3560"/>
                  <a:pt x="40" y="3547"/>
                </a:cubicBezTo>
                <a:cubicBezTo>
                  <a:pt x="31" y="3534"/>
                  <a:pt x="24" y="3520"/>
                  <a:pt x="18" y="3506"/>
                </a:cubicBezTo>
                <a:cubicBezTo>
                  <a:pt x="12" y="3491"/>
                  <a:pt x="8" y="3476"/>
                  <a:pt x="5" y="3461"/>
                </a:cubicBezTo>
                <a:cubicBezTo>
                  <a:pt x="2" y="3446"/>
                  <a:pt x="0" y="3430"/>
                  <a:pt x="0" y="3414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895320" y="54003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895320" y="540036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133360" y="54003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143080" y="540036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485880" y="54003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3495600" y="540036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086080" y="540036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095800" y="540036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7219800" y="540036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895320" y="5781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895320" y="577188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133360" y="5781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143080" y="577188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3485880" y="5781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3495600" y="577188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086080" y="5781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095800" y="577188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219800" y="5781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895320" y="6143400"/>
            <a:ext cx="1248120" cy="10080"/>
          </a:xfrm>
          <a:custGeom>
            <a:avLst/>
            <a:gdLst/>
            <a:ahLst/>
            <a:rect l="0" t="0" r="r" b="b"/>
            <a:pathLst>
              <a:path w="3467" h="28">
                <a:moveTo>
                  <a:pt x="0" y="0"/>
                </a:moveTo>
                <a:lnTo>
                  <a:pt x="3467" y="0"/>
                </a:lnTo>
                <a:lnTo>
                  <a:pt x="34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143080" y="614340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3495600" y="614340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095800" y="614340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676080" y="1323720"/>
            <a:ext cx="5353560" cy="1724400"/>
          </a:xfrm>
          <a:custGeom>
            <a:avLst/>
            <a:gdLst/>
            <a:ahLst/>
            <a:rect l="0" t="0" r="r" b="b"/>
            <a:pathLst>
              <a:path w="14871" h="4790">
                <a:moveTo>
                  <a:pt x="0" y="449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8"/>
                  <a:pt x="22" y="180"/>
                </a:cubicBezTo>
                <a:cubicBezTo>
                  <a:pt x="30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580" y="0"/>
                </a:lnTo>
                <a:cubicBezTo>
                  <a:pt x="14599" y="0"/>
                  <a:pt x="14618" y="2"/>
                  <a:pt x="14636" y="6"/>
                </a:cubicBezTo>
                <a:cubicBezTo>
                  <a:pt x="14655" y="10"/>
                  <a:pt x="14673" y="15"/>
                  <a:pt x="14691" y="22"/>
                </a:cubicBezTo>
                <a:cubicBezTo>
                  <a:pt x="14709" y="30"/>
                  <a:pt x="14725" y="39"/>
                  <a:pt x="14741" y="49"/>
                </a:cubicBezTo>
                <a:cubicBezTo>
                  <a:pt x="14757" y="60"/>
                  <a:pt x="14772" y="72"/>
                  <a:pt x="14785" y="85"/>
                </a:cubicBezTo>
                <a:cubicBezTo>
                  <a:pt x="14799" y="99"/>
                  <a:pt x="14811" y="114"/>
                  <a:pt x="14822" y="130"/>
                </a:cubicBezTo>
                <a:cubicBezTo>
                  <a:pt x="14832" y="145"/>
                  <a:pt x="14841" y="162"/>
                  <a:pt x="14848" y="180"/>
                </a:cubicBezTo>
                <a:cubicBezTo>
                  <a:pt x="14856" y="198"/>
                  <a:pt x="14861" y="216"/>
                  <a:pt x="14865" y="234"/>
                </a:cubicBezTo>
                <a:cubicBezTo>
                  <a:pt x="14869" y="253"/>
                  <a:pt x="14871" y="272"/>
                  <a:pt x="14871" y="291"/>
                </a:cubicBezTo>
                <a:lnTo>
                  <a:pt x="14871" y="4499"/>
                </a:lnTo>
                <a:cubicBezTo>
                  <a:pt x="14871" y="4518"/>
                  <a:pt x="14869" y="4537"/>
                  <a:pt x="14865" y="4556"/>
                </a:cubicBezTo>
                <a:cubicBezTo>
                  <a:pt x="14861" y="4575"/>
                  <a:pt x="14856" y="4593"/>
                  <a:pt x="14848" y="4611"/>
                </a:cubicBezTo>
                <a:cubicBezTo>
                  <a:pt x="14841" y="4628"/>
                  <a:pt x="14832" y="4645"/>
                  <a:pt x="14822" y="4661"/>
                </a:cubicBezTo>
                <a:cubicBezTo>
                  <a:pt x="14811" y="4677"/>
                  <a:pt x="14799" y="4691"/>
                  <a:pt x="14785" y="4705"/>
                </a:cubicBezTo>
                <a:cubicBezTo>
                  <a:pt x="14772" y="4718"/>
                  <a:pt x="14757" y="4730"/>
                  <a:pt x="14741" y="4741"/>
                </a:cubicBezTo>
                <a:cubicBezTo>
                  <a:pt x="14725" y="4752"/>
                  <a:pt x="14709" y="4761"/>
                  <a:pt x="14691" y="4768"/>
                </a:cubicBezTo>
                <a:cubicBezTo>
                  <a:pt x="14673" y="4775"/>
                  <a:pt x="14655" y="4781"/>
                  <a:pt x="14636" y="4785"/>
                </a:cubicBezTo>
                <a:cubicBezTo>
                  <a:pt x="14618" y="4788"/>
                  <a:pt x="14599" y="4790"/>
                  <a:pt x="14580" y="4790"/>
                </a:cubicBezTo>
                <a:lnTo>
                  <a:pt x="291" y="4790"/>
                </a:lnTo>
                <a:cubicBezTo>
                  <a:pt x="272" y="4790"/>
                  <a:pt x="253" y="4788"/>
                  <a:pt x="234" y="4785"/>
                </a:cubicBezTo>
                <a:cubicBezTo>
                  <a:pt x="216" y="4781"/>
                  <a:pt x="197" y="4775"/>
                  <a:pt x="180" y="4768"/>
                </a:cubicBezTo>
                <a:cubicBezTo>
                  <a:pt x="162" y="4761"/>
                  <a:pt x="145" y="4752"/>
                  <a:pt x="129" y="4741"/>
                </a:cubicBezTo>
                <a:cubicBezTo>
                  <a:pt x="113" y="4730"/>
                  <a:pt x="99" y="4718"/>
                  <a:pt x="85" y="4705"/>
                </a:cubicBezTo>
                <a:cubicBezTo>
                  <a:pt x="72" y="4691"/>
                  <a:pt x="60" y="4677"/>
                  <a:pt x="49" y="4661"/>
                </a:cubicBezTo>
                <a:cubicBezTo>
                  <a:pt x="38" y="4645"/>
                  <a:pt x="30" y="4628"/>
                  <a:pt x="22" y="4611"/>
                </a:cubicBezTo>
                <a:cubicBezTo>
                  <a:pt x="15" y="4593"/>
                  <a:pt x="9" y="4575"/>
                  <a:pt x="6" y="4556"/>
                </a:cubicBezTo>
                <a:cubicBezTo>
                  <a:pt x="2" y="4537"/>
                  <a:pt x="0" y="4518"/>
                  <a:pt x="0" y="449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847440" y="2009520"/>
            <a:ext cx="5010480" cy="362520"/>
          </a:xfrm>
          <a:custGeom>
            <a:avLst/>
            <a:gdLst/>
            <a:ahLst/>
            <a:rect l="0" t="0" r="r" b="b"/>
            <a:pathLst>
              <a:path w="13918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3733" y="0"/>
                </a:lnTo>
                <a:cubicBezTo>
                  <a:pt x="13745" y="0"/>
                  <a:pt x="13757" y="1"/>
                  <a:pt x="13769" y="4"/>
                </a:cubicBezTo>
                <a:cubicBezTo>
                  <a:pt x="13781" y="6"/>
                  <a:pt x="13793" y="10"/>
                  <a:pt x="13804" y="14"/>
                </a:cubicBezTo>
                <a:cubicBezTo>
                  <a:pt x="13815" y="19"/>
                  <a:pt x="13826" y="25"/>
                  <a:pt x="13836" y="31"/>
                </a:cubicBezTo>
                <a:cubicBezTo>
                  <a:pt x="13846" y="38"/>
                  <a:pt x="13856" y="46"/>
                  <a:pt x="13864" y="54"/>
                </a:cubicBezTo>
                <a:cubicBezTo>
                  <a:pt x="13873" y="63"/>
                  <a:pt x="13880" y="72"/>
                  <a:pt x="13887" y="83"/>
                </a:cubicBezTo>
                <a:cubicBezTo>
                  <a:pt x="13894" y="93"/>
                  <a:pt x="13900" y="103"/>
                  <a:pt x="13904" y="115"/>
                </a:cubicBezTo>
                <a:cubicBezTo>
                  <a:pt x="13909" y="126"/>
                  <a:pt x="13912" y="137"/>
                  <a:pt x="13915" y="149"/>
                </a:cubicBezTo>
                <a:cubicBezTo>
                  <a:pt x="13917" y="161"/>
                  <a:pt x="13918" y="173"/>
                  <a:pt x="13918" y="185"/>
                </a:cubicBezTo>
                <a:lnTo>
                  <a:pt x="13918" y="820"/>
                </a:lnTo>
                <a:cubicBezTo>
                  <a:pt x="13918" y="833"/>
                  <a:pt x="13917" y="845"/>
                  <a:pt x="13915" y="857"/>
                </a:cubicBezTo>
                <a:cubicBezTo>
                  <a:pt x="13912" y="868"/>
                  <a:pt x="13909" y="880"/>
                  <a:pt x="13904" y="891"/>
                </a:cubicBezTo>
                <a:cubicBezTo>
                  <a:pt x="13900" y="903"/>
                  <a:pt x="13894" y="913"/>
                  <a:pt x="13887" y="923"/>
                </a:cubicBezTo>
                <a:cubicBezTo>
                  <a:pt x="13880" y="933"/>
                  <a:pt x="13873" y="943"/>
                  <a:pt x="13864" y="952"/>
                </a:cubicBezTo>
                <a:cubicBezTo>
                  <a:pt x="13856" y="961"/>
                  <a:pt x="13846" y="969"/>
                  <a:pt x="13836" y="975"/>
                </a:cubicBezTo>
                <a:cubicBezTo>
                  <a:pt x="13826" y="982"/>
                  <a:pt x="13815" y="988"/>
                  <a:pt x="13804" y="993"/>
                </a:cubicBezTo>
                <a:cubicBezTo>
                  <a:pt x="13793" y="997"/>
                  <a:pt x="13781" y="1001"/>
                  <a:pt x="13769" y="1003"/>
                </a:cubicBezTo>
                <a:cubicBezTo>
                  <a:pt x="13757" y="1005"/>
                  <a:pt x="13745" y="1007"/>
                  <a:pt x="13733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5" y="993"/>
                </a:cubicBezTo>
                <a:cubicBezTo>
                  <a:pt x="103" y="988"/>
                  <a:pt x="93" y="982"/>
                  <a:pt x="83" y="975"/>
                </a:cubicBezTo>
                <a:cubicBezTo>
                  <a:pt x="72" y="969"/>
                  <a:pt x="63" y="961"/>
                  <a:pt x="55" y="952"/>
                </a:cubicBezTo>
                <a:cubicBezTo>
                  <a:pt x="46" y="943"/>
                  <a:pt x="38" y="933"/>
                  <a:pt x="32" y="923"/>
                </a:cubicBezTo>
                <a:cubicBezTo>
                  <a:pt x="25" y="913"/>
                  <a:pt x="19" y="903"/>
                  <a:pt x="14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847440" y="2009520"/>
            <a:ext cx="5010480" cy="362520"/>
          </a:xfrm>
          <a:custGeom>
            <a:avLst/>
            <a:gdLst/>
            <a:ahLst/>
            <a:rect l="0" t="0" r="r" b="b"/>
            <a:pathLst>
              <a:path w="13918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3733" y="0"/>
                </a:lnTo>
                <a:cubicBezTo>
                  <a:pt x="13745" y="0"/>
                  <a:pt x="13757" y="1"/>
                  <a:pt x="13769" y="4"/>
                </a:cubicBezTo>
                <a:cubicBezTo>
                  <a:pt x="13781" y="6"/>
                  <a:pt x="13793" y="10"/>
                  <a:pt x="13804" y="14"/>
                </a:cubicBezTo>
                <a:cubicBezTo>
                  <a:pt x="13815" y="19"/>
                  <a:pt x="13826" y="25"/>
                  <a:pt x="13836" y="31"/>
                </a:cubicBezTo>
                <a:cubicBezTo>
                  <a:pt x="13846" y="38"/>
                  <a:pt x="13856" y="46"/>
                  <a:pt x="13864" y="54"/>
                </a:cubicBezTo>
                <a:cubicBezTo>
                  <a:pt x="13873" y="63"/>
                  <a:pt x="13880" y="72"/>
                  <a:pt x="13887" y="83"/>
                </a:cubicBezTo>
                <a:cubicBezTo>
                  <a:pt x="13894" y="93"/>
                  <a:pt x="13900" y="103"/>
                  <a:pt x="13904" y="115"/>
                </a:cubicBezTo>
                <a:cubicBezTo>
                  <a:pt x="13909" y="126"/>
                  <a:pt x="13912" y="137"/>
                  <a:pt x="13915" y="149"/>
                </a:cubicBezTo>
                <a:cubicBezTo>
                  <a:pt x="13917" y="161"/>
                  <a:pt x="13918" y="173"/>
                  <a:pt x="13918" y="185"/>
                </a:cubicBezTo>
                <a:lnTo>
                  <a:pt x="13918" y="820"/>
                </a:lnTo>
                <a:cubicBezTo>
                  <a:pt x="13918" y="833"/>
                  <a:pt x="13917" y="845"/>
                  <a:pt x="13915" y="857"/>
                </a:cubicBezTo>
                <a:cubicBezTo>
                  <a:pt x="13912" y="868"/>
                  <a:pt x="13909" y="880"/>
                  <a:pt x="13904" y="891"/>
                </a:cubicBezTo>
                <a:cubicBezTo>
                  <a:pt x="13900" y="903"/>
                  <a:pt x="13894" y="913"/>
                  <a:pt x="13887" y="923"/>
                </a:cubicBezTo>
                <a:cubicBezTo>
                  <a:pt x="13880" y="933"/>
                  <a:pt x="13873" y="943"/>
                  <a:pt x="13864" y="952"/>
                </a:cubicBezTo>
                <a:cubicBezTo>
                  <a:pt x="13856" y="961"/>
                  <a:pt x="13846" y="969"/>
                  <a:pt x="13836" y="975"/>
                </a:cubicBezTo>
                <a:cubicBezTo>
                  <a:pt x="13826" y="982"/>
                  <a:pt x="13815" y="988"/>
                  <a:pt x="13804" y="993"/>
                </a:cubicBezTo>
                <a:cubicBezTo>
                  <a:pt x="13793" y="997"/>
                  <a:pt x="13781" y="1001"/>
                  <a:pt x="13769" y="1003"/>
                </a:cubicBezTo>
                <a:cubicBezTo>
                  <a:pt x="13757" y="1005"/>
                  <a:pt x="13745" y="1007"/>
                  <a:pt x="13733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5" y="993"/>
                </a:cubicBezTo>
                <a:cubicBezTo>
                  <a:pt x="103" y="988"/>
                  <a:pt x="93" y="982"/>
                  <a:pt x="83" y="975"/>
                </a:cubicBezTo>
                <a:cubicBezTo>
                  <a:pt x="72" y="969"/>
                  <a:pt x="63" y="961"/>
                  <a:pt x="55" y="952"/>
                </a:cubicBezTo>
                <a:cubicBezTo>
                  <a:pt x="46" y="943"/>
                  <a:pt x="38" y="933"/>
                  <a:pt x="32" y="923"/>
                </a:cubicBezTo>
                <a:cubicBezTo>
                  <a:pt x="25" y="913"/>
                  <a:pt x="19" y="903"/>
                  <a:pt x="14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666720" y="598320"/>
            <a:ext cx="5946696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Parallel decoding: 4 strategies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838080" y="1443960"/>
            <a:ext cx="225892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026000" y="1448640"/>
            <a:ext cx="4124001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One long video</a:t>
            </a:r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one decoder per chunk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838080" y="1803240"/>
            <a:ext cx="462672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video 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095200" y="2019240"/>
            <a:ext cx="19440" cy="343080"/>
          </a:xfrm>
          <a:custGeom>
            <a:avLst/>
            <a:gdLst/>
            <a:ahLst/>
            <a:rect l="0" t="0" r="r" b="b"/>
            <a:pathLst>
              <a:path w="54" h="953">
                <a:moveTo>
                  <a:pt x="0" y="953"/>
                </a:moveTo>
                <a:lnTo>
                  <a:pt x="0" y="794"/>
                </a:lnTo>
                <a:lnTo>
                  <a:pt x="54" y="794"/>
                </a:lnTo>
                <a:lnTo>
                  <a:pt x="54" y="953"/>
                </a:lnTo>
                <a:lnTo>
                  <a:pt x="0" y="953"/>
                </a:lnTo>
                <a:moveTo>
                  <a:pt x="54" y="0"/>
                </a:moveTo>
                <a:lnTo>
                  <a:pt x="54" y="158"/>
                </a:lnTo>
                <a:lnTo>
                  <a:pt x="0" y="158"/>
                </a:lnTo>
                <a:lnTo>
                  <a:pt x="0" y="0"/>
                </a:lnTo>
                <a:lnTo>
                  <a:pt x="54" y="0"/>
                </a:lnTo>
                <a:moveTo>
                  <a:pt x="54" y="264"/>
                </a:moveTo>
                <a:lnTo>
                  <a:pt x="54" y="423"/>
                </a:lnTo>
                <a:lnTo>
                  <a:pt x="0" y="423"/>
                </a:lnTo>
                <a:lnTo>
                  <a:pt x="0" y="264"/>
                </a:lnTo>
                <a:lnTo>
                  <a:pt x="54" y="264"/>
                </a:lnTo>
                <a:moveTo>
                  <a:pt x="54" y="529"/>
                </a:moveTo>
                <a:lnTo>
                  <a:pt x="54" y="689"/>
                </a:lnTo>
                <a:lnTo>
                  <a:pt x="0" y="689"/>
                </a:lnTo>
                <a:lnTo>
                  <a:pt x="0" y="529"/>
                </a:lnTo>
                <a:lnTo>
                  <a:pt x="54" y="529"/>
                </a:ln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207080" y="2100600"/>
            <a:ext cx="5773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chunk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3342960" y="2019240"/>
            <a:ext cx="19440" cy="343080"/>
          </a:xfrm>
          <a:custGeom>
            <a:avLst/>
            <a:gdLst/>
            <a:ahLst/>
            <a:rect l="0" t="0" r="r" b="b"/>
            <a:pathLst>
              <a:path w="54" h="953">
                <a:moveTo>
                  <a:pt x="0" y="953"/>
                </a:moveTo>
                <a:lnTo>
                  <a:pt x="0" y="794"/>
                </a:lnTo>
                <a:lnTo>
                  <a:pt x="54" y="794"/>
                </a:lnTo>
                <a:lnTo>
                  <a:pt x="54" y="953"/>
                </a:lnTo>
                <a:lnTo>
                  <a:pt x="0" y="953"/>
                </a:lnTo>
                <a:moveTo>
                  <a:pt x="54" y="0"/>
                </a:moveTo>
                <a:lnTo>
                  <a:pt x="54" y="158"/>
                </a:lnTo>
                <a:lnTo>
                  <a:pt x="0" y="158"/>
                </a:lnTo>
                <a:lnTo>
                  <a:pt x="0" y="0"/>
                </a:lnTo>
                <a:lnTo>
                  <a:pt x="54" y="0"/>
                </a:lnTo>
                <a:moveTo>
                  <a:pt x="54" y="264"/>
                </a:moveTo>
                <a:lnTo>
                  <a:pt x="54" y="423"/>
                </a:lnTo>
                <a:lnTo>
                  <a:pt x="0" y="423"/>
                </a:lnTo>
                <a:lnTo>
                  <a:pt x="0" y="264"/>
                </a:lnTo>
                <a:lnTo>
                  <a:pt x="54" y="264"/>
                </a:lnTo>
                <a:moveTo>
                  <a:pt x="54" y="529"/>
                </a:moveTo>
                <a:lnTo>
                  <a:pt x="54" y="689"/>
                </a:lnTo>
                <a:lnTo>
                  <a:pt x="0" y="689"/>
                </a:lnTo>
                <a:lnTo>
                  <a:pt x="0" y="529"/>
                </a:lnTo>
                <a:lnTo>
                  <a:pt x="54" y="529"/>
                </a:ln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459520" y="2100600"/>
            <a:ext cx="5773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chunk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4600440" y="2019240"/>
            <a:ext cx="19440" cy="343080"/>
          </a:xfrm>
          <a:custGeom>
            <a:avLst/>
            <a:gdLst/>
            <a:ahLst/>
            <a:rect l="0" t="0" r="r" b="b"/>
            <a:pathLst>
              <a:path w="54" h="953">
                <a:moveTo>
                  <a:pt x="0" y="953"/>
                </a:moveTo>
                <a:lnTo>
                  <a:pt x="0" y="794"/>
                </a:lnTo>
                <a:lnTo>
                  <a:pt x="54" y="794"/>
                </a:lnTo>
                <a:lnTo>
                  <a:pt x="54" y="953"/>
                </a:lnTo>
                <a:lnTo>
                  <a:pt x="0" y="953"/>
                </a:lnTo>
                <a:moveTo>
                  <a:pt x="54" y="0"/>
                </a:moveTo>
                <a:lnTo>
                  <a:pt x="54" y="158"/>
                </a:lnTo>
                <a:lnTo>
                  <a:pt x="0" y="158"/>
                </a:lnTo>
                <a:lnTo>
                  <a:pt x="0" y="0"/>
                </a:lnTo>
                <a:lnTo>
                  <a:pt x="54" y="0"/>
                </a:lnTo>
                <a:moveTo>
                  <a:pt x="54" y="264"/>
                </a:moveTo>
                <a:lnTo>
                  <a:pt x="54" y="423"/>
                </a:lnTo>
                <a:lnTo>
                  <a:pt x="0" y="423"/>
                </a:lnTo>
                <a:lnTo>
                  <a:pt x="0" y="264"/>
                </a:lnTo>
                <a:lnTo>
                  <a:pt x="54" y="264"/>
                </a:lnTo>
                <a:moveTo>
                  <a:pt x="54" y="529"/>
                </a:moveTo>
                <a:lnTo>
                  <a:pt x="54" y="689"/>
                </a:lnTo>
                <a:lnTo>
                  <a:pt x="0" y="689"/>
                </a:lnTo>
                <a:lnTo>
                  <a:pt x="0" y="529"/>
                </a:lnTo>
                <a:lnTo>
                  <a:pt x="54" y="529"/>
                </a:ln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711960" y="2100600"/>
            <a:ext cx="5773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chunk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84744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2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2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3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84744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2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2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3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964760" y="2100600"/>
            <a:ext cx="577368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chunk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37628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13336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13336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94356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266220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41928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341928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22948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394812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470520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4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4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470520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4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4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51540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23404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162480" y="1323720"/>
            <a:ext cx="5353560" cy="1724400"/>
          </a:xfrm>
          <a:custGeom>
            <a:avLst/>
            <a:gdLst/>
            <a:ahLst/>
            <a:rect l="0" t="0" r="r" b="b"/>
            <a:pathLst>
              <a:path w="14871" h="4790">
                <a:moveTo>
                  <a:pt x="0" y="4499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6"/>
                  <a:pt x="15" y="198"/>
                  <a:pt x="22" y="180"/>
                </a:cubicBezTo>
                <a:cubicBezTo>
                  <a:pt x="30" y="162"/>
                  <a:pt x="38" y="145"/>
                  <a:pt x="49" y="130"/>
                </a:cubicBezTo>
                <a:cubicBezTo>
                  <a:pt x="60" y="114"/>
                  <a:pt x="72" y="99"/>
                  <a:pt x="85" y="85"/>
                </a:cubicBezTo>
                <a:cubicBezTo>
                  <a:pt x="99" y="72"/>
                  <a:pt x="113" y="60"/>
                  <a:pt x="129" y="49"/>
                </a:cubicBezTo>
                <a:cubicBezTo>
                  <a:pt x="145" y="39"/>
                  <a:pt x="162" y="30"/>
                  <a:pt x="180" y="22"/>
                </a:cubicBezTo>
                <a:cubicBezTo>
                  <a:pt x="197" y="15"/>
                  <a:pt x="216" y="10"/>
                  <a:pt x="234" y="6"/>
                </a:cubicBezTo>
                <a:cubicBezTo>
                  <a:pt x="253" y="2"/>
                  <a:pt x="272" y="0"/>
                  <a:pt x="291" y="0"/>
                </a:cubicBezTo>
                <a:lnTo>
                  <a:pt x="14580" y="0"/>
                </a:lnTo>
                <a:cubicBezTo>
                  <a:pt x="14599" y="0"/>
                  <a:pt x="14618" y="2"/>
                  <a:pt x="14636" y="6"/>
                </a:cubicBezTo>
                <a:cubicBezTo>
                  <a:pt x="14655" y="10"/>
                  <a:pt x="14673" y="15"/>
                  <a:pt x="14691" y="22"/>
                </a:cubicBezTo>
                <a:cubicBezTo>
                  <a:pt x="14709" y="30"/>
                  <a:pt x="14725" y="39"/>
                  <a:pt x="14741" y="49"/>
                </a:cubicBezTo>
                <a:cubicBezTo>
                  <a:pt x="14757" y="60"/>
                  <a:pt x="14772" y="72"/>
                  <a:pt x="14785" y="85"/>
                </a:cubicBezTo>
                <a:cubicBezTo>
                  <a:pt x="14799" y="99"/>
                  <a:pt x="14811" y="114"/>
                  <a:pt x="14822" y="130"/>
                </a:cubicBezTo>
                <a:cubicBezTo>
                  <a:pt x="14832" y="145"/>
                  <a:pt x="14841" y="162"/>
                  <a:pt x="14848" y="180"/>
                </a:cubicBezTo>
                <a:cubicBezTo>
                  <a:pt x="14856" y="198"/>
                  <a:pt x="14861" y="216"/>
                  <a:pt x="14865" y="234"/>
                </a:cubicBezTo>
                <a:cubicBezTo>
                  <a:pt x="14869" y="253"/>
                  <a:pt x="14871" y="272"/>
                  <a:pt x="14871" y="291"/>
                </a:cubicBezTo>
                <a:lnTo>
                  <a:pt x="14871" y="4499"/>
                </a:lnTo>
                <a:cubicBezTo>
                  <a:pt x="14871" y="4518"/>
                  <a:pt x="14869" y="4537"/>
                  <a:pt x="14865" y="4556"/>
                </a:cubicBezTo>
                <a:cubicBezTo>
                  <a:pt x="14861" y="4575"/>
                  <a:pt x="14856" y="4593"/>
                  <a:pt x="14848" y="4611"/>
                </a:cubicBezTo>
                <a:cubicBezTo>
                  <a:pt x="14841" y="4628"/>
                  <a:pt x="14832" y="4645"/>
                  <a:pt x="14822" y="4661"/>
                </a:cubicBezTo>
                <a:cubicBezTo>
                  <a:pt x="14811" y="4677"/>
                  <a:pt x="14799" y="4691"/>
                  <a:pt x="14785" y="4705"/>
                </a:cubicBezTo>
                <a:cubicBezTo>
                  <a:pt x="14772" y="4718"/>
                  <a:pt x="14757" y="4730"/>
                  <a:pt x="14741" y="4741"/>
                </a:cubicBezTo>
                <a:cubicBezTo>
                  <a:pt x="14725" y="4752"/>
                  <a:pt x="14709" y="4761"/>
                  <a:pt x="14691" y="4768"/>
                </a:cubicBezTo>
                <a:cubicBezTo>
                  <a:pt x="14673" y="4775"/>
                  <a:pt x="14655" y="4781"/>
                  <a:pt x="14636" y="4785"/>
                </a:cubicBezTo>
                <a:cubicBezTo>
                  <a:pt x="14618" y="4788"/>
                  <a:pt x="14599" y="4790"/>
                  <a:pt x="14580" y="4790"/>
                </a:cubicBezTo>
                <a:lnTo>
                  <a:pt x="291" y="4790"/>
                </a:lnTo>
                <a:cubicBezTo>
                  <a:pt x="272" y="4790"/>
                  <a:pt x="253" y="4788"/>
                  <a:pt x="234" y="4785"/>
                </a:cubicBezTo>
                <a:cubicBezTo>
                  <a:pt x="216" y="4781"/>
                  <a:pt x="197" y="4775"/>
                  <a:pt x="180" y="4768"/>
                </a:cubicBezTo>
                <a:cubicBezTo>
                  <a:pt x="162" y="4761"/>
                  <a:pt x="145" y="4752"/>
                  <a:pt x="129" y="4741"/>
                </a:cubicBezTo>
                <a:cubicBezTo>
                  <a:pt x="113" y="4730"/>
                  <a:pt x="99" y="4718"/>
                  <a:pt x="85" y="4705"/>
                </a:cubicBezTo>
                <a:cubicBezTo>
                  <a:pt x="72" y="4691"/>
                  <a:pt x="60" y="4677"/>
                  <a:pt x="49" y="4661"/>
                </a:cubicBezTo>
                <a:cubicBezTo>
                  <a:pt x="38" y="4645"/>
                  <a:pt x="30" y="4628"/>
                  <a:pt x="22" y="4611"/>
                </a:cubicBezTo>
                <a:cubicBezTo>
                  <a:pt x="15" y="4593"/>
                  <a:pt x="9" y="4575"/>
                  <a:pt x="6" y="4556"/>
                </a:cubicBezTo>
                <a:cubicBezTo>
                  <a:pt x="2" y="4537"/>
                  <a:pt x="0" y="4518"/>
                  <a:pt x="0" y="449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480132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324480" y="1443960"/>
            <a:ext cx="225892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512400" y="1448640"/>
            <a:ext cx="378613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Many videos</a:t>
            </a:r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one decoder per video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6333840" y="2009520"/>
            <a:ext cx="1153080" cy="362520"/>
          </a:xfrm>
          <a:custGeom>
            <a:avLst/>
            <a:gdLst/>
            <a:ahLst/>
            <a:rect l="0" t="0" r="r" b="b"/>
            <a:pathLst>
              <a:path w="3203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20" y="103"/>
                  <a:pt x="26" y="93"/>
                  <a:pt x="33" y="83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5"/>
                  <a:pt x="104" y="19"/>
                  <a:pt x="116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018" y="0"/>
                </a:lnTo>
                <a:cubicBezTo>
                  <a:pt x="3030" y="0"/>
                  <a:pt x="3042" y="1"/>
                  <a:pt x="3054" y="4"/>
                </a:cubicBezTo>
                <a:cubicBezTo>
                  <a:pt x="3066" y="6"/>
                  <a:pt x="3077" y="10"/>
                  <a:pt x="3088" y="14"/>
                </a:cubicBezTo>
                <a:cubicBezTo>
                  <a:pt x="3100" y="19"/>
                  <a:pt x="3110" y="25"/>
                  <a:pt x="3120" y="31"/>
                </a:cubicBezTo>
                <a:cubicBezTo>
                  <a:pt x="3131" y="38"/>
                  <a:pt x="3140" y="46"/>
                  <a:pt x="3149" y="54"/>
                </a:cubicBezTo>
                <a:cubicBezTo>
                  <a:pt x="3157" y="63"/>
                  <a:pt x="3165" y="72"/>
                  <a:pt x="3172" y="83"/>
                </a:cubicBezTo>
                <a:cubicBezTo>
                  <a:pt x="3178" y="93"/>
                  <a:pt x="3184" y="103"/>
                  <a:pt x="3189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2" y="161"/>
                  <a:pt x="3203" y="173"/>
                  <a:pt x="3203" y="185"/>
                </a:cubicBezTo>
                <a:lnTo>
                  <a:pt x="3203" y="820"/>
                </a:lnTo>
                <a:cubicBezTo>
                  <a:pt x="3203" y="833"/>
                  <a:pt x="3202" y="845"/>
                  <a:pt x="3199" y="857"/>
                </a:cubicBezTo>
                <a:cubicBezTo>
                  <a:pt x="3197" y="868"/>
                  <a:pt x="3193" y="880"/>
                  <a:pt x="3189" y="891"/>
                </a:cubicBezTo>
                <a:cubicBezTo>
                  <a:pt x="3184" y="903"/>
                  <a:pt x="3178" y="913"/>
                  <a:pt x="3172" y="923"/>
                </a:cubicBezTo>
                <a:cubicBezTo>
                  <a:pt x="3165" y="933"/>
                  <a:pt x="3157" y="943"/>
                  <a:pt x="3149" y="952"/>
                </a:cubicBezTo>
                <a:cubicBezTo>
                  <a:pt x="3140" y="961"/>
                  <a:pt x="3131" y="969"/>
                  <a:pt x="3120" y="975"/>
                </a:cubicBezTo>
                <a:cubicBezTo>
                  <a:pt x="3110" y="982"/>
                  <a:pt x="3100" y="988"/>
                  <a:pt x="3088" y="993"/>
                </a:cubicBezTo>
                <a:cubicBezTo>
                  <a:pt x="3077" y="997"/>
                  <a:pt x="3066" y="1001"/>
                  <a:pt x="3054" y="1003"/>
                </a:cubicBezTo>
                <a:cubicBezTo>
                  <a:pt x="3042" y="1005"/>
                  <a:pt x="3030" y="1007"/>
                  <a:pt x="3018" y="1007"/>
                </a:cubicBezTo>
                <a:lnTo>
                  <a:pt x="186" y="1007"/>
                </a:lnTo>
                <a:cubicBezTo>
                  <a:pt x="174" y="1007"/>
                  <a:pt x="162" y="1005"/>
                  <a:pt x="150" y="1003"/>
                </a:cubicBezTo>
                <a:cubicBezTo>
                  <a:pt x="138" y="1001"/>
                  <a:pt x="127" y="997"/>
                  <a:pt x="116" y="993"/>
                </a:cubicBezTo>
                <a:cubicBezTo>
                  <a:pt x="104" y="988"/>
                  <a:pt x="94" y="982"/>
                  <a:pt x="84" y="975"/>
                </a:cubicBezTo>
                <a:cubicBezTo>
                  <a:pt x="73" y="969"/>
                  <a:pt x="64" y="961"/>
                  <a:pt x="56" y="952"/>
                </a:cubicBezTo>
                <a:cubicBezTo>
                  <a:pt x="47" y="943"/>
                  <a:pt x="39" y="933"/>
                  <a:pt x="33" y="923"/>
                </a:cubicBezTo>
                <a:cubicBezTo>
                  <a:pt x="26" y="913"/>
                  <a:pt x="20" y="903"/>
                  <a:pt x="15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6333840" y="2009520"/>
            <a:ext cx="1153080" cy="362520"/>
          </a:xfrm>
          <a:custGeom>
            <a:avLst/>
            <a:gdLst/>
            <a:ahLst/>
            <a:rect l="0" t="0" r="r" b="b"/>
            <a:pathLst>
              <a:path w="3203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20" y="103"/>
                  <a:pt x="26" y="93"/>
                  <a:pt x="33" y="83"/>
                </a:cubicBezTo>
                <a:cubicBezTo>
                  <a:pt x="39" y="72"/>
                  <a:pt x="47" y="63"/>
                  <a:pt x="56" y="54"/>
                </a:cubicBezTo>
                <a:cubicBezTo>
                  <a:pt x="64" y="46"/>
                  <a:pt x="73" y="38"/>
                  <a:pt x="84" y="31"/>
                </a:cubicBezTo>
                <a:cubicBezTo>
                  <a:pt x="94" y="25"/>
                  <a:pt x="104" y="19"/>
                  <a:pt x="116" y="14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018" y="0"/>
                </a:lnTo>
                <a:cubicBezTo>
                  <a:pt x="3030" y="0"/>
                  <a:pt x="3042" y="1"/>
                  <a:pt x="3054" y="4"/>
                </a:cubicBezTo>
                <a:cubicBezTo>
                  <a:pt x="3066" y="6"/>
                  <a:pt x="3077" y="10"/>
                  <a:pt x="3088" y="14"/>
                </a:cubicBezTo>
                <a:cubicBezTo>
                  <a:pt x="3100" y="19"/>
                  <a:pt x="3110" y="25"/>
                  <a:pt x="3120" y="31"/>
                </a:cubicBezTo>
                <a:cubicBezTo>
                  <a:pt x="3131" y="38"/>
                  <a:pt x="3140" y="46"/>
                  <a:pt x="3149" y="54"/>
                </a:cubicBezTo>
                <a:cubicBezTo>
                  <a:pt x="3157" y="63"/>
                  <a:pt x="3165" y="72"/>
                  <a:pt x="3172" y="83"/>
                </a:cubicBezTo>
                <a:cubicBezTo>
                  <a:pt x="3178" y="93"/>
                  <a:pt x="3184" y="103"/>
                  <a:pt x="3189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2" y="161"/>
                  <a:pt x="3203" y="173"/>
                  <a:pt x="3203" y="185"/>
                </a:cubicBezTo>
                <a:lnTo>
                  <a:pt x="3203" y="820"/>
                </a:lnTo>
                <a:cubicBezTo>
                  <a:pt x="3203" y="833"/>
                  <a:pt x="3202" y="845"/>
                  <a:pt x="3199" y="857"/>
                </a:cubicBezTo>
                <a:cubicBezTo>
                  <a:pt x="3197" y="868"/>
                  <a:pt x="3193" y="880"/>
                  <a:pt x="3189" y="891"/>
                </a:cubicBezTo>
                <a:cubicBezTo>
                  <a:pt x="3184" y="903"/>
                  <a:pt x="3178" y="913"/>
                  <a:pt x="3172" y="923"/>
                </a:cubicBezTo>
                <a:cubicBezTo>
                  <a:pt x="3165" y="933"/>
                  <a:pt x="3157" y="943"/>
                  <a:pt x="3149" y="952"/>
                </a:cubicBezTo>
                <a:cubicBezTo>
                  <a:pt x="3140" y="961"/>
                  <a:pt x="3131" y="969"/>
                  <a:pt x="3120" y="975"/>
                </a:cubicBezTo>
                <a:cubicBezTo>
                  <a:pt x="3110" y="982"/>
                  <a:pt x="3100" y="988"/>
                  <a:pt x="3088" y="993"/>
                </a:cubicBezTo>
                <a:cubicBezTo>
                  <a:pt x="3077" y="997"/>
                  <a:pt x="3066" y="1001"/>
                  <a:pt x="3054" y="1003"/>
                </a:cubicBezTo>
                <a:cubicBezTo>
                  <a:pt x="3042" y="1005"/>
                  <a:pt x="3030" y="1007"/>
                  <a:pt x="3018" y="1007"/>
                </a:cubicBezTo>
                <a:lnTo>
                  <a:pt x="186" y="1007"/>
                </a:lnTo>
                <a:cubicBezTo>
                  <a:pt x="174" y="1007"/>
                  <a:pt x="162" y="1005"/>
                  <a:pt x="150" y="1003"/>
                </a:cubicBezTo>
                <a:cubicBezTo>
                  <a:pt x="138" y="1001"/>
                  <a:pt x="127" y="997"/>
                  <a:pt x="116" y="993"/>
                </a:cubicBezTo>
                <a:cubicBezTo>
                  <a:pt x="104" y="988"/>
                  <a:pt x="94" y="982"/>
                  <a:pt x="84" y="975"/>
                </a:cubicBezTo>
                <a:cubicBezTo>
                  <a:pt x="73" y="969"/>
                  <a:pt x="64" y="961"/>
                  <a:pt x="56" y="952"/>
                </a:cubicBezTo>
                <a:cubicBezTo>
                  <a:pt x="47" y="943"/>
                  <a:pt x="39" y="933"/>
                  <a:pt x="33" y="923"/>
                </a:cubicBezTo>
                <a:cubicBezTo>
                  <a:pt x="26" y="913"/>
                  <a:pt x="20" y="903"/>
                  <a:pt x="15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324480" y="1803240"/>
            <a:ext cx="143467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7619760" y="2009520"/>
            <a:ext cx="1153080" cy="362520"/>
          </a:xfrm>
          <a:custGeom>
            <a:avLst/>
            <a:gdLst/>
            <a:ahLst/>
            <a:rect l="0" t="0" r="r" b="b"/>
            <a:pathLst>
              <a:path w="3203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30" y="0"/>
                  <a:pt x="3042" y="1"/>
                  <a:pt x="3054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100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5" y="72"/>
                  <a:pt x="3171" y="83"/>
                </a:cubicBezTo>
                <a:cubicBezTo>
                  <a:pt x="3178" y="93"/>
                  <a:pt x="3184" y="103"/>
                  <a:pt x="3189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1" y="161"/>
                  <a:pt x="3203" y="173"/>
                  <a:pt x="3203" y="185"/>
                </a:cubicBezTo>
                <a:lnTo>
                  <a:pt x="3203" y="820"/>
                </a:lnTo>
                <a:cubicBezTo>
                  <a:pt x="3203" y="833"/>
                  <a:pt x="3201" y="845"/>
                  <a:pt x="3199" y="857"/>
                </a:cubicBezTo>
                <a:cubicBezTo>
                  <a:pt x="3197" y="868"/>
                  <a:pt x="3193" y="880"/>
                  <a:pt x="3189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5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100" y="988"/>
                  <a:pt x="3088" y="993"/>
                </a:cubicBezTo>
                <a:cubicBezTo>
                  <a:pt x="3077" y="997"/>
                  <a:pt x="3065" y="1001"/>
                  <a:pt x="3054" y="1003"/>
                </a:cubicBezTo>
                <a:cubicBezTo>
                  <a:pt x="3042" y="1005"/>
                  <a:pt x="3030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4" y="993"/>
                </a:cubicBezTo>
                <a:cubicBezTo>
                  <a:pt x="103" y="988"/>
                  <a:pt x="93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5" y="913"/>
                  <a:pt x="19" y="903"/>
                  <a:pt x="14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7619760" y="2009520"/>
            <a:ext cx="1153080" cy="362520"/>
          </a:xfrm>
          <a:custGeom>
            <a:avLst/>
            <a:gdLst/>
            <a:ahLst/>
            <a:rect l="0" t="0" r="r" b="b"/>
            <a:pathLst>
              <a:path w="3203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30" y="0"/>
                  <a:pt x="3042" y="1"/>
                  <a:pt x="3054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100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5" y="72"/>
                  <a:pt x="3171" y="83"/>
                </a:cubicBezTo>
                <a:cubicBezTo>
                  <a:pt x="3178" y="93"/>
                  <a:pt x="3184" y="103"/>
                  <a:pt x="3189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1" y="161"/>
                  <a:pt x="3203" y="173"/>
                  <a:pt x="3203" y="185"/>
                </a:cubicBezTo>
                <a:lnTo>
                  <a:pt x="3203" y="820"/>
                </a:lnTo>
                <a:cubicBezTo>
                  <a:pt x="3203" y="833"/>
                  <a:pt x="3201" y="845"/>
                  <a:pt x="3199" y="857"/>
                </a:cubicBezTo>
                <a:cubicBezTo>
                  <a:pt x="3197" y="868"/>
                  <a:pt x="3193" y="880"/>
                  <a:pt x="3189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5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100" y="988"/>
                  <a:pt x="3088" y="993"/>
                </a:cubicBezTo>
                <a:cubicBezTo>
                  <a:pt x="3077" y="997"/>
                  <a:pt x="3065" y="1001"/>
                  <a:pt x="3054" y="1003"/>
                </a:cubicBezTo>
                <a:cubicBezTo>
                  <a:pt x="3042" y="1005"/>
                  <a:pt x="3030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4" y="993"/>
                </a:cubicBezTo>
                <a:cubicBezTo>
                  <a:pt x="103" y="988"/>
                  <a:pt x="93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5" y="913"/>
                  <a:pt x="19" y="903"/>
                  <a:pt x="14" y="891"/>
                </a:cubicBezTo>
                <a:cubicBezTo>
                  <a:pt x="10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664680" y="2100600"/>
            <a:ext cx="53148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video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8905680" y="2009520"/>
            <a:ext cx="1152720" cy="362520"/>
          </a:xfrm>
          <a:custGeom>
            <a:avLst/>
            <a:gdLst/>
            <a:ahLst/>
            <a:rect l="0" t="0" r="r" b="b"/>
            <a:pathLst>
              <a:path w="3202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29" y="0"/>
                  <a:pt x="3041" y="1"/>
                  <a:pt x="3053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099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5" y="72"/>
                  <a:pt x="3171" y="83"/>
                </a:cubicBezTo>
                <a:cubicBezTo>
                  <a:pt x="3178" y="93"/>
                  <a:pt x="3184" y="103"/>
                  <a:pt x="3188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1" y="161"/>
                  <a:pt x="3202" y="173"/>
                  <a:pt x="3202" y="185"/>
                </a:cubicBezTo>
                <a:lnTo>
                  <a:pt x="3202" y="820"/>
                </a:lnTo>
                <a:cubicBezTo>
                  <a:pt x="3202" y="833"/>
                  <a:pt x="3201" y="845"/>
                  <a:pt x="3199" y="857"/>
                </a:cubicBezTo>
                <a:cubicBezTo>
                  <a:pt x="3197" y="868"/>
                  <a:pt x="3193" y="880"/>
                  <a:pt x="3188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5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099" y="988"/>
                  <a:pt x="3088" y="993"/>
                </a:cubicBezTo>
                <a:cubicBezTo>
                  <a:pt x="3077" y="997"/>
                  <a:pt x="3065" y="1001"/>
                  <a:pt x="3053" y="1003"/>
                </a:cubicBezTo>
                <a:cubicBezTo>
                  <a:pt x="3041" y="1005"/>
                  <a:pt x="3029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4" y="993"/>
                </a:cubicBezTo>
                <a:cubicBezTo>
                  <a:pt x="103" y="988"/>
                  <a:pt x="92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4" y="913"/>
                  <a:pt x="19" y="903"/>
                  <a:pt x="14" y="891"/>
                </a:cubicBezTo>
                <a:cubicBezTo>
                  <a:pt x="9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solidFill>
            <a:srgbClr val="e0f3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8905680" y="2009520"/>
            <a:ext cx="1152720" cy="362520"/>
          </a:xfrm>
          <a:custGeom>
            <a:avLst/>
            <a:gdLst/>
            <a:ahLst/>
            <a:rect l="0" t="0" r="r" b="b"/>
            <a:pathLst>
              <a:path w="3202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29" y="0"/>
                  <a:pt x="3041" y="1"/>
                  <a:pt x="3053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099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5" y="72"/>
                  <a:pt x="3171" y="83"/>
                </a:cubicBezTo>
                <a:cubicBezTo>
                  <a:pt x="3178" y="93"/>
                  <a:pt x="3184" y="103"/>
                  <a:pt x="3188" y="115"/>
                </a:cubicBezTo>
                <a:cubicBezTo>
                  <a:pt x="3193" y="126"/>
                  <a:pt x="3197" y="137"/>
                  <a:pt x="3199" y="149"/>
                </a:cubicBezTo>
                <a:cubicBezTo>
                  <a:pt x="3201" y="161"/>
                  <a:pt x="3202" y="173"/>
                  <a:pt x="3202" y="185"/>
                </a:cubicBezTo>
                <a:lnTo>
                  <a:pt x="3202" y="820"/>
                </a:lnTo>
                <a:cubicBezTo>
                  <a:pt x="3202" y="833"/>
                  <a:pt x="3201" y="845"/>
                  <a:pt x="3199" y="857"/>
                </a:cubicBezTo>
                <a:cubicBezTo>
                  <a:pt x="3197" y="868"/>
                  <a:pt x="3193" y="880"/>
                  <a:pt x="3188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5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099" y="988"/>
                  <a:pt x="3088" y="993"/>
                </a:cubicBezTo>
                <a:cubicBezTo>
                  <a:pt x="3077" y="997"/>
                  <a:pt x="3065" y="1001"/>
                  <a:pt x="3053" y="1003"/>
                </a:cubicBezTo>
                <a:cubicBezTo>
                  <a:pt x="3041" y="1005"/>
                  <a:pt x="3029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6" y="997"/>
                  <a:pt x="114" y="993"/>
                </a:cubicBezTo>
                <a:cubicBezTo>
                  <a:pt x="103" y="988"/>
                  <a:pt x="92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4" y="913"/>
                  <a:pt x="19" y="903"/>
                  <a:pt x="14" y="891"/>
                </a:cubicBezTo>
                <a:cubicBezTo>
                  <a:pt x="9" y="880"/>
                  <a:pt x="6" y="868"/>
                  <a:pt x="4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noFill/>
          <a:ln w="18720">
            <a:solidFill>
              <a:srgbClr val="2a9d5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950600" y="2100600"/>
            <a:ext cx="53148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video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10191600" y="2009520"/>
            <a:ext cx="1152720" cy="362520"/>
          </a:xfrm>
          <a:custGeom>
            <a:avLst/>
            <a:gdLst/>
            <a:ahLst/>
            <a:rect l="0" t="0" r="r" b="b"/>
            <a:pathLst>
              <a:path w="3202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29" y="0"/>
                  <a:pt x="3041" y="1"/>
                  <a:pt x="3053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099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4" y="72"/>
                  <a:pt x="3171" y="83"/>
                </a:cubicBezTo>
                <a:cubicBezTo>
                  <a:pt x="3178" y="93"/>
                  <a:pt x="3184" y="103"/>
                  <a:pt x="3188" y="115"/>
                </a:cubicBezTo>
                <a:cubicBezTo>
                  <a:pt x="3193" y="126"/>
                  <a:pt x="3196" y="137"/>
                  <a:pt x="3199" y="149"/>
                </a:cubicBezTo>
                <a:cubicBezTo>
                  <a:pt x="3201" y="161"/>
                  <a:pt x="3202" y="173"/>
                  <a:pt x="3202" y="185"/>
                </a:cubicBezTo>
                <a:lnTo>
                  <a:pt x="3202" y="820"/>
                </a:lnTo>
                <a:cubicBezTo>
                  <a:pt x="3202" y="833"/>
                  <a:pt x="3201" y="845"/>
                  <a:pt x="3199" y="857"/>
                </a:cubicBezTo>
                <a:cubicBezTo>
                  <a:pt x="3196" y="868"/>
                  <a:pt x="3193" y="880"/>
                  <a:pt x="3188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4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099" y="988"/>
                  <a:pt x="3088" y="993"/>
                </a:cubicBezTo>
                <a:cubicBezTo>
                  <a:pt x="3077" y="997"/>
                  <a:pt x="3065" y="1001"/>
                  <a:pt x="3053" y="1003"/>
                </a:cubicBezTo>
                <a:cubicBezTo>
                  <a:pt x="3041" y="1005"/>
                  <a:pt x="3029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5" y="997"/>
                  <a:pt x="114" y="993"/>
                </a:cubicBezTo>
                <a:cubicBezTo>
                  <a:pt x="103" y="988"/>
                  <a:pt x="92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4" y="913"/>
                  <a:pt x="19" y="903"/>
                  <a:pt x="14" y="891"/>
                </a:cubicBezTo>
                <a:cubicBezTo>
                  <a:pt x="9" y="880"/>
                  <a:pt x="6" y="868"/>
                  <a:pt x="3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solidFill>
            <a:srgbClr val="f1e6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0191600" y="2009520"/>
            <a:ext cx="1152720" cy="362520"/>
          </a:xfrm>
          <a:custGeom>
            <a:avLst/>
            <a:gdLst/>
            <a:ahLst/>
            <a:rect l="0" t="0" r="r" b="b"/>
            <a:pathLst>
              <a:path w="3202" h="1007">
                <a:moveTo>
                  <a:pt x="0" y="82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017" y="0"/>
                </a:lnTo>
                <a:cubicBezTo>
                  <a:pt x="3029" y="0"/>
                  <a:pt x="3041" y="1"/>
                  <a:pt x="3053" y="4"/>
                </a:cubicBezTo>
                <a:cubicBezTo>
                  <a:pt x="3065" y="6"/>
                  <a:pt x="3077" y="10"/>
                  <a:pt x="3088" y="14"/>
                </a:cubicBezTo>
                <a:cubicBezTo>
                  <a:pt x="3099" y="19"/>
                  <a:pt x="3110" y="25"/>
                  <a:pt x="3120" y="31"/>
                </a:cubicBezTo>
                <a:cubicBezTo>
                  <a:pt x="3130" y="38"/>
                  <a:pt x="3140" y="46"/>
                  <a:pt x="3148" y="54"/>
                </a:cubicBezTo>
                <a:cubicBezTo>
                  <a:pt x="3157" y="63"/>
                  <a:pt x="3164" y="72"/>
                  <a:pt x="3171" y="83"/>
                </a:cubicBezTo>
                <a:cubicBezTo>
                  <a:pt x="3178" y="93"/>
                  <a:pt x="3184" y="103"/>
                  <a:pt x="3188" y="115"/>
                </a:cubicBezTo>
                <a:cubicBezTo>
                  <a:pt x="3193" y="126"/>
                  <a:pt x="3196" y="137"/>
                  <a:pt x="3199" y="149"/>
                </a:cubicBezTo>
                <a:cubicBezTo>
                  <a:pt x="3201" y="161"/>
                  <a:pt x="3202" y="173"/>
                  <a:pt x="3202" y="185"/>
                </a:cubicBezTo>
                <a:lnTo>
                  <a:pt x="3202" y="820"/>
                </a:lnTo>
                <a:cubicBezTo>
                  <a:pt x="3202" y="833"/>
                  <a:pt x="3201" y="845"/>
                  <a:pt x="3199" y="857"/>
                </a:cubicBezTo>
                <a:cubicBezTo>
                  <a:pt x="3196" y="868"/>
                  <a:pt x="3193" y="880"/>
                  <a:pt x="3188" y="891"/>
                </a:cubicBezTo>
                <a:cubicBezTo>
                  <a:pt x="3184" y="903"/>
                  <a:pt x="3178" y="913"/>
                  <a:pt x="3171" y="923"/>
                </a:cubicBezTo>
                <a:cubicBezTo>
                  <a:pt x="3164" y="933"/>
                  <a:pt x="3157" y="943"/>
                  <a:pt x="3148" y="952"/>
                </a:cubicBezTo>
                <a:cubicBezTo>
                  <a:pt x="3140" y="961"/>
                  <a:pt x="3130" y="969"/>
                  <a:pt x="3120" y="975"/>
                </a:cubicBezTo>
                <a:cubicBezTo>
                  <a:pt x="3110" y="982"/>
                  <a:pt x="3099" y="988"/>
                  <a:pt x="3088" y="993"/>
                </a:cubicBezTo>
                <a:cubicBezTo>
                  <a:pt x="3077" y="997"/>
                  <a:pt x="3065" y="1001"/>
                  <a:pt x="3053" y="1003"/>
                </a:cubicBezTo>
                <a:cubicBezTo>
                  <a:pt x="3041" y="1005"/>
                  <a:pt x="3029" y="1007"/>
                  <a:pt x="3017" y="1007"/>
                </a:cubicBezTo>
                <a:lnTo>
                  <a:pt x="185" y="1007"/>
                </a:lnTo>
                <a:cubicBezTo>
                  <a:pt x="173" y="1007"/>
                  <a:pt x="161" y="1005"/>
                  <a:pt x="149" y="1003"/>
                </a:cubicBezTo>
                <a:cubicBezTo>
                  <a:pt x="137" y="1001"/>
                  <a:pt x="125" y="997"/>
                  <a:pt x="114" y="993"/>
                </a:cubicBezTo>
                <a:cubicBezTo>
                  <a:pt x="103" y="988"/>
                  <a:pt x="92" y="982"/>
                  <a:pt x="82" y="975"/>
                </a:cubicBezTo>
                <a:cubicBezTo>
                  <a:pt x="72" y="969"/>
                  <a:pt x="63" y="961"/>
                  <a:pt x="54" y="952"/>
                </a:cubicBezTo>
                <a:cubicBezTo>
                  <a:pt x="46" y="943"/>
                  <a:pt x="38" y="933"/>
                  <a:pt x="31" y="923"/>
                </a:cubicBezTo>
                <a:cubicBezTo>
                  <a:pt x="24" y="913"/>
                  <a:pt x="19" y="903"/>
                  <a:pt x="14" y="891"/>
                </a:cubicBezTo>
                <a:cubicBezTo>
                  <a:pt x="9" y="880"/>
                  <a:pt x="6" y="868"/>
                  <a:pt x="3" y="857"/>
                </a:cubicBezTo>
                <a:cubicBezTo>
                  <a:pt x="1" y="845"/>
                  <a:pt x="0" y="833"/>
                  <a:pt x="0" y="820"/>
                </a:cubicBezTo>
                <a:close/>
              </a:path>
            </a:pathLst>
          </a:custGeom>
          <a:noFill/>
          <a:ln w="18720">
            <a:solidFill>
              <a:srgbClr val="9b4dca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9236520" y="2100600"/>
            <a:ext cx="53148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video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633384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8" y="66"/>
                  <a:pt x="28" y="52"/>
                  <a:pt x="40" y="39"/>
                </a:cubicBezTo>
                <a:cubicBezTo>
                  <a:pt x="52" y="27"/>
                  <a:pt x="67" y="17"/>
                  <a:pt x="83" y="11"/>
                </a:cubicBezTo>
                <a:cubicBezTo>
                  <a:pt x="99" y="4"/>
                  <a:pt x="116" y="0"/>
                  <a:pt x="134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2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2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4" y="822"/>
                </a:lnTo>
                <a:cubicBezTo>
                  <a:pt x="116" y="822"/>
                  <a:pt x="99" y="818"/>
                  <a:pt x="83" y="812"/>
                </a:cubicBezTo>
                <a:cubicBezTo>
                  <a:pt x="67" y="805"/>
                  <a:pt x="52" y="795"/>
                  <a:pt x="40" y="783"/>
                </a:cubicBezTo>
                <a:cubicBezTo>
                  <a:pt x="28" y="771"/>
                  <a:pt x="18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33384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8" y="66"/>
                  <a:pt x="28" y="52"/>
                  <a:pt x="40" y="39"/>
                </a:cubicBezTo>
                <a:cubicBezTo>
                  <a:pt x="52" y="27"/>
                  <a:pt x="67" y="17"/>
                  <a:pt x="83" y="11"/>
                </a:cubicBezTo>
                <a:cubicBezTo>
                  <a:pt x="99" y="4"/>
                  <a:pt x="116" y="0"/>
                  <a:pt x="134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2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2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4" y="822"/>
                </a:lnTo>
                <a:cubicBezTo>
                  <a:pt x="116" y="822"/>
                  <a:pt x="99" y="818"/>
                  <a:pt x="83" y="812"/>
                </a:cubicBezTo>
                <a:cubicBezTo>
                  <a:pt x="67" y="805"/>
                  <a:pt x="52" y="795"/>
                  <a:pt x="40" y="783"/>
                </a:cubicBezTo>
                <a:cubicBezTo>
                  <a:pt x="28" y="771"/>
                  <a:pt x="18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0522440" y="2100600"/>
            <a:ext cx="531489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video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686268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761976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7619760" y="2638080"/>
            <a:ext cx="1153080" cy="295920"/>
          </a:xfrm>
          <a:custGeom>
            <a:avLst/>
            <a:gdLst/>
            <a:ahLst/>
            <a:rect l="0" t="0" r="r" b="b"/>
            <a:pathLst>
              <a:path w="3203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3" y="82"/>
                </a:cubicBezTo>
                <a:cubicBezTo>
                  <a:pt x="3199" y="98"/>
                  <a:pt x="3203" y="115"/>
                  <a:pt x="3203" y="133"/>
                </a:cubicBezTo>
                <a:lnTo>
                  <a:pt x="3203" y="689"/>
                </a:lnTo>
                <a:cubicBezTo>
                  <a:pt x="3203" y="707"/>
                  <a:pt x="3199" y="724"/>
                  <a:pt x="3193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6" y="805"/>
                  <a:pt x="51" y="795"/>
                  <a:pt x="39" y="783"/>
                </a:cubicBezTo>
                <a:cubicBezTo>
                  <a:pt x="27" y="771"/>
                  <a:pt x="17" y="756"/>
                  <a:pt x="10" y="740"/>
                </a:cubicBezTo>
                <a:cubicBezTo>
                  <a:pt x="4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642996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814860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890568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890568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5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5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71588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43452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019160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4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4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0191600" y="2638080"/>
            <a:ext cx="1152720" cy="295920"/>
          </a:xfrm>
          <a:custGeom>
            <a:avLst/>
            <a:gdLst/>
            <a:ahLst/>
            <a:rect l="0" t="0" r="r" b="b"/>
            <a:pathLst>
              <a:path w="3202" h="822">
                <a:moveTo>
                  <a:pt x="0" y="689"/>
                </a:moveTo>
                <a:lnTo>
                  <a:pt x="0" y="133"/>
                </a:ln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2" y="0"/>
                </a:cubicBezTo>
                <a:lnTo>
                  <a:pt x="3070" y="0"/>
                </a:lnTo>
                <a:cubicBezTo>
                  <a:pt x="3088" y="0"/>
                  <a:pt x="3104" y="4"/>
                  <a:pt x="3121" y="11"/>
                </a:cubicBezTo>
                <a:cubicBezTo>
                  <a:pt x="3137" y="17"/>
                  <a:pt x="3151" y="27"/>
                  <a:pt x="3164" y="39"/>
                </a:cubicBezTo>
                <a:cubicBezTo>
                  <a:pt x="3176" y="52"/>
                  <a:pt x="3186" y="66"/>
                  <a:pt x="3192" y="82"/>
                </a:cubicBezTo>
                <a:cubicBezTo>
                  <a:pt x="3199" y="98"/>
                  <a:pt x="3202" y="115"/>
                  <a:pt x="3202" y="133"/>
                </a:cubicBezTo>
                <a:lnTo>
                  <a:pt x="3202" y="689"/>
                </a:lnTo>
                <a:cubicBezTo>
                  <a:pt x="3202" y="707"/>
                  <a:pt x="3199" y="724"/>
                  <a:pt x="3192" y="740"/>
                </a:cubicBezTo>
                <a:cubicBezTo>
                  <a:pt x="3186" y="756"/>
                  <a:pt x="3176" y="771"/>
                  <a:pt x="3164" y="783"/>
                </a:cubicBezTo>
                <a:cubicBezTo>
                  <a:pt x="3151" y="795"/>
                  <a:pt x="3137" y="805"/>
                  <a:pt x="3121" y="812"/>
                </a:cubicBezTo>
                <a:cubicBezTo>
                  <a:pt x="3104" y="818"/>
                  <a:pt x="3088" y="822"/>
                  <a:pt x="3070" y="822"/>
                </a:cubicBezTo>
                <a:lnTo>
                  <a:pt x="132" y="822"/>
                </a:lnTo>
                <a:cubicBezTo>
                  <a:pt x="115" y="822"/>
                  <a:pt x="98" y="818"/>
                  <a:pt x="82" y="812"/>
                </a:cubicBezTo>
                <a:cubicBezTo>
                  <a:pt x="65" y="805"/>
                  <a:pt x="51" y="795"/>
                  <a:pt x="39" y="783"/>
                </a:cubicBezTo>
                <a:cubicBezTo>
                  <a:pt x="26" y="771"/>
                  <a:pt x="17" y="756"/>
                  <a:pt x="10" y="740"/>
                </a:cubicBezTo>
                <a:cubicBezTo>
                  <a:pt x="3" y="724"/>
                  <a:pt x="0" y="707"/>
                  <a:pt x="0" y="689"/>
                </a:cubicBezTo>
                <a:close/>
              </a:path>
            </a:pathLst>
          </a:custGeom>
          <a:noFill/>
          <a:ln w="18720">
            <a:solidFill>
              <a:srgbClr val="555555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900180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0720440" y="24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676080" y="3181320"/>
            <a:ext cx="5353560" cy="1248120"/>
          </a:xfrm>
          <a:custGeom>
            <a:avLst/>
            <a:gdLst/>
            <a:ahLst/>
            <a:rect l="0" t="0" r="r" b="b"/>
            <a:pathLst>
              <a:path w="14871" h="3467">
                <a:moveTo>
                  <a:pt x="0" y="3175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580" y="0"/>
                </a:lnTo>
                <a:cubicBezTo>
                  <a:pt x="14599" y="0"/>
                  <a:pt x="14618" y="1"/>
                  <a:pt x="14636" y="5"/>
                </a:cubicBezTo>
                <a:cubicBezTo>
                  <a:pt x="14655" y="9"/>
                  <a:pt x="14673" y="14"/>
                  <a:pt x="14691" y="22"/>
                </a:cubicBezTo>
                <a:cubicBezTo>
                  <a:pt x="14709" y="29"/>
                  <a:pt x="14725" y="38"/>
                  <a:pt x="14741" y="49"/>
                </a:cubicBezTo>
                <a:cubicBezTo>
                  <a:pt x="14757" y="59"/>
                  <a:pt x="14772" y="71"/>
                  <a:pt x="14785" y="85"/>
                </a:cubicBezTo>
                <a:cubicBezTo>
                  <a:pt x="14799" y="98"/>
                  <a:pt x="14811" y="113"/>
                  <a:pt x="14822" y="129"/>
                </a:cubicBezTo>
                <a:cubicBezTo>
                  <a:pt x="14832" y="145"/>
                  <a:pt x="14841" y="162"/>
                  <a:pt x="14848" y="179"/>
                </a:cubicBezTo>
                <a:cubicBezTo>
                  <a:pt x="14856" y="197"/>
                  <a:pt x="14861" y="215"/>
                  <a:pt x="14865" y="234"/>
                </a:cubicBezTo>
                <a:cubicBezTo>
                  <a:pt x="14869" y="253"/>
                  <a:pt x="14871" y="272"/>
                  <a:pt x="14871" y="291"/>
                </a:cubicBezTo>
                <a:lnTo>
                  <a:pt x="14871" y="3175"/>
                </a:lnTo>
                <a:cubicBezTo>
                  <a:pt x="14871" y="3194"/>
                  <a:pt x="14869" y="3213"/>
                  <a:pt x="14865" y="3231"/>
                </a:cubicBezTo>
                <a:cubicBezTo>
                  <a:pt x="14861" y="3250"/>
                  <a:pt x="14856" y="3268"/>
                  <a:pt x="14848" y="3286"/>
                </a:cubicBezTo>
                <a:cubicBezTo>
                  <a:pt x="14841" y="3305"/>
                  <a:pt x="14832" y="3321"/>
                  <a:pt x="14822" y="3337"/>
                </a:cubicBezTo>
                <a:cubicBezTo>
                  <a:pt x="14811" y="3353"/>
                  <a:pt x="14799" y="3368"/>
                  <a:pt x="14785" y="3381"/>
                </a:cubicBezTo>
                <a:cubicBezTo>
                  <a:pt x="14772" y="3395"/>
                  <a:pt x="14757" y="3407"/>
                  <a:pt x="14741" y="3418"/>
                </a:cubicBezTo>
                <a:cubicBezTo>
                  <a:pt x="14725" y="3428"/>
                  <a:pt x="14709" y="3437"/>
                  <a:pt x="14691" y="3444"/>
                </a:cubicBezTo>
                <a:cubicBezTo>
                  <a:pt x="14673" y="3452"/>
                  <a:pt x="14655" y="3457"/>
                  <a:pt x="14636" y="3461"/>
                </a:cubicBezTo>
                <a:cubicBezTo>
                  <a:pt x="14618" y="3465"/>
                  <a:pt x="14599" y="3467"/>
                  <a:pt x="14580" y="3467"/>
                </a:cubicBezTo>
                <a:lnTo>
                  <a:pt x="291" y="3467"/>
                </a:lnTo>
                <a:cubicBezTo>
                  <a:pt x="272" y="3467"/>
                  <a:pt x="253" y="3465"/>
                  <a:pt x="234" y="3461"/>
                </a:cubicBezTo>
                <a:cubicBezTo>
                  <a:pt x="216" y="3457"/>
                  <a:pt x="197" y="3452"/>
                  <a:pt x="180" y="3444"/>
                </a:cubicBezTo>
                <a:cubicBezTo>
                  <a:pt x="162" y="3437"/>
                  <a:pt x="145" y="3428"/>
                  <a:pt x="129" y="3418"/>
                </a:cubicBezTo>
                <a:cubicBezTo>
                  <a:pt x="113" y="3407"/>
                  <a:pt x="99" y="3395"/>
                  <a:pt x="85" y="3381"/>
                </a:cubicBezTo>
                <a:cubicBezTo>
                  <a:pt x="72" y="3368"/>
                  <a:pt x="60" y="3353"/>
                  <a:pt x="49" y="3337"/>
                </a:cubicBezTo>
                <a:cubicBezTo>
                  <a:pt x="38" y="3321"/>
                  <a:pt x="30" y="3305"/>
                  <a:pt x="22" y="3286"/>
                </a:cubicBezTo>
                <a:cubicBezTo>
                  <a:pt x="15" y="3268"/>
                  <a:pt x="9" y="3250"/>
                  <a:pt x="6" y="3231"/>
                </a:cubicBezTo>
                <a:cubicBezTo>
                  <a:pt x="2" y="3213"/>
                  <a:pt x="0" y="3194"/>
                  <a:pt x="0" y="3175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0287720" y="2708280"/>
            <a:ext cx="1031875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838080" y="3301200"/>
            <a:ext cx="225892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③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026000" y="3305880"/>
            <a:ext cx="4474699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FFmpeg threads</a:t>
            </a:r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decode upcoming frames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838080" y="3990960"/>
            <a:ext cx="4419720" cy="285840"/>
          </a:xfrm>
          <a:custGeom>
            <a:avLst/>
            <a:gdLst/>
            <a:ahLst/>
            <a:rect l="0" t="0" r="r" b="b"/>
            <a:pathLst>
              <a:path w="12277" h="794">
                <a:moveTo>
                  <a:pt x="0" y="63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119" y="0"/>
                </a:lnTo>
                <a:cubicBezTo>
                  <a:pt x="12129" y="0"/>
                  <a:pt x="12139" y="1"/>
                  <a:pt x="12150" y="3"/>
                </a:cubicBezTo>
                <a:cubicBezTo>
                  <a:pt x="12160" y="5"/>
                  <a:pt x="12170" y="8"/>
                  <a:pt x="12179" y="12"/>
                </a:cubicBezTo>
                <a:cubicBezTo>
                  <a:pt x="12189" y="16"/>
                  <a:pt x="12198" y="21"/>
                  <a:pt x="12207" y="26"/>
                </a:cubicBezTo>
                <a:cubicBezTo>
                  <a:pt x="12216" y="32"/>
                  <a:pt x="12224" y="39"/>
                  <a:pt x="12231" y="46"/>
                </a:cubicBezTo>
                <a:cubicBezTo>
                  <a:pt x="12238" y="53"/>
                  <a:pt x="12245" y="61"/>
                  <a:pt x="12251" y="70"/>
                </a:cubicBezTo>
                <a:cubicBezTo>
                  <a:pt x="12257" y="79"/>
                  <a:pt x="12261" y="88"/>
                  <a:pt x="12265" y="98"/>
                </a:cubicBezTo>
                <a:cubicBezTo>
                  <a:pt x="12269" y="107"/>
                  <a:pt x="12272" y="117"/>
                  <a:pt x="12274" y="127"/>
                </a:cubicBezTo>
                <a:cubicBezTo>
                  <a:pt x="12276" y="138"/>
                  <a:pt x="12277" y="148"/>
                  <a:pt x="12277" y="158"/>
                </a:cubicBezTo>
                <a:lnTo>
                  <a:pt x="12277" y="636"/>
                </a:lnTo>
                <a:cubicBezTo>
                  <a:pt x="12277" y="646"/>
                  <a:pt x="12276" y="656"/>
                  <a:pt x="12274" y="667"/>
                </a:cubicBezTo>
                <a:cubicBezTo>
                  <a:pt x="12272" y="677"/>
                  <a:pt x="12269" y="687"/>
                  <a:pt x="12265" y="696"/>
                </a:cubicBezTo>
                <a:cubicBezTo>
                  <a:pt x="12261" y="706"/>
                  <a:pt x="12257" y="715"/>
                  <a:pt x="12251" y="724"/>
                </a:cubicBezTo>
                <a:cubicBezTo>
                  <a:pt x="12245" y="732"/>
                  <a:pt x="12238" y="740"/>
                  <a:pt x="12231" y="748"/>
                </a:cubicBezTo>
                <a:cubicBezTo>
                  <a:pt x="12224" y="755"/>
                  <a:pt x="12216" y="762"/>
                  <a:pt x="12207" y="768"/>
                </a:cubicBezTo>
                <a:cubicBezTo>
                  <a:pt x="12198" y="773"/>
                  <a:pt x="12189" y="778"/>
                  <a:pt x="12179" y="782"/>
                </a:cubicBezTo>
                <a:cubicBezTo>
                  <a:pt x="12170" y="786"/>
                  <a:pt x="12160" y="789"/>
                  <a:pt x="12150" y="791"/>
                </a:cubicBezTo>
                <a:cubicBezTo>
                  <a:pt x="12139" y="793"/>
                  <a:pt x="12129" y="794"/>
                  <a:pt x="12119" y="794"/>
                </a:cubicBezTo>
                <a:lnTo>
                  <a:pt x="159" y="794"/>
                </a:lnTo>
                <a:cubicBezTo>
                  <a:pt x="148" y="794"/>
                  <a:pt x="138" y="793"/>
                  <a:pt x="128" y="791"/>
                </a:cubicBezTo>
                <a:cubicBezTo>
                  <a:pt x="117" y="789"/>
                  <a:pt x="107" y="786"/>
                  <a:pt x="98" y="782"/>
                </a:cubicBezTo>
                <a:cubicBezTo>
                  <a:pt x="88" y="778"/>
                  <a:pt x="79" y="773"/>
                  <a:pt x="70" y="768"/>
                </a:cubicBezTo>
                <a:cubicBezTo>
                  <a:pt x="62" y="762"/>
                  <a:pt x="54" y="755"/>
                  <a:pt x="46" y="748"/>
                </a:cubicBezTo>
                <a:cubicBezTo>
                  <a:pt x="39" y="740"/>
                  <a:pt x="32" y="732"/>
                  <a:pt x="27" y="724"/>
                </a:cubicBezTo>
                <a:cubicBezTo>
                  <a:pt x="21" y="715"/>
                  <a:pt x="16" y="706"/>
                  <a:pt x="12" y="696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6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838080" y="3620520"/>
            <a:ext cx="1944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ahead, into a buffer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6162480" y="3181320"/>
            <a:ext cx="5353560" cy="1248120"/>
          </a:xfrm>
          <a:custGeom>
            <a:avLst/>
            <a:gdLst/>
            <a:ahLst/>
            <a:rect l="0" t="0" r="r" b="b"/>
            <a:pathLst>
              <a:path w="14871" h="3467">
                <a:moveTo>
                  <a:pt x="0" y="3175"/>
                </a:moveTo>
                <a:lnTo>
                  <a:pt x="0" y="291"/>
                </a:lnTo>
                <a:cubicBezTo>
                  <a:pt x="0" y="272"/>
                  <a:pt x="2" y="253"/>
                  <a:pt x="6" y="234"/>
                </a:cubicBezTo>
                <a:cubicBezTo>
                  <a:pt x="9" y="215"/>
                  <a:pt x="15" y="197"/>
                  <a:pt x="22" y="179"/>
                </a:cubicBezTo>
                <a:cubicBezTo>
                  <a:pt x="30" y="162"/>
                  <a:pt x="38" y="145"/>
                  <a:pt x="49" y="129"/>
                </a:cubicBezTo>
                <a:cubicBezTo>
                  <a:pt x="60" y="113"/>
                  <a:pt x="72" y="98"/>
                  <a:pt x="85" y="85"/>
                </a:cubicBezTo>
                <a:cubicBezTo>
                  <a:pt x="99" y="71"/>
                  <a:pt x="113" y="59"/>
                  <a:pt x="129" y="49"/>
                </a:cubicBezTo>
                <a:cubicBezTo>
                  <a:pt x="145" y="38"/>
                  <a:pt x="162" y="29"/>
                  <a:pt x="180" y="22"/>
                </a:cubicBezTo>
                <a:cubicBezTo>
                  <a:pt x="197" y="14"/>
                  <a:pt x="216" y="9"/>
                  <a:pt x="234" y="5"/>
                </a:cubicBezTo>
                <a:cubicBezTo>
                  <a:pt x="253" y="1"/>
                  <a:pt x="272" y="0"/>
                  <a:pt x="291" y="0"/>
                </a:cubicBezTo>
                <a:lnTo>
                  <a:pt x="14580" y="0"/>
                </a:lnTo>
                <a:cubicBezTo>
                  <a:pt x="14599" y="0"/>
                  <a:pt x="14618" y="1"/>
                  <a:pt x="14636" y="5"/>
                </a:cubicBezTo>
                <a:cubicBezTo>
                  <a:pt x="14655" y="9"/>
                  <a:pt x="14673" y="14"/>
                  <a:pt x="14691" y="22"/>
                </a:cubicBezTo>
                <a:cubicBezTo>
                  <a:pt x="14709" y="29"/>
                  <a:pt x="14725" y="38"/>
                  <a:pt x="14741" y="49"/>
                </a:cubicBezTo>
                <a:cubicBezTo>
                  <a:pt x="14757" y="59"/>
                  <a:pt x="14772" y="71"/>
                  <a:pt x="14785" y="85"/>
                </a:cubicBezTo>
                <a:cubicBezTo>
                  <a:pt x="14799" y="98"/>
                  <a:pt x="14811" y="113"/>
                  <a:pt x="14822" y="129"/>
                </a:cubicBezTo>
                <a:cubicBezTo>
                  <a:pt x="14832" y="145"/>
                  <a:pt x="14841" y="162"/>
                  <a:pt x="14848" y="179"/>
                </a:cubicBezTo>
                <a:cubicBezTo>
                  <a:pt x="14856" y="197"/>
                  <a:pt x="14861" y="215"/>
                  <a:pt x="14865" y="234"/>
                </a:cubicBezTo>
                <a:cubicBezTo>
                  <a:pt x="14869" y="253"/>
                  <a:pt x="14871" y="272"/>
                  <a:pt x="14871" y="291"/>
                </a:cubicBezTo>
                <a:lnTo>
                  <a:pt x="14871" y="3175"/>
                </a:lnTo>
                <a:cubicBezTo>
                  <a:pt x="14871" y="3194"/>
                  <a:pt x="14869" y="3213"/>
                  <a:pt x="14865" y="3231"/>
                </a:cubicBezTo>
                <a:cubicBezTo>
                  <a:pt x="14861" y="3250"/>
                  <a:pt x="14856" y="3268"/>
                  <a:pt x="14848" y="3286"/>
                </a:cubicBezTo>
                <a:cubicBezTo>
                  <a:pt x="14841" y="3305"/>
                  <a:pt x="14832" y="3321"/>
                  <a:pt x="14822" y="3337"/>
                </a:cubicBezTo>
                <a:cubicBezTo>
                  <a:pt x="14811" y="3353"/>
                  <a:pt x="14799" y="3368"/>
                  <a:pt x="14785" y="3381"/>
                </a:cubicBezTo>
                <a:cubicBezTo>
                  <a:pt x="14772" y="3395"/>
                  <a:pt x="14757" y="3407"/>
                  <a:pt x="14741" y="3418"/>
                </a:cubicBezTo>
                <a:cubicBezTo>
                  <a:pt x="14725" y="3428"/>
                  <a:pt x="14709" y="3437"/>
                  <a:pt x="14691" y="3444"/>
                </a:cubicBezTo>
                <a:cubicBezTo>
                  <a:pt x="14673" y="3452"/>
                  <a:pt x="14655" y="3457"/>
                  <a:pt x="14636" y="3461"/>
                </a:cubicBezTo>
                <a:cubicBezTo>
                  <a:pt x="14618" y="3465"/>
                  <a:pt x="14599" y="3467"/>
                  <a:pt x="14580" y="3467"/>
                </a:cubicBezTo>
                <a:lnTo>
                  <a:pt x="291" y="3467"/>
                </a:lnTo>
                <a:cubicBezTo>
                  <a:pt x="272" y="3467"/>
                  <a:pt x="253" y="3465"/>
                  <a:pt x="234" y="3461"/>
                </a:cubicBezTo>
                <a:cubicBezTo>
                  <a:pt x="216" y="3457"/>
                  <a:pt x="197" y="3452"/>
                  <a:pt x="180" y="3444"/>
                </a:cubicBezTo>
                <a:cubicBezTo>
                  <a:pt x="162" y="3437"/>
                  <a:pt x="145" y="3428"/>
                  <a:pt x="129" y="3418"/>
                </a:cubicBezTo>
                <a:cubicBezTo>
                  <a:pt x="113" y="3407"/>
                  <a:pt x="99" y="3395"/>
                  <a:pt x="85" y="3381"/>
                </a:cubicBezTo>
                <a:cubicBezTo>
                  <a:pt x="72" y="3368"/>
                  <a:pt x="60" y="3353"/>
                  <a:pt x="49" y="3337"/>
                </a:cubicBezTo>
                <a:cubicBezTo>
                  <a:pt x="38" y="3321"/>
                  <a:pt x="30" y="3305"/>
                  <a:pt x="22" y="3286"/>
                </a:cubicBezTo>
                <a:cubicBezTo>
                  <a:pt x="15" y="3268"/>
                  <a:pt x="9" y="3250"/>
                  <a:pt x="6" y="3231"/>
                </a:cubicBezTo>
                <a:cubicBezTo>
                  <a:pt x="2" y="3213"/>
                  <a:pt x="0" y="3194"/>
                  <a:pt x="0" y="3175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909360" y="4030560"/>
            <a:ext cx="46232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VideoDecoder(path, num_ffmpeg_threads=4)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324480" y="3301200"/>
            <a:ext cx="225892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④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512400" y="3305880"/>
            <a:ext cx="491365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Low-level APIs</a:t>
            </a:r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parallelize stage by stage. Next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6324480" y="3620520"/>
            <a:ext cx="63996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slides!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66720" y="4574520"/>
            <a:ext cx="285456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All strategies compose!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309120" y="4569480"/>
            <a:ext cx="24649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3513960" y="4574520"/>
            <a:ext cx="549763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and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4022640" y="4569480"/>
            <a:ext cx="246499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4227480" y="4574520"/>
            <a:ext cx="6231297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run on threads or processes: decoding releases the GIL.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895320" y="510804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108800" y="5112000"/>
            <a:ext cx="698906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decode all 18000 frames of a 10min 720p video (laptop CPU, 4 workers)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038240" y="5485320"/>
            <a:ext cx="104120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Sequential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2277720" y="5481000"/>
            <a:ext cx="20528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2448720" y="5485320"/>
            <a:ext cx="972777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4 threads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3624840" y="5481000"/>
            <a:ext cx="20528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①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3795480" y="5485320"/>
            <a:ext cx="1247659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4 processes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226120" y="5481000"/>
            <a:ext cx="20528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DejaVuSans"/>
                <a:ea typeface="DejaVuSans"/>
              </a:rPr>
              <a:t>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397120" y="5485320"/>
            <a:ext cx="183008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4 FFmpeg threads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038240" y="5856840"/>
            <a:ext cx="561427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32.7 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277720" y="5856840"/>
            <a:ext cx="10470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8.7 s (</a:t>
            </a:r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3.7×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3624840" y="5856840"/>
            <a:ext cx="10470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9.3 s (</a:t>
            </a:r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3.5×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5226120" y="5856840"/>
            <a:ext cx="116173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15.3 s (</a:t>
            </a:r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2.1×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880200" y="6397920"/>
            <a:ext cx="267533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Parallel video decoding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64780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5" y="31"/>
                  <a:pt x="5398" y="40"/>
                </a:cubicBezTo>
                <a:cubicBezTo>
                  <a:pt x="5411" y="48"/>
                  <a:pt x="5423" y="58"/>
                  <a:pt x="5435" y="69"/>
                </a:cubicBezTo>
                <a:cubicBezTo>
                  <a:pt x="5446" y="80"/>
                  <a:pt x="5455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5" y="1654"/>
                  <a:pt x="5446" y="1666"/>
                  <a:pt x="5435" y="1677"/>
                </a:cubicBezTo>
                <a:cubicBezTo>
                  <a:pt x="5423" y="1688"/>
                  <a:pt x="5411" y="1698"/>
                  <a:pt x="5398" y="1707"/>
                </a:cubicBezTo>
                <a:cubicBezTo>
                  <a:pt x="5385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1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64780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5" y="31"/>
                  <a:pt x="5398" y="40"/>
                </a:cubicBezTo>
                <a:cubicBezTo>
                  <a:pt x="5411" y="48"/>
                  <a:pt x="5423" y="58"/>
                  <a:pt x="5435" y="69"/>
                </a:cubicBezTo>
                <a:cubicBezTo>
                  <a:pt x="5446" y="80"/>
                  <a:pt x="5455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5" y="1654"/>
                  <a:pt x="5446" y="1666"/>
                  <a:pt x="5435" y="1677"/>
                </a:cubicBezTo>
                <a:cubicBezTo>
                  <a:pt x="5423" y="1688"/>
                  <a:pt x="5411" y="1698"/>
                  <a:pt x="5398" y="1707"/>
                </a:cubicBezTo>
                <a:cubicBezTo>
                  <a:pt x="5385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1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666720" y="502920"/>
            <a:ext cx="6196694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decoding APIs - New!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3384360" y="1412280"/>
            <a:ext cx="5501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10516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510516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734000" y="138744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695920" y="1412280"/>
            <a:ext cx="865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7562520" y="1228680"/>
            <a:ext cx="1981800" cy="628920"/>
          </a:xfrm>
          <a:custGeom>
            <a:avLst/>
            <a:gdLst/>
            <a:ahLst/>
            <a:rect l="0" t="0" r="r" b="b"/>
            <a:pathLst>
              <a:path w="55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5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9" y="0"/>
                </a:cubicBezTo>
                <a:lnTo>
                  <a:pt x="5267" y="0"/>
                </a:lnTo>
                <a:cubicBezTo>
                  <a:pt x="5282" y="0"/>
                  <a:pt x="5298" y="1"/>
                  <a:pt x="5313" y="4"/>
                </a:cubicBezTo>
                <a:cubicBezTo>
                  <a:pt x="5328" y="7"/>
                  <a:pt x="5343" y="12"/>
                  <a:pt x="5358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5" y="105"/>
                </a:cubicBezTo>
                <a:cubicBezTo>
                  <a:pt x="5473" y="118"/>
                  <a:pt x="5481" y="132"/>
                  <a:pt x="5487" y="147"/>
                </a:cubicBezTo>
                <a:cubicBezTo>
                  <a:pt x="5493" y="161"/>
                  <a:pt x="5497" y="176"/>
                  <a:pt x="5500" y="191"/>
                </a:cubicBezTo>
                <a:cubicBezTo>
                  <a:pt x="5503" y="207"/>
                  <a:pt x="5505" y="222"/>
                  <a:pt x="5505" y="238"/>
                </a:cubicBezTo>
                <a:lnTo>
                  <a:pt x="5505" y="1509"/>
                </a:lnTo>
                <a:cubicBezTo>
                  <a:pt x="5505" y="1524"/>
                  <a:pt x="5503" y="1540"/>
                  <a:pt x="5500" y="1555"/>
                </a:cubicBezTo>
                <a:cubicBezTo>
                  <a:pt x="5497" y="1571"/>
                  <a:pt x="5493" y="1585"/>
                  <a:pt x="5487" y="1600"/>
                </a:cubicBezTo>
                <a:cubicBezTo>
                  <a:pt x="5481" y="1614"/>
                  <a:pt x="5473" y="1628"/>
                  <a:pt x="5465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8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8" y="1745"/>
                  <a:pt x="5282" y="1747"/>
                  <a:pt x="5267" y="1747"/>
                </a:cubicBezTo>
                <a:lnTo>
                  <a:pt x="239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7562520" y="1228680"/>
            <a:ext cx="1981800" cy="628920"/>
          </a:xfrm>
          <a:custGeom>
            <a:avLst/>
            <a:gdLst/>
            <a:ahLst/>
            <a:rect l="0" t="0" r="r" b="b"/>
            <a:pathLst>
              <a:path w="55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5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9" y="0"/>
                </a:cubicBezTo>
                <a:lnTo>
                  <a:pt x="5267" y="0"/>
                </a:lnTo>
                <a:cubicBezTo>
                  <a:pt x="5282" y="0"/>
                  <a:pt x="5298" y="1"/>
                  <a:pt x="5313" y="4"/>
                </a:cubicBezTo>
                <a:cubicBezTo>
                  <a:pt x="5328" y="7"/>
                  <a:pt x="5343" y="12"/>
                  <a:pt x="5358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5" y="105"/>
                </a:cubicBezTo>
                <a:cubicBezTo>
                  <a:pt x="5473" y="118"/>
                  <a:pt x="5481" y="132"/>
                  <a:pt x="5487" y="147"/>
                </a:cubicBezTo>
                <a:cubicBezTo>
                  <a:pt x="5493" y="161"/>
                  <a:pt x="5497" y="176"/>
                  <a:pt x="5500" y="191"/>
                </a:cubicBezTo>
                <a:cubicBezTo>
                  <a:pt x="5503" y="207"/>
                  <a:pt x="5505" y="222"/>
                  <a:pt x="5505" y="238"/>
                </a:cubicBezTo>
                <a:lnTo>
                  <a:pt x="5505" y="1509"/>
                </a:lnTo>
                <a:cubicBezTo>
                  <a:pt x="5505" y="1524"/>
                  <a:pt x="5503" y="1540"/>
                  <a:pt x="5500" y="1555"/>
                </a:cubicBezTo>
                <a:cubicBezTo>
                  <a:pt x="5497" y="1571"/>
                  <a:pt x="5493" y="1585"/>
                  <a:pt x="5487" y="1600"/>
                </a:cubicBezTo>
                <a:cubicBezTo>
                  <a:pt x="5481" y="1614"/>
                  <a:pt x="5473" y="1628"/>
                  <a:pt x="5465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8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8" y="1745"/>
                  <a:pt x="5282" y="1747"/>
                  <a:pt x="5267" y="1747"/>
                </a:cubicBezTo>
                <a:lnTo>
                  <a:pt x="239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191360" y="138744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056960" y="5648040"/>
            <a:ext cx="1819800" cy="352800"/>
          </a:xfrm>
          <a:custGeom>
            <a:avLst/>
            <a:gdLst/>
            <a:ahLst/>
            <a:rect l="0" t="0" r="r" b="b"/>
            <a:pathLst>
              <a:path w="5055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896" y="0"/>
                </a:lnTo>
                <a:cubicBezTo>
                  <a:pt x="4907" y="0"/>
                  <a:pt x="4917" y="1"/>
                  <a:pt x="4927" y="3"/>
                </a:cubicBezTo>
                <a:cubicBezTo>
                  <a:pt x="4937" y="5"/>
                  <a:pt x="4947" y="8"/>
                  <a:pt x="4957" y="12"/>
                </a:cubicBezTo>
                <a:cubicBezTo>
                  <a:pt x="4967" y="16"/>
                  <a:pt x="4976" y="21"/>
                  <a:pt x="4984" y="27"/>
                </a:cubicBezTo>
                <a:cubicBezTo>
                  <a:pt x="4993" y="33"/>
                  <a:pt x="5001" y="39"/>
                  <a:pt x="5008" y="47"/>
                </a:cubicBezTo>
                <a:cubicBezTo>
                  <a:pt x="5016" y="54"/>
                  <a:pt x="5022" y="62"/>
                  <a:pt x="5028" y="71"/>
                </a:cubicBezTo>
                <a:cubicBezTo>
                  <a:pt x="5034" y="80"/>
                  <a:pt x="5039" y="89"/>
                  <a:pt x="5043" y="98"/>
                </a:cubicBezTo>
                <a:cubicBezTo>
                  <a:pt x="5047" y="108"/>
                  <a:pt x="5050" y="118"/>
                  <a:pt x="5052" y="128"/>
                </a:cubicBezTo>
                <a:cubicBezTo>
                  <a:pt x="5054" y="138"/>
                  <a:pt x="5055" y="149"/>
                  <a:pt x="5055" y="159"/>
                </a:cubicBezTo>
                <a:lnTo>
                  <a:pt x="5055" y="821"/>
                </a:lnTo>
                <a:cubicBezTo>
                  <a:pt x="5055" y="832"/>
                  <a:pt x="5054" y="842"/>
                  <a:pt x="5052" y="852"/>
                </a:cubicBezTo>
                <a:cubicBezTo>
                  <a:pt x="5050" y="863"/>
                  <a:pt x="5047" y="873"/>
                  <a:pt x="5043" y="882"/>
                </a:cubicBezTo>
                <a:cubicBezTo>
                  <a:pt x="5039" y="892"/>
                  <a:pt x="5034" y="901"/>
                  <a:pt x="5028" y="910"/>
                </a:cubicBezTo>
                <a:cubicBezTo>
                  <a:pt x="5022" y="918"/>
                  <a:pt x="5016" y="926"/>
                  <a:pt x="5008" y="934"/>
                </a:cubicBezTo>
                <a:cubicBezTo>
                  <a:pt x="5001" y="941"/>
                  <a:pt x="4993" y="948"/>
                  <a:pt x="4984" y="953"/>
                </a:cubicBezTo>
                <a:cubicBezTo>
                  <a:pt x="4976" y="959"/>
                  <a:pt x="4967" y="964"/>
                  <a:pt x="4957" y="968"/>
                </a:cubicBezTo>
                <a:cubicBezTo>
                  <a:pt x="4947" y="972"/>
                  <a:pt x="4937" y="975"/>
                  <a:pt x="4927" y="977"/>
                </a:cubicBezTo>
                <a:cubicBezTo>
                  <a:pt x="4917" y="979"/>
                  <a:pt x="4907" y="980"/>
                  <a:pt x="4896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40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8070480" y="1412280"/>
            <a:ext cx="104353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152000" y="5695200"/>
            <a:ext cx="176670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874960" y="5645160"/>
            <a:ext cx="8932291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everything in one call. Low-level APIs: </a:t>
            </a:r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more knobs to hill-climb on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880200" y="6397920"/>
            <a:ext cx="346420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Build your own decoding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80760" y="2261880"/>
            <a:ext cx="10830240" cy="1734120"/>
          </a:xfrm>
          <a:custGeom>
            <a:avLst/>
            <a:gdLst/>
            <a:ahLst/>
            <a:rect l="0" t="0" r="r" b="b"/>
            <a:pathLst>
              <a:path w="30084" h="4817">
                <a:moveTo>
                  <a:pt x="0" y="4539"/>
                </a:moveTo>
                <a:lnTo>
                  <a:pt x="0" y="278"/>
                </a:ln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lnTo>
                  <a:pt x="29807" y="0"/>
                </a:lnTo>
                <a:cubicBezTo>
                  <a:pt x="29825" y="0"/>
                  <a:pt x="29843" y="2"/>
                  <a:pt x="29861" y="6"/>
                </a:cubicBezTo>
                <a:cubicBezTo>
                  <a:pt x="29879" y="9"/>
                  <a:pt x="29896" y="15"/>
                  <a:pt x="29913" y="22"/>
                </a:cubicBezTo>
                <a:cubicBezTo>
                  <a:pt x="29930" y="28"/>
                  <a:pt x="29946" y="37"/>
                  <a:pt x="29961" y="47"/>
                </a:cubicBezTo>
                <a:cubicBezTo>
                  <a:pt x="29976" y="57"/>
                  <a:pt x="29990" y="69"/>
                  <a:pt x="30003" y="82"/>
                </a:cubicBezTo>
                <a:cubicBezTo>
                  <a:pt x="30016" y="95"/>
                  <a:pt x="30027" y="109"/>
                  <a:pt x="30038" y="124"/>
                </a:cubicBezTo>
                <a:cubicBezTo>
                  <a:pt x="30048" y="139"/>
                  <a:pt x="30056" y="155"/>
                  <a:pt x="30063" y="172"/>
                </a:cubicBezTo>
                <a:cubicBezTo>
                  <a:pt x="30070" y="189"/>
                  <a:pt x="30075" y="206"/>
                  <a:pt x="30079" y="224"/>
                </a:cubicBezTo>
                <a:cubicBezTo>
                  <a:pt x="30083" y="242"/>
                  <a:pt x="30084" y="260"/>
                  <a:pt x="30084" y="278"/>
                </a:cubicBezTo>
                <a:lnTo>
                  <a:pt x="30084" y="4539"/>
                </a:lnTo>
                <a:cubicBezTo>
                  <a:pt x="30084" y="4557"/>
                  <a:pt x="30083" y="4575"/>
                  <a:pt x="30079" y="4593"/>
                </a:cubicBezTo>
                <a:cubicBezTo>
                  <a:pt x="30075" y="4611"/>
                  <a:pt x="30070" y="4628"/>
                  <a:pt x="30063" y="4645"/>
                </a:cubicBezTo>
                <a:cubicBezTo>
                  <a:pt x="30056" y="4662"/>
                  <a:pt x="30048" y="4678"/>
                  <a:pt x="30038" y="4693"/>
                </a:cubicBezTo>
                <a:cubicBezTo>
                  <a:pt x="30027" y="4708"/>
                  <a:pt x="30016" y="4723"/>
                  <a:pt x="30003" y="4735"/>
                </a:cubicBezTo>
                <a:cubicBezTo>
                  <a:pt x="29990" y="4748"/>
                  <a:pt x="29976" y="4760"/>
                  <a:pt x="29961" y="4770"/>
                </a:cubicBezTo>
                <a:cubicBezTo>
                  <a:pt x="29946" y="4780"/>
                  <a:pt x="29930" y="4789"/>
                  <a:pt x="29913" y="4796"/>
                </a:cubicBezTo>
                <a:cubicBezTo>
                  <a:pt x="29896" y="4803"/>
                  <a:pt x="29879" y="4808"/>
                  <a:pt x="29861" y="4811"/>
                </a:cubicBezTo>
                <a:cubicBezTo>
                  <a:pt x="29843" y="4815"/>
                  <a:pt x="29825" y="4817"/>
                  <a:pt x="29807" y="4817"/>
                </a:cubicBezTo>
                <a:lnTo>
                  <a:pt x="278" y="4817"/>
                </a:lnTo>
                <a:cubicBezTo>
                  <a:pt x="260" y="4817"/>
                  <a:pt x="242" y="4815"/>
                  <a:pt x="224" y="4811"/>
                </a:cubicBezTo>
                <a:cubicBezTo>
                  <a:pt x="206" y="4808"/>
                  <a:pt x="189" y="4803"/>
                  <a:pt x="172" y="4796"/>
                </a:cubicBezTo>
                <a:cubicBezTo>
                  <a:pt x="155" y="4789"/>
                  <a:pt x="139" y="4780"/>
                  <a:pt x="124" y="4770"/>
                </a:cubicBezTo>
                <a:cubicBezTo>
                  <a:pt x="109" y="4760"/>
                  <a:pt x="95" y="4748"/>
                  <a:pt x="82" y="4735"/>
                </a:cubicBezTo>
                <a:cubicBezTo>
                  <a:pt x="69" y="4723"/>
                  <a:pt x="57" y="4708"/>
                  <a:pt x="47" y="4693"/>
                </a:cubicBezTo>
                <a:cubicBezTo>
                  <a:pt x="37" y="4678"/>
                  <a:pt x="28" y="4662"/>
                  <a:pt x="21" y="4645"/>
                </a:cubicBezTo>
                <a:cubicBezTo>
                  <a:pt x="14" y="4628"/>
                  <a:pt x="9" y="4611"/>
                  <a:pt x="6" y="4593"/>
                </a:cubicBezTo>
                <a:cubicBezTo>
                  <a:pt x="2" y="4575"/>
                  <a:pt x="0" y="4557"/>
                  <a:pt x="0" y="4539"/>
                </a:cubicBezTo>
                <a:close/>
              </a:path>
            </a:pathLst>
          </a:custGeom>
          <a:solidFill>
            <a:srgbClr val="fff7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80760" y="2261880"/>
            <a:ext cx="10830240" cy="1734120"/>
          </a:xfrm>
          <a:custGeom>
            <a:avLst/>
            <a:gdLst/>
            <a:ahLst/>
            <a:rect l="0" t="0" r="r" b="b"/>
            <a:pathLst>
              <a:path w="30084" h="4817">
                <a:moveTo>
                  <a:pt x="0" y="4539"/>
                </a:moveTo>
                <a:lnTo>
                  <a:pt x="0" y="278"/>
                </a:ln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lnTo>
                  <a:pt x="29807" y="0"/>
                </a:lnTo>
                <a:cubicBezTo>
                  <a:pt x="29825" y="0"/>
                  <a:pt x="29843" y="2"/>
                  <a:pt x="29861" y="6"/>
                </a:cubicBezTo>
                <a:cubicBezTo>
                  <a:pt x="29879" y="9"/>
                  <a:pt x="29896" y="15"/>
                  <a:pt x="29913" y="22"/>
                </a:cubicBezTo>
                <a:cubicBezTo>
                  <a:pt x="29930" y="28"/>
                  <a:pt x="29946" y="37"/>
                  <a:pt x="29961" y="47"/>
                </a:cubicBezTo>
                <a:cubicBezTo>
                  <a:pt x="29976" y="57"/>
                  <a:pt x="29990" y="69"/>
                  <a:pt x="30003" y="82"/>
                </a:cubicBezTo>
                <a:cubicBezTo>
                  <a:pt x="30016" y="95"/>
                  <a:pt x="30027" y="109"/>
                  <a:pt x="30038" y="124"/>
                </a:cubicBezTo>
                <a:cubicBezTo>
                  <a:pt x="30048" y="139"/>
                  <a:pt x="30056" y="155"/>
                  <a:pt x="30063" y="172"/>
                </a:cubicBezTo>
                <a:cubicBezTo>
                  <a:pt x="30070" y="189"/>
                  <a:pt x="30075" y="206"/>
                  <a:pt x="30079" y="224"/>
                </a:cubicBezTo>
                <a:cubicBezTo>
                  <a:pt x="30083" y="242"/>
                  <a:pt x="30084" y="260"/>
                  <a:pt x="30084" y="278"/>
                </a:cubicBezTo>
                <a:lnTo>
                  <a:pt x="30084" y="4539"/>
                </a:lnTo>
                <a:cubicBezTo>
                  <a:pt x="30084" y="4557"/>
                  <a:pt x="30083" y="4575"/>
                  <a:pt x="30079" y="4593"/>
                </a:cubicBezTo>
                <a:cubicBezTo>
                  <a:pt x="30075" y="4611"/>
                  <a:pt x="30070" y="4628"/>
                  <a:pt x="30063" y="4645"/>
                </a:cubicBezTo>
                <a:cubicBezTo>
                  <a:pt x="30056" y="4662"/>
                  <a:pt x="30048" y="4678"/>
                  <a:pt x="30038" y="4693"/>
                </a:cubicBezTo>
                <a:cubicBezTo>
                  <a:pt x="30027" y="4708"/>
                  <a:pt x="30016" y="4723"/>
                  <a:pt x="30003" y="4735"/>
                </a:cubicBezTo>
                <a:cubicBezTo>
                  <a:pt x="29990" y="4748"/>
                  <a:pt x="29976" y="4760"/>
                  <a:pt x="29961" y="4770"/>
                </a:cubicBezTo>
                <a:cubicBezTo>
                  <a:pt x="29946" y="4780"/>
                  <a:pt x="29930" y="4789"/>
                  <a:pt x="29913" y="4796"/>
                </a:cubicBezTo>
                <a:cubicBezTo>
                  <a:pt x="29896" y="4803"/>
                  <a:pt x="29879" y="4808"/>
                  <a:pt x="29861" y="4811"/>
                </a:cubicBezTo>
                <a:cubicBezTo>
                  <a:pt x="29843" y="4815"/>
                  <a:pt x="29825" y="4817"/>
                  <a:pt x="29807" y="4817"/>
                </a:cubicBezTo>
                <a:lnTo>
                  <a:pt x="278" y="4817"/>
                </a:lnTo>
                <a:cubicBezTo>
                  <a:pt x="260" y="4817"/>
                  <a:pt x="242" y="4815"/>
                  <a:pt x="224" y="4811"/>
                </a:cubicBezTo>
                <a:cubicBezTo>
                  <a:pt x="206" y="4808"/>
                  <a:pt x="189" y="4803"/>
                  <a:pt x="172" y="4796"/>
                </a:cubicBezTo>
                <a:cubicBezTo>
                  <a:pt x="155" y="4789"/>
                  <a:pt x="139" y="4780"/>
                  <a:pt x="124" y="4770"/>
                </a:cubicBezTo>
                <a:cubicBezTo>
                  <a:pt x="109" y="4760"/>
                  <a:pt x="95" y="4748"/>
                  <a:pt x="82" y="4735"/>
                </a:cubicBezTo>
                <a:cubicBezTo>
                  <a:pt x="69" y="4723"/>
                  <a:pt x="57" y="4708"/>
                  <a:pt x="47" y="4693"/>
                </a:cubicBezTo>
                <a:cubicBezTo>
                  <a:pt x="37" y="4678"/>
                  <a:pt x="28" y="4662"/>
                  <a:pt x="21" y="4645"/>
                </a:cubicBezTo>
                <a:cubicBezTo>
                  <a:pt x="14" y="4628"/>
                  <a:pt x="9" y="4611"/>
                  <a:pt x="6" y="4593"/>
                </a:cubicBezTo>
                <a:cubicBezTo>
                  <a:pt x="2" y="4575"/>
                  <a:pt x="0" y="4557"/>
                  <a:pt x="0" y="4539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64780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5" y="31"/>
                  <a:pt x="5398" y="40"/>
                </a:cubicBezTo>
                <a:cubicBezTo>
                  <a:pt x="5411" y="48"/>
                  <a:pt x="5423" y="58"/>
                  <a:pt x="5435" y="69"/>
                </a:cubicBezTo>
                <a:cubicBezTo>
                  <a:pt x="5446" y="80"/>
                  <a:pt x="5455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5" y="1654"/>
                  <a:pt x="5446" y="1666"/>
                  <a:pt x="5435" y="1677"/>
                </a:cubicBezTo>
                <a:cubicBezTo>
                  <a:pt x="5423" y="1688"/>
                  <a:pt x="5411" y="1698"/>
                  <a:pt x="5398" y="1707"/>
                </a:cubicBezTo>
                <a:cubicBezTo>
                  <a:pt x="5385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1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64780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5" y="31"/>
                  <a:pt x="5398" y="40"/>
                </a:cubicBezTo>
                <a:cubicBezTo>
                  <a:pt x="5411" y="48"/>
                  <a:pt x="5423" y="58"/>
                  <a:pt x="5435" y="69"/>
                </a:cubicBezTo>
                <a:cubicBezTo>
                  <a:pt x="5446" y="80"/>
                  <a:pt x="5455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5" y="1654"/>
                  <a:pt x="5446" y="1666"/>
                  <a:pt x="5435" y="1677"/>
                </a:cubicBezTo>
                <a:cubicBezTo>
                  <a:pt x="5423" y="1688"/>
                  <a:pt x="5411" y="1698"/>
                  <a:pt x="5398" y="1707"/>
                </a:cubicBezTo>
                <a:cubicBezTo>
                  <a:pt x="5385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2" y="1747"/>
                  <a:pt x="207" y="1745"/>
                  <a:pt x="192" y="1742"/>
                </a:cubicBezTo>
                <a:cubicBezTo>
                  <a:pt x="176" y="1739"/>
                  <a:pt x="161" y="1735"/>
                  <a:pt x="147" y="1729"/>
                </a:cubicBezTo>
                <a:cubicBezTo>
                  <a:pt x="132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1"/>
                  <a:pt x="4" y="1555"/>
                </a:cubicBezTo>
                <a:cubicBezTo>
                  <a:pt x="1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66720" y="502920"/>
            <a:ext cx="6196694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decoding APIs - New!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3384360" y="1412280"/>
            <a:ext cx="5501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510516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5105160" y="1228680"/>
            <a:ext cx="1981440" cy="628920"/>
          </a:xfrm>
          <a:custGeom>
            <a:avLst/>
            <a:gdLst/>
            <a:ahLst/>
            <a:rect l="0" t="0" r="r" b="b"/>
            <a:pathLst>
              <a:path w="5504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2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5266" y="0"/>
                </a:lnTo>
                <a:cubicBezTo>
                  <a:pt x="5282" y="0"/>
                  <a:pt x="5297" y="1"/>
                  <a:pt x="5313" y="4"/>
                </a:cubicBezTo>
                <a:cubicBezTo>
                  <a:pt x="5328" y="7"/>
                  <a:pt x="5343" y="12"/>
                  <a:pt x="5357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4" y="105"/>
                </a:cubicBezTo>
                <a:cubicBezTo>
                  <a:pt x="5473" y="118"/>
                  <a:pt x="5480" y="132"/>
                  <a:pt x="5486" y="147"/>
                </a:cubicBezTo>
                <a:cubicBezTo>
                  <a:pt x="5492" y="161"/>
                  <a:pt x="5497" y="176"/>
                  <a:pt x="5500" y="191"/>
                </a:cubicBezTo>
                <a:cubicBezTo>
                  <a:pt x="5503" y="207"/>
                  <a:pt x="5504" y="222"/>
                  <a:pt x="5504" y="238"/>
                </a:cubicBezTo>
                <a:lnTo>
                  <a:pt x="5504" y="1509"/>
                </a:lnTo>
                <a:cubicBezTo>
                  <a:pt x="5504" y="1524"/>
                  <a:pt x="5503" y="1540"/>
                  <a:pt x="5500" y="1555"/>
                </a:cubicBezTo>
                <a:cubicBezTo>
                  <a:pt x="5497" y="1571"/>
                  <a:pt x="5492" y="1585"/>
                  <a:pt x="5486" y="1600"/>
                </a:cubicBezTo>
                <a:cubicBezTo>
                  <a:pt x="5480" y="1614"/>
                  <a:pt x="5473" y="1628"/>
                  <a:pt x="5464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7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7" y="1745"/>
                  <a:pt x="5282" y="1747"/>
                  <a:pt x="5266" y="1747"/>
                </a:cubicBezTo>
                <a:lnTo>
                  <a:pt x="238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6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2" y="1628"/>
                  <a:pt x="24" y="1614"/>
                  <a:pt x="18" y="1600"/>
                </a:cubicBezTo>
                <a:cubicBezTo>
                  <a:pt x="12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4734000" y="138744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5695920" y="1412280"/>
            <a:ext cx="865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7562520" y="1228680"/>
            <a:ext cx="1981800" cy="628920"/>
          </a:xfrm>
          <a:custGeom>
            <a:avLst/>
            <a:gdLst/>
            <a:ahLst/>
            <a:rect l="0" t="0" r="r" b="b"/>
            <a:pathLst>
              <a:path w="55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5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9" y="0"/>
                </a:cubicBezTo>
                <a:lnTo>
                  <a:pt x="5267" y="0"/>
                </a:lnTo>
                <a:cubicBezTo>
                  <a:pt x="5282" y="0"/>
                  <a:pt x="5298" y="1"/>
                  <a:pt x="5313" y="4"/>
                </a:cubicBezTo>
                <a:cubicBezTo>
                  <a:pt x="5328" y="7"/>
                  <a:pt x="5343" y="12"/>
                  <a:pt x="5358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5" y="105"/>
                </a:cubicBezTo>
                <a:cubicBezTo>
                  <a:pt x="5473" y="118"/>
                  <a:pt x="5481" y="132"/>
                  <a:pt x="5487" y="147"/>
                </a:cubicBezTo>
                <a:cubicBezTo>
                  <a:pt x="5493" y="161"/>
                  <a:pt x="5497" y="176"/>
                  <a:pt x="5500" y="191"/>
                </a:cubicBezTo>
                <a:cubicBezTo>
                  <a:pt x="5503" y="207"/>
                  <a:pt x="5505" y="222"/>
                  <a:pt x="5505" y="238"/>
                </a:cubicBezTo>
                <a:lnTo>
                  <a:pt x="5505" y="1509"/>
                </a:lnTo>
                <a:cubicBezTo>
                  <a:pt x="5505" y="1524"/>
                  <a:pt x="5503" y="1540"/>
                  <a:pt x="5500" y="1555"/>
                </a:cubicBezTo>
                <a:cubicBezTo>
                  <a:pt x="5497" y="1571"/>
                  <a:pt x="5493" y="1585"/>
                  <a:pt x="5487" y="1600"/>
                </a:cubicBezTo>
                <a:cubicBezTo>
                  <a:pt x="5481" y="1614"/>
                  <a:pt x="5473" y="1628"/>
                  <a:pt x="5465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8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8" y="1745"/>
                  <a:pt x="5282" y="1747"/>
                  <a:pt x="5267" y="1747"/>
                </a:cubicBezTo>
                <a:lnTo>
                  <a:pt x="239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7562520" y="1228680"/>
            <a:ext cx="1981800" cy="628920"/>
          </a:xfrm>
          <a:custGeom>
            <a:avLst/>
            <a:gdLst/>
            <a:ahLst/>
            <a:rect l="0" t="0" r="r" b="b"/>
            <a:pathLst>
              <a:path w="5505" h="1747">
                <a:moveTo>
                  <a:pt x="0" y="1509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3" y="161"/>
                  <a:pt x="19" y="147"/>
                </a:cubicBezTo>
                <a:cubicBezTo>
                  <a:pt x="25" y="132"/>
                  <a:pt x="32" y="118"/>
                  <a:pt x="41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2" y="12"/>
                  <a:pt x="177" y="7"/>
                  <a:pt x="192" y="4"/>
                </a:cubicBezTo>
                <a:cubicBezTo>
                  <a:pt x="207" y="1"/>
                  <a:pt x="223" y="0"/>
                  <a:pt x="239" y="0"/>
                </a:cubicBezTo>
                <a:lnTo>
                  <a:pt x="5267" y="0"/>
                </a:lnTo>
                <a:cubicBezTo>
                  <a:pt x="5282" y="0"/>
                  <a:pt x="5298" y="1"/>
                  <a:pt x="5313" y="4"/>
                </a:cubicBezTo>
                <a:cubicBezTo>
                  <a:pt x="5328" y="7"/>
                  <a:pt x="5343" y="12"/>
                  <a:pt x="5358" y="18"/>
                </a:cubicBezTo>
                <a:cubicBezTo>
                  <a:pt x="5372" y="24"/>
                  <a:pt x="5386" y="31"/>
                  <a:pt x="5399" y="40"/>
                </a:cubicBezTo>
                <a:cubicBezTo>
                  <a:pt x="5412" y="48"/>
                  <a:pt x="5424" y="58"/>
                  <a:pt x="5435" y="69"/>
                </a:cubicBezTo>
                <a:cubicBezTo>
                  <a:pt x="5446" y="80"/>
                  <a:pt x="5456" y="92"/>
                  <a:pt x="5465" y="105"/>
                </a:cubicBezTo>
                <a:cubicBezTo>
                  <a:pt x="5473" y="118"/>
                  <a:pt x="5481" y="132"/>
                  <a:pt x="5487" y="147"/>
                </a:cubicBezTo>
                <a:cubicBezTo>
                  <a:pt x="5493" y="161"/>
                  <a:pt x="5497" y="176"/>
                  <a:pt x="5500" y="191"/>
                </a:cubicBezTo>
                <a:cubicBezTo>
                  <a:pt x="5503" y="207"/>
                  <a:pt x="5505" y="222"/>
                  <a:pt x="5505" y="238"/>
                </a:cubicBezTo>
                <a:lnTo>
                  <a:pt x="5505" y="1509"/>
                </a:lnTo>
                <a:cubicBezTo>
                  <a:pt x="5505" y="1524"/>
                  <a:pt x="5503" y="1540"/>
                  <a:pt x="5500" y="1555"/>
                </a:cubicBezTo>
                <a:cubicBezTo>
                  <a:pt x="5497" y="1571"/>
                  <a:pt x="5493" y="1585"/>
                  <a:pt x="5487" y="1600"/>
                </a:cubicBezTo>
                <a:cubicBezTo>
                  <a:pt x="5481" y="1614"/>
                  <a:pt x="5473" y="1628"/>
                  <a:pt x="5465" y="1641"/>
                </a:cubicBezTo>
                <a:cubicBezTo>
                  <a:pt x="5456" y="1654"/>
                  <a:pt x="5446" y="1666"/>
                  <a:pt x="5435" y="1677"/>
                </a:cubicBezTo>
                <a:cubicBezTo>
                  <a:pt x="5424" y="1688"/>
                  <a:pt x="5412" y="1698"/>
                  <a:pt x="5399" y="1707"/>
                </a:cubicBezTo>
                <a:cubicBezTo>
                  <a:pt x="5386" y="1715"/>
                  <a:pt x="5372" y="1723"/>
                  <a:pt x="5358" y="1729"/>
                </a:cubicBezTo>
                <a:cubicBezTo>
                  <a:pt x="5343" y="1735"/>
                  <a:pt x="5328" y="1739"/>
                  <a:pt x="5313" y="1742"/>
                </a:cubicBezTo>
                <a:cubicBezTo>
                  <a:pt x="5298" y="1745"/>
                  <a:pt x="5282" y="1747"/>
                  <a:pt x="5267" y="1747"/>
                </a:cubicBezTo>
                <a:lnTo>
                  <a:pt x="239" y="1747"/>
                </a:lnTo>
                <a:cubicBezTo>
                  <a:pt x="223" y="1747"/>
                  <a:pt x="207" y="1745"/>
                  <a:pt x="192" y="1742"/>
                </a:cubicBezTo>
                <a:cubicBezTo>
                  <a:pt x="177" y="1739"/>
                  <a:pt x="162" y="1735"/>
                  <a:pt x="147" y="1729"/>
                </a:cubicBezTo>
                <a:cubicBezTo>
                  <a:pt x="133" y="1723"/>
                  <a:pt x="119" y="1715"/>
                  <a:pt x="106" y="1707"/>
                </a:cubicBezTo>
                <a:cubicBezTo>
                  <a:pt x="93" y="1698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1"/>
                  <a:pt x="5" y="1555"/>
                </a:cubicBezTo>
                <a:cubicBezTo>
                  <a:pt x="2" y="1540"/>
                  <a:pt x="0" y="1524"/>
                  <a:pt x="0" y="1509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191360" y="138744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071360" y="2557440"/>
            <a:ext cx="1371960" cy="1143360"/>
          </a:xfrm>
          <a:custGeom>
            <a:avLst/>
            <a:gdLst/>
            <a:ahLst/>
            <a:rect l="0" t="0" r="r" b="b"/>
            <a:pathLst>
              <a:path w="3811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2" y="195"/>
                  <a:pt x="4" y="181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3586" y="0"/>
                </a:lnTo>
                <a:cubicBezTo>
                  <a:pt x="3601" y="0"/>
                  <a:pt x="3616" y="1"/>
                  <a:pt x="3630" y="4"/>
                </a:cubicBezTo>
                <a:cubicBezTo>
                  <a:pt x="3645" y="7"/>
                  <a:pt x="3659" y="11"/>
                  <a:pt x="3672" y="17"/>
                </a:cubicBezTo>
                <a:cubicBezTo>
                  <a:pt x="3686" y="22"/>
                  <a:pt x="3699" y="29"/>
                  <a:pt x="3711" y="37"/>
                </a:cubicBezTo>
                <a:cubicBezTo>
                  <a:pt x="3723" y="46"/>
                  <a:pt x="3735" y="55"/>
                  <a:pt x="3745" y="65"/>
                </a:cubicBezTo>
                <a:cubicBezTo>
                  <a:pt x="3756" y="76"/>
                  <a:pt x="3765" y="87"/>
                  <a:pt x="3773" y="100"/>
                </a:cubicBezTo>
                <a:cubicBezTo>
                  <a:pt x="3781" y="112"/>
                  <a:pt x="3788" y="125"/>
                  <a:pt x="3794" y="138"/>
                </a:cubicBezTo>
                <a:cubicBezTo>
                  <a:pt x="3800" y="152"/>
                  <a:pt x="3804" y="166"/>
                  <a:pt x="3807" y="181"/>
                </a:cubicBezTo>
                <a:cubicBezTo>
                  <a:pt x="3810" y="195"/>
                  <a:pt x="3811" y="210"/>
                  <a:pt x="3811" y="224"/>
                </a:cubicBezTo>
                <a:lnTo>
                  <a:pt x="3811" y="2951"/>
                </a:lnTo>
                <a:cubicBezTo>
                  <a:pt x="3811" y="2965"/>
                  <a:pt x="3810" y="2980"/>
                  <a:pt x="3807" y="2995"/>
                </a:cubicBezTo>
                <a:cubicBezTo>
                  <a:pt x="3804" y="3009"/>
                  <a:pt x="3800" y="3023"/>
                  <a:pt x="3794" y="3037"/>
                </a:cubicBezTo>
                <a:cubicBezTo>
                  <a:pt x="3788" y="3050"/>
                  <a:pt x="3781" y="3063"/>
                  <a:pt x="3773" y="3076"/>
                </a:cubicBezTo>
                <a:cubicBezTo>
                  <a:pt x="3765" y="3088"/>
                  <a:pt x="3756" y="3099"/>
                  <a:pt x="3745" y="3110"/>
                </a:cubicBezTo>
                <a:cubicBezTo>
                  <a:pt x="3735" y="3120"/>
                  <a:pt x="3723" y="3129"/>
                  <a:pt x="3711" y="3138"/>
                </a:cubicBezTo>
                <a:cubicBezTo>
                  <a:pt x="3699" y="3146"/>
                  <a:pt x="3686" y="3153"/>
                  <a:pt x="3672" y="3158"/>
                </a:cubicBezTo>
                <a:cubicBezTo>
                  <a:pt x="3659" y="3164"/>
                  <a:pt x="3645" y="3168"/>
                  <a:pt x="3630" y="3171"/>
                </a:cubicBezTo>
                <a:cubicBezTo>
                  <a:pt x="3616" y="3174"/>
                  <a:pt x="3601" y="3176"/>
                  <a:pt x="3586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3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5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071360" y="2557440"/>
            <a:ext cx="1371960" cy="1143360"/>
          </a:xfrm>
          <a:custGeom>
            <a:avLst/>
            <a:gdLst/>
            <a:ahLst/>
            <a:rect l="0" t="0" r="r" b="b"/>
            <a:pathLst>
              <a:path w="3811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2" y="195"/>
                  <a:pt x="4" y="181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3586" y="0"/>
                </a:lnTo>
                <a:cubicBezTo>
                  <a:pt x="3601" y="0"/>
                  <a:pt x="3616" y="1"/>
                  <a:pt x="3630" y="4"/>
                </a:cubicBezTo>
                <a:cubicBezTo>
                  <a:pt x="3645" y="7"/>
                  <a:pt x="3659" y="11"/>
                  <a:pt x="3672" y="17"/>
                </a:cubicBezTo>
                <a:cubicBezTo>
                  <a:pt x="3686" y="22"/>
                  <a:pt x="3699" y="29"/>
                  <a:pt x="3711" y="37"/>
                </a:cubicBezTo>
                <a:cubicBezTo>
                  <a:pt x="3723" y="46"/>
                  <a:pt x="3735" y="55"/>
                  <a:pt x="3745" y="65"/>
                </a:cubicBezTo>
                <a:cubicBezTo>
                  <a:pt x="3756" y="76"/>
                  <a:pt x="3765" y="87"/>
                  <a:pt x="3773" y="100"/>
                </a:cubicBezTo>
                <a:cubicBezTo>
                  <a:pt x="3781" y="112"/>
                  <a:pt x="3788" y="125"/>
                  <a:pt x="3794" y="138"/>
                </a:cubicBezTo>
                <a:cubicBezTo>
                  <a:pt x="3800" y="152"/>
                  <a:pt x="3804" y="166"/>
                  <a:pt x="3807" y="181"/>
                </a:cubicBezTo>
                <a:cubicBezTo>
                  <a:pt x="3810" y="195"/>
                  <a:pt x="3811" y="210"/>
                  <a:pt x="3811" y="224"/>
                </a:cubicBezTo>
                <a:lnTo>
                  <a:pt x="3811" y="2951"/>
                </a:lnTo>
                <a:cubicBezTo>
                  <a:pt x="3811" y="2965"/>
                  <a:pt x="3810" y="2980"/>
                  <a:pt x="3807" y="2995"/>
                </a:cubicBezTo>
                <a:cubicBezTo>
                  <a:pt x="3804" y="3009"/>
                  <a:pt x="3800" y="3023"/>
                  <a:pt x="3794" y="3037"/>
                </a:cubicBezTo>
                <a:cubicBezTo>
                  <a:pt x="3788" y="3050"/>
                  <a:pt x="3781" y="3063"/>
                  <a:pt x="3773" y="3076"/>
                </a:cubicBezTo>
                <a:cubicBezTo>
                  <a:pt x="3765" y="3088"/>
                  <a:pt x="3756" y="3099"/>
                  <a:pt x="3745" y="3110"/>
                </a:cubicBezTo>
                <a:cubicBezTo>
                  <a:pt x="3735" y="3120"/>
                  <a:pt x="3723" y="3129"/>
                  <a:pt x="3711" y="3138"/>
                </a:cubicBezTo>
                <a:cubicBezTo>
                  <a:pt x="3699" y="3146"/>
                  <a:pt x="3686" y="3153"/>
                  <a:pt x="3672" y="3158"/>
                </a:cubicBezTo>
                <a:cubicBezTo>
                  <a:pt x="3659" y="3164"/>
                  <a:pt x="3645" y="3168"/>
                  <a:pt x="3630" y="3171"/>
                </a:cubicBezTo>
                <a:cubicBezTo>
                  <a:pt x="3616" y="3174"/>
                  <a:pt x="3601" y="3176"/>
                  <a:pt x="3586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3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5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8070480" y="1412280"/>
            <a:ext cx="104353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296720" y="2799000"/>
            <a:ext cx="998049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demux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1357200" y="3260880"/>
            <a:ext cx="865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Demuxer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2707560" y="27889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357360" y="2557440"/>
            <a:ext cx="2505600" cy="1143360"/>
          </a:xfrm>
          <a:custGeom>
            <a:avLst/>
            <a:gdLst/>
            <a:ahLst/>
            <a:rect l="0" t="0" r="r" b="b"/>
            <a:pathLst>
              <a:path w="6960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2" y="195"/>
                  <a:pt x="4" y="181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735" y="0"/>
                </a:lnTo>
                <a:cubicBezTo>
                  <a:pt x="6749" y="0"/>
                  <a:pt x="6764" y="1"/>
                  <a:pt x="6779" y="4"/>
                </a:cubicBezTo>
                <a:cubicBezTo>
                  <a:pt x="6793" y="7"/>
                  <a:pt x="6807" y="11"/>
                  <a:pt x="6821" y="17"/>
                </a:cubicBezTo>
                <a:cubicBezTo>
                  <a:pt x="6834" y="22"/>
                  <a:pt x="6847" y="29"/>
                  <a:pt x="6860" y="37"/>
                </a:cubicBezTo>
                <a:cubicBezTo>
                  <a:pt x="6872" y="46"/>
                  <a:pt x="6883" y="55"/>
                  <a:pt x="6894" y="65"/>
                </a:cubicBezTo>
                <a:cubicBezTo>
                  <a:pt x="6904" y="76"/>
                  <a:pt x="6913" y="87"/>
                  <a:pt x="6922" y="100"/>
                </a:cubicBezTo>
                <a:cubicBezTo>
                  <a:pt x="6930" y="112"/>
                  <a:pt x="6937" y="125"/>
                  <a:pt x="6942" y="138"/>
                </a:cubicBezTo>
                <a:cubicBezTo>
                  <a:pt x="6948" y="152"/>
                  <a:pt x="6952" y="166"/>
                  <a:pt x="6955" y="181"/>
                </a:cubicBezTo>
                <a:cubicBezTo>
                  <a:pt x="6958" y="195"/>
                  <a:pt x="6960" y="210"/>
                  <a:pt x="6960" y="224"/>
                </a:cubicBezTo>
                <a:lnTo>
                  <a:pt x="6960" y="2951"/>
                </a:lnTo>
                <a:cubicBezTo>
                  <a:pt x="6960" y="2965"/>
                  <a:pt x="6958" y="2980"/>
                  <a:pt x="6955" y="2995"/>
                </a:cubicBezTo>
                <a:cubicBezTo>
                  <a:pt x="6952" y="3009"/>
                  <a:pt x="6948" y="3023"/>
                  <a:pt x="6942" y="3037"/>
                </a:cubicBezTo>
                <a:cubicBezTo>
                  <a:pt x="6937" y="3050"/>
                  <a:pt x="6930" y="3063"/>
                  <a:pt x="6922" y="3076"/>
                </a:cubicBezTo>
                <a:cubicBezTo>
                  <a:pt x="6913" y="3088"/>
                  <a:pt x="6904" y="3099"/>
                  <a:pt x="6894" y="3110"/>
                </a:cubicBezTo>
                <a:cubicBezTo>
                  <a:pt x="6883" y="3120"/>
                  <a:pt x="6872" y="3129"/>
                  <a:pt x="6860" y="3138"/>
                </a:cubicBezTo>
                <a:cubicBezTo>
                  <a:pt x="6847" y="3146"/>
                  <a:pt x="6834" y="3153"/>
                  <a:pt x="6821" y="3158"/>
                </a:cubicBezTo>
                <a:cubicBezTo>
                  <a:pt x="6807" y="3164"/>
                  <a:pt x="6793" y="3168"/>
                  <a:pt x="6779" y="3171"/>
                </a:cubicBezTo>
                <a:cubicBezTo>
                  <a:pt x="6764" y="3174"/>
                  <a:pt x="6749" y="3176"/>
                  <a:pt x="6735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3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5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3357360" y="2557440"/>
            <a:ext cx="2505600" cy="1143360"/>
          </a:xfrm>
          <a:custGeom>
            <a:avLst/>
            <a:gdLst/>
            <a:ahLst/>
            <a:rect l="0" t="0" r="r" b="b"/>
            <a:pathLst>
              <a:path w="6960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2" y="195"/>
                  <a:pt x="4" y="181"/>
                </a:cubicBezTo>
                <a:cubicBezTo>
                  <a:pt x="7" y="166"/>
                  <a:pt x="12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735" y="0"/>
                </a:lnTo>
                <a:cubicBezTo>
                  <a:pt x="6749" y="0"/>
                  <a:pt x="6764" y="1"/>
                  <a:pt x="6779" y="4"/>
                </a:cubicBezTo>
                <a:cubicBezTo>
                  <a:pt x="6793" y="7"/>
                  <a:pt x="6807" y="11"/>
                  <a:pt x="6821" y="17"/>
                </a:cubicBezTo>
                <a:cubicBezTo>
                  <a:pt x="6834" y="22"/>
                  <a:pt x="6847" y="29"/>
                  <a:pt x="6860" y="37"/>
                </a:cubicBezTo>
                <a:cubicBezTo>
                  <a:pt x="6872" y="46"/>
                  <a:pt x="6883" y="55"/>
                  <a:pt x="6894" y="65"/>
                </a:cubicBezTo>
                <a:cubicBezTo>
                  <a:pt x="6904" y="76"/>
                  <a:pt x="6913" y="87"/>
                  <a:pt x="6922" y="100"/>
                </a:cubicBezTo>
                <a:cubicBezTo>
                  <a:pt x="6930" y="112"/>
                  <a:pt x="6937" y="125"/>
                  <a:pt x="6942" y="138"/>
                </a:cubicBezTo>
                <a:cubicBezTo>
                  <a:pt x="6948" y="152"/>
                  <a:pt x="6952" y="166"/>
                  <a:pt x="6955" y="181"/>
                </a:cubicBezTo>
                <a:cubicBezTo>
                  <a:pt x="6958" y="195"/>
                  <a:pt x="6960" y="210"/>
                  <a:pt x="6960" y="224"/>
                </a:cubicBezTo>
                <a:lnTo>
                  <a:pt x="6960" y="2951"/>
                </a:lnTo>
                <a:cubicBezTo>
                  <a:pt x="6960" y="2965"/>
                  <a:pt x="6958" y="2980"/>
                  <a:pt x="6955" y="2995"/>
                </a:cubicBezTo>
                <a:cubicBezTo>
                  <a:pt x="6952" y="3009"/>
                  <a:pt x="6948" y="3023"/>
                  <a:pt x="6942" y="3037"/>
                </a:cubicBezTo>
                <a:cubicBezTo>
                  <a:pt x="6937" y="3050"/>
                  <a:pt x="6930" y="3063"/>
                  <a:pt x="6922" y="3076"/>
                </a:cubicBezTo>
                <a:cubicBezTo>
                  <a:pt x="6913" y="3088"/>
                  <a:pt x="6904" y="3099"/>
                  <a:pt x="6894" y="3110"/>
                </a:cubicBezTo>
                <a:cubicBezTo>
                  <a:pt x="6883" y="3120"/>
                  <a:pt x="6872" y="3129"/>
                  <a:pt x="6860" y="3138"/>
                </a:cubicBezTo>
                <a:cubicBezTo>
                  <a:pt x="6847" y="3146"/>
                  <a:pt x="6834" y="3153"/>
                  <a:pt x="6821" y="3158"/>
                </a:cubicBezTo>
                <a:cubicBezTo>
                  <a:pt x="6807" y="3164"/>
                  <a:pt x="6793" y="3168"/>
                  <a:pt x="6779" y="3171"/>
                </a:cubicBezTo>
                <a:cubicBezTo>
                  <a:pt x="6764" y="3174"/>
                  <a:pt x="6749" y="3176"/>
                  <a:pt x="6735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3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5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2589480" y="3314880"/>
            <a:ext cx="664459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Packet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4106880" y="2799000"/>
            <a:ext cx="1083974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3578400" y="3260880"/>
            <a:ext cx="222315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VideoPacketDecoder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6537240" y="27889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7596000" y="2557440"/>
            <a:ext cx="2257920" cy="1143360"/>
          </a:xfrm>
          <a:custGeom>
            <a:avLst/>
            <a:gdLst/>
            <a:ahLst/>
            <a:rect l="0" t="0" r="r" b="b"/>
            <a:pathLst>
              <a:path w="6272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1" y="195"/>
                  <a:pt x="4" y="181"/>
                </a:cubicBezTo>
                <a:cubicBezTo>
                  <a:pt x="7" y="166"/>
                  <a:pt x="11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2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047" y="0"/>
                </a:lnTo>
                <a:cubicBezTo>
                  <a:pt x="6062" y="0"/>
                  <a:pt x="6076" y="1"/>
                  <a:pt x="6091" y="4"/>
                </a:cubicBezTo>
                <a:cubicBezTo>
                  <a:pt x="6105" y="7"/>
                  <a:pt x="6119" y="11"/>
                  <a:pt x="6133" y="17"/>
                </a:cubicBezTo>
                <a:cubicBezTo>
                  <a:pt x="6146" y="22"/>
                  <a:pt x="6159" y="29"/>
                  <a:pt x="6172" y="37"/>
                </a:cubicBezTo>
                <a:cubicBezTo>
                  <a:pt x="6184" y="46"/>
                  <a:pt x="6195" y="55"/>
                  <a:pt x="6206" y="65"/>
                </a:cubicBezTo>
                <a:cubicBezTo>
                  <a:pt x="6216" y="76"/>
                  <a:pt x="6226" y="87"/>
                  <a:pt x="6234" y="100"/>
                </a:cubicBezTo>
                <a:cubicBezTo>
                  <a:pt x="6242" y="112"/>
                  <a:pt x="6249" y="125"/>
                  <a:pt x="6255" y="138"/>
                </a:cubicBezTo>
                <a:cubicBezTo>
                  <a:pt x="6260" y="152"/>
                  <a:pt x="6264" y="166"/>
                  <a:pt x="6267" y="181"/>
                </a:cubicBezTo>
                <a:cubicBezTo>
                  <a:pt x="6270" y="195"/>
                  <a:pt x="6272" y="210"/>
                  <a:pt x="6272" y="224"/>
                </a:cubicBezTo>
                <a:lnTo>
                  <a:pt x="6272" y="2951"/>
                </a:lnTo>
                <a:cubicBezTo>
                  <a:pt x="6272" y="2965"/>
                  <a:pt x="6270" y="2980"/>
                  <a:pt x="6267" y="2995"/>
                </a:cubicBezTo>
                <a:cubicBezTo>
                  <a:pt x="6264" y="3009"/>
                  <a:pt x="6260" y="3023"/>
                  <a:pt x="6255" y="3037"/>
                </a:cubicBezTo>
                <a:cubicBezTo>
                  <a:pt x="6249" y="3050"/>
                  <a:pt x="6242" y="3063"/>
                  <a:pt x="6234" y="3076"/>
                </a:cubicBezTo>
                <a:cubicBezTo>
                  <a:pt x="6226" y="3088"/>
                  <a:pt x="6216" y="3099"/>
                  <a:pt x="6206" y="3110"/>
                </a:cubicBezTo>
                <a:cubicBezTo>
                  <a:pt x="6195" y="3120"/>
                  <a:pt x="6184" y="3129"/>
                  <a:pt x="6172" y="3138"/>
                </a:cubicBezTo>
                <a:cubicBezTo>
                  <a:pt x="6159" y="3146"/>
                  <a:pt x="6146" y="3153"/>
                  <a:pt x="6133" y="3158"/>
                </a:cubicBezTo>
                <a:cubicBezTo>
                  <a:pt x="6119" y="3164"/>
                  <a:pt x="6105" y="3168"/>
                  <a:pt x="6091" y="3171"/>
                </a:cubicBezTo>
                <a:cubicBezTo>
                  <a:pt x="6076" y="3174"/>
                  <a:pt x="6062" y="3176"/>
                  <a:pt x="6047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2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1" y="3023"/>
                  <a:pt x="7" y="3009"/>
                  <a:pt x="4" y="2995"/>
                </a:cubicBezTo>
                <a:cubicBezTo>
                  <a:pt x="1" y="2980"/>
                  <a:pt x="0" y="2965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7596000" y="2557440"/>
            <a:ext cx="2257920" cy="1143360"/>
          </a:xfrm>
          <a:custGeom>
            <a:avLst/>
            <a:gdLst/>
            <a:ahLst/>
            <a:rect l="0" t="0" r="r" b="b"/>
            <a:pathLst>
              <a:path w="6272" h="3176">
                <a:moveTo>
                  <a:pt x="0" y="2951"/>
                </a:moveTo>
                <a:lnTo>
                  <a:pt x="0" y="224"/>
                </a:lnTo>
                <a:cubicBezTo>
                  <a:pt x="0" y="210"/>
                  <a:pt x="1" y="195"/>
                  <a:pt x="4" y="181"/>
                </a:cubicBezTo>
                <a:cubicBezTo>
                  <a:pt x="7" y="166"/>
                  <a:pt x="11" y="152"/>
                  <a:pt x="17" y="138"/>
                </a:cubicBezTo>
                <a:cubicBezTo>
                  <a:pt x="23" y="125"/>
                  <a:pt x="30" y="112"/>
                  <a:pt x="38" y="100"/>
                </a:cubicBezTo>
                <a:cubicBezTo>
                  <a:pt x="46" y="87"/>
                  <a:pt x="55" y="76"/>
                  <a:pt x="66" y="65"/>
                </a:cubicBezTo>
                <a:cubicBezTo>
                  <a:pt x="76" y="55"/>
                  <a:pt x="88" y="46"/>
                  <a:pt x="100" y="37"/>
                </a:cubicBezTo>
                <a:cubicBezTo>
                  <a:pt x="112" y="29"/>
                  <a:pt x="125" y="22"/>
                  <a:pt x="139" y="17"/>
                </a:cubicBezTo>
                <a:cubicBezTo>
                  <a:pt x="152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047" y="0"/>
                </a:lnTo>
                <a:cubicBezTo>
                  <a:pt x="6062" y="0"/>
                  <a:pt x="6076" y="1"/>
                  <a:pt x="6091" y="4"/>
                </a:cubicBezTo>
                <a:cubicBezTo>
                  <a:pt x="6105" y="7"/>
                  <a:pt x="6119" y="11"/>
                  <a:pt x="6133" y="17"/>
                </a:cubicBezTo>
                <a:cubicBezTo>
                  <a:pt x="6146" y="22"/>
                  <a:pt x="6159" y="29"/>
                  <a:pt x="6172" y="37"/>
                </a:cubicBezTo>
                <a:cubicBezTo>
                  <a:pt x="6184" y="46"/>
                  <a:pt x="6195" y="55"/>
                  <a:pt x="6206" y="65"/>
                </a:cubicBezTo>
                <a:cubicBezTo>
                  <a:pt x="6216" y="76"/>
                  <a:pt x="6226" y="87"/>
                  <a:pt x="6234" y="100"/>
                </a:cubicBezTo>
                <a:cubicBezTo>
                  <a:pt x="6242" y="112"/>
                  <a:pt x="6249" y="125"/>
                  <a:pt x="6255" y="138"/>
                </a:cubicBezTo>
                <a:cubicBezTo>
                  <a:pt x="6260" y="152"/>
                  <a:pt x="6264" y="166"/>
                  <a:pt x="6267" y="181"/>
                </a:cubicBezTo>
                <a:cubicBezTo>
                  <a:pt x="6270" y="195"/>
                  <a:pt x="6272" y="210"/>
                  <a:pt x="6272" y="224"/>
                </a:cubicBezTo>
                <a:lnTo>
                  <a:pt x="6272" y="2951"/>
                </a:lnTo>
                <a:cubicBezTo>
                  <a:pt x="6272" y="2965"/>
                  <a:pt x="6270" y="2980"/>
                  <a:pt x="6267" y="2995"/>
                </a:cubicBezTo>
                <a:cubicBezTo>
                  <a:pt x="6264" y="3009"/>
                  <a:pt x="6260" y="3023"/>
                  <a:pt x="6255" y="3037"/>
                </a:cubicBezTo>
                <a:cubicBezTo>
                  <a:pt x="6249" y="3050"/>
                  <a:pt x="6242" y="3063"/>
                  <a:pt x="6234" y="3076"/>
                </a:cubicBezTo>
                <a:cubicBezTo>
                  <a:pt x="6226" y="3088"/>
                  <a:pt x="6216" y="3099"/>
                  <a:pt x="6206" y="3110"/>
                </a:cubicBezTo>
                <a:cubicBezTo>
                  <a:pt x="6195" y="3120"/>
                  <a:pt x="6184" y="3129"/>
                  <a:pt x="6172" y="3138"/>
                </a:cubicBezTo>
                <a:cubicBezTo>
                  <a:pt x="6159" y="3146"/>
                  <a:pt x="6146" y="3153"/>
                  <a:pt x="6133" y="3158"/>
                </a:cubicBezTo>
                <a:cubicBezTo>
                  <a:pt x="6119" y="3164"/>
                  <a:pt x="6105" y="3168"/>
                  <a:pt x="6091" y="3171"/>
                </a:cubicBezTo>
                <a:cubicBezTo>
                  <a:pt x="6076" y="3174"/>
                  <a:pt x="6062" y="3176"/>
                  <a:pt x="6047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8"/>
                  <a:pt x="152" y="3164"/>
                  <a:pt x="139" y="3158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29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3"/>
                  <a:pt x="23" y="3050"/>
                  <a:pt x="17" y="3037"/>
                </a:cubicBezTo>
                <a:cubicBezTo>
                  <a:pt x="11" y="3023"/>
                  <a:pt x="7" y="3009"/>
                  <a:pt x="4" y="2995"/>
                </a:cubicBezTo>
                <a:cubicBezTo>
                  <a:pt x="1" y="2980"/>
                  <a:pt x="0" y="2965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6007680" y="3314880"/>
            <a:ext cx="1549368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RawFrame (YUV)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819560" y="2799000"/>
            <a:ext cx="1961107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color convert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7924680" y="3260880"/>
            <a:ext cx="172938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ColorConverter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0376640" y="27889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666720" y="1866600"/>
            <a:ext cx="10858680" cy="381600"/>
          </a:xfrm>
          <a:custGeom>
            <a:avLst/>
            <a:gdLst/>
            <a:ahLst/>
            <a:rect l="0" t="0" r="r" b="b"/>
            <a:pathLst>
              <a:path w="30163" h="1060">
                <a:moveTo>
                  <a:pt x="30163" y="1060"/>
                </a:moveTo>
                <a:lnTo>
                  <a:pt x="0" y="1060"/>
                </a:lnTo>
                <a:lnTo>
                  <a:pt x="12832" y="0"/>
                </a:lnTo>
                <a:lnTo>
                  <a:pt x="17331" y="0"/>
                </a:lnTo>
                <a:lnTo>
                  <a:pt x="30163" y="1060"/>
                </a:ln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056960" y="5648040"/>
            <a:ext cx="1819800" cy="352800"/>
          </a:xfrm>
          <a:custGeom>
            <a:avLst/>
            <a:gdLst/>
            <a:ahLst/>
            <a:rect l="0" t="0" r="r" b="b"/>
            <a:pathLst>
              <a:path w="5055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896" y="0"/>
                </a:lnTo>
                <a:cubicBezTo>
                  <a:pt x="4907" y="0"/>
                  <a:pt x="4917" y="1"/>
                  <a:pt x="4927" y="3"/>
                </a:cubicBezTo>
                <a:cubicBezTo>
                  <a:pt x="4937" y="5"/>
                  <a:pt x="4947" y="8"/>
                  <a:pt x="4957" y="12"/>
                </a:cubicBezTo>
                <a:cubicBezTo>
                  <a:pt x="4967" y="16"/>
                  <a:pt x="4976" y="21"/>
                  <a:pt x="4984" y="27"/>
                </a:cubicBezTo>
                <a:cubicBezTo>
                  <a:pt x="4993" y="33"/>
                  <a:pt x="5001" y="39"/>
                  <a:pt x="5008" y="47"/>
                </a:cubicBezTo>
                <a:cubicBezTo>
                  <a:pt x="5016" y="54"/>
                  <a:pt x="5022" y="62"/>
                  <a:pt x="5028" y="71"/>
                </a:cubicBezTo>
                <a:cubicBezTo>
                  <a:pt x="5034" y="80"/>
                  <a:pt x="5039" y="89"/>
                  <a:pt x="5043" y="98"/>
                </a:cubicBezTo>
                <a:cubicBezTo>
                  <a:pt x="5047" y="108"/>
                  <a:pt x="5050" y="118"/>
                  <a:pt x="5052" y="128"/>
                </a:cubicBezTo>
                <a:cubicBezTo>
                  <a:pt x="5054" y="138"/>
                  <a:pt x="5055" y="149"/>
                  <a:pt x="5055" y="159"/>
                </a:cubicBezTo>
                <a:lnTo>
                  <a:pt x="5055" y="821"/>
                </a:lnTo>
                <a:cubicBezTo>
                  <a:pt x="5055" y="832"/>
                  <a:pt x="5054" y="842"/>
                  <a:pt x="5052" y="852"/>
                </a:cubicBezTo>
                <a:cubicBezTo>
                  <a:pt x="5050" y="863"/>
                  <a:pt x="5047" y="873"/>
                  <a:pt x="5043" y="882"/>
                </a:cubicBezTo>
                <a:cubicBezTo>
                  <a:pt x="5039" y="892"/>
                  <a:pt x="5034" y="901"/>
                  <a:pt x="5028" y="910"/>
                </a:cubicBezTo>
                <a:cubicBezTo>
                  <a:pt x="5022" y="918"/>
                  <a:pt x="5016" y="926"/>
                  <a:pt x="5008" y="934"/>
                </a:cubicBezTo>
                <a:cubicBezTo>
                  <a:pt x="5001" y="941"/>
                  <a:pt x="4993" y="948"/>
                  <a:pt x="4984" y="953"/>
                </a:cubicBezTo>
                <a:cubicBezTo>
                  <a:pt x="4976" y="959"/>
                  <a:pt x="4967" y="964"/>
                  <a:pt x="4957" y="968"/>
                </a:cubicBezTo>
                <a:cubicBezTo>
                  <a:pt x="4947" y="972"/>
                  <a:pt x="4937" y="975"/>
                  <a:pt x="4927" y="977"/>
                </a:cubicBezTo>
                <a:cubicBezTo>
                  <a:pt x="4917" y="979"/>
                  <a:pt x="4907" y="980"/>
                  <a:pt x="4896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40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0001520" y="3314880"/>
            <a:ext cx="1217721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Frame (RGB)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152000" y="5695200"/>
            <a:ext cx="176670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2874960" y="5645160"/>
            <a:ext cx="8932291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everything in one call. Low-level APIs: </a:t>
            </a:r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more knobs to hill-climb on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880200" y="6397920"/>
            <a:ext cx="346420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Build your own decoding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680760" y="1414440"/>
            <a:ext cx="10830240" cy="1733760"/>
          </a:xfrm>
          <a:custGeom>
            <a:avLst/>
            <a:gdLst/>
            <a:ahLst/>
            <a:rect l="0" t="0" r="r" b="b"/>
            <a:pathLst>
              <a:path w="30084" h="4816">
                <a:moveTo>
                  <a:pt x="0" y="4538"/>
                </a:moveTo>
                <a:lnTo>
                  <a:pt x="0" y="277"/>
                </a:lnTo>
                <a:cubicBezTo>
                  <a:pt x="0" y="259"/>
                  <a:pt x="2" y="241"/>
                  <a:pt x="6" y="223"/>
                </a:cubicBezTo>
                <a:cubicBezTo>
                  <a:pt x="9" y="205"/>
                  <a:pt x="14" y="188"/>
                  <a:pt x="21" y="171"/>
                </a:cubicBezTo>
                <a:cubicBezTo>
                  <a:pt x="28" y="154"/>
                  <a:pt x="37" y="138"/>
                  <a:pt x="47" y="123"/>
                </a:cubicBezTo>
                <a:cubicBezTo>
                  <a:pt x="57" y="108"/>
                  <a:pt x="69" y="94"/>
                  <a:pt x="82" y="81"/>
                </a:cubicBezTo>
                <a:cubicBezTo>
                  <a:pt x="95" y="68"/>
                  <a:pt x="109" y="57"/>
                  <a:pt x="124" y="46"/>
                </a:cubicBezTo>
                <a:cubicBezTo>
                  <a:pt x="139" y="36"/>
                  <a:pt x="155" y="28"/>
                  <a:pt x="172" y="21"/>
                </a:cubicBezTo>
                <a:cubicBezTo>
                  <a:pt x="189" y="14"/>
                  <a:pt x="206" y="8"/>
                  <a:pt x="224" y="5"/>
                </a:cubicBezTo>
                <a:cubicBezTo>
                  <a:pt x="242" y="1"/>
                  <a:pt x="260" y="0"/>
                  <a:pt x="278" y="0"/>
                </a:cubicBezTo>
                <a:lnTo>
                  <a:pt x="29807" y="0"/>
                </a:lnTo>
                <a:cubicBezTo>
                  <a:pt x="29825" y="0"/>
                  <a:pt x="29843" y="1"/>
                  <a:pt x="29861" y="5"/>
                </a:cubicBezTo>
                <a:cubicBezTo>
                  <a:pt x="29879" y="8"/>
                  <a:pt x="29896" y="14"/>
                  <a:pt x="29913" y="21"/>
                </a:cubicBezTo>
                <a:cubicBezTo>
                  <a:pt x="29930" y="28"/>
                  <a:pt x="29946" y="36"/>
                  <a:pt x="29961" y="46"/>
                </a:cubicBezTo>
                <a:cubicBezTo>
                  <a:pt x="29976" y="57"/>
                  <a:pt x="29990" y="68"/>
                  <a:pt x="30003" y="81"/>
                </a:cubicBezTo>
                <a:cubicBezTo>
                  <a:pt x="30016" y="94"/>
                  <a:pt x="30027" y="108"/>
                  <a:pt x="30038" y="123"/>
                </a:cubicBezTo>
                <a:cubicBezTo>
                  <a:pt x="30048" y="138"/>
                  <a:pt x="30056" y="154"/>
                  <a:pt x="30063" y="171"/>
                </a:cubicBezTo>
                <a:cubicBezTo>
                  <a:pt x="30070" y="188"/>
                  <a:pt x="30075" y="205"/>
                  <a:pt x="30079" y="223"/>
                </a:cubicBezTo>
                <a:cubicBezTo>
                  <a:pt x="30083" y="241"/>
                  <a:pt x="30084" y="259"/>
                  <a:pt x="30084" y="277"/>
                </a:cubicBezTo>
                <a:lnTo>
                  <a:pt x="30084" y="4538"/>
                </a:lnTo>
                <a:cubicBezTo>
                  <a:pt x="30084" y="4556"/>
                  <a:pt x="30083" y="4574"/>
                  <a:pt x="30079" y="4592"/>
                </a:cubicBezTo>
                <a:cubicBezTo>
                  <a:pt x="30075" y="4610"/>
                  <a:pt x="30070" y="4628"/>
                  <a:pt x="30063" y="4644"/>
                </a:cubicBezTo>
                <a:cubicBezTo>
                  <a:pt x="30056" y="4661"/>
                  <a:pt x="30048" y="4677"/>
                  <a:pt x="30038" y="4693"/>
                </a:cubicBezTo>
                <a:cubicBezTo>
                  <a:pt x="30027" y="4708"/>
                  <a:pt x="30016" y="4722"/>
                  <a:pt x="30003" y="4735"/>
                </a:cubicBezTo>
                <a:cubicBezTo>
                  <a:pt x="29990" y="4748"/>
                  <a:pt x="29976" y="4759"/>
                  <a:pt x="29961" y="4769"/>
                </a:cubicBezTo>
                <a:cubicBezTo>
                  <a:pt x="29946" y="4779"/>
                  <a:pt x="29930" y="4788"/>
                  <a:pt x="29913" y="4795"/>
                </a:cubicBezTo>
                <a:cubicBezTo>
                  <a:pt x="29896" y="4802"/>
                  <a:pt x="29879" y="4807"/>
                  <a:pt x="29861" y="4811"/>
                </a:cubicBezTo>
                <a:cubicBezTo>
                  <a:pt x="29843" y="4814"/>
                  <a:pt x="29825" y="4816"/>
                  <a:pt x="29807" y="4816"/>
                </a:cubicBezTo>
                <a:lnTo>
                  <a:pt x="278" y="4816"/>
                </a:lnTo>
                <a:cubicBezTo>
                  <a:pt x="260" y="4816"/>
                  <a:pt x="242" y="4814"/>
                  <a:pt x="224" y="4811"/>
                </a:cubicBezTo>
                <a:cubicBezTo>
                  <a:pt x="206" y="4807"/>
                  <a:pt x="189" y="4802"/>
                  <a:pt x="172" y="4795"/>
                </a:cubicBezTo>
                <a:cubicBezTo>
                  <a:pt x="155" y="4788"/>
                  <a:pt x="139" y="4779"/>
                  <a:pt x="124" y="4769"/>
                </a:cubicBezTo>
                <a:cubicBezTo>
                  <a:pt x="109" y="4759"/>
                  <a:pt x="95" y="4748"/>
                  <a:pt x="82" y="4735"/>
                </a:cubicBezTo>
                <a:cubicBezTo>
                  <a:pt x="69" y="4722"/>
                  <a:pt x="57" y="4708"/>
                  <a:pt x="47" y="4693"/>
                </a:cubicBezTo>
                <a:cubicBezTo>
                  <a:pt x="37" y="4677"/>
                  <a:pt x="28" y="4661"/>
                  <a:pt x="21" y="4644"/>
                </a:cubicBezTo>
                <a:cubicBezTo>
                  <a:pt x="14" y="4628"/>
                  <a:pt x="9" y="4610"/>
                  <a:pt x="6" y="4592"/>
                </a:cubicBezTo>
                <a:cubicBezTo>
                  <a:pt x="2" y="4574"/>
                  <a:pt x="0" y="4556"/>
                  <a:pt x="0" y="4538"/>
                </a:cubicBezTo>
                <a:close/>
              </a:path>
            </a:pathLst>
          </a:custGeom>
          <a:solidFill>
            <a:srgbClr val="fff7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80760" y="1414440"/>
            <a:ext cx="10830240" cy="1733760"/>
          </a:xfrm>
          <a:custGeom>
            <a:avLst/>
            <a:gdLst/>
            <a:ahLst/>
            <a:rect l="0" t="0" r="r" b="b"/>
            <a:pathLst>
              <a:path w="30084" h="4816">
                <a:moveTo>
                  <a:pt x="0" y="4538"/>
                </a:moveTo>
                <a:lnTo>
                  <a:pt x="0" y="277"/>
                </a:lnTo>
                <a:cubicBezTo>
                  <a:pt x="0" y="259"/>
                  <a:pt x="2" y="241"/>
                  <a:pt x="6" y="223"/>
                </a:cubicBezTo>
                <a:cubicBezTo>
                  <a:pt x="9" y="205"/>
                  <a:pt x="14" y="188"/>
                  <a:pt x="21" y="171"/>
                </a:cubicBezTo>
                <a:cubicBezTo>
                  <a:pt x="28" y="154"/>
                  <a:pt x="37" y="138"/>
                  <a:pt x="47" y="123"/>
                </a:cubicBezTo>
                <a:cubicBezTo>
                  <a:pt x="57" y="108"/>
                  <a:pt x="69" y="94"/>
                  <a:pt x="82" y="81"/>
                </a:cubicBezTo>
                <a:cubicBezTo>
                  <a:pt x="95" y="68"/>
                  <a:pt x="109" y="57"/>
                  <a:pt x="124" y="46"/>
                </a:cubicBezTo>
                <a:cubicBezTo>
                  <a:pt x="139" y="36"/>
                  <a:pt x="155" y="28"/>
                  <a:pt x="172" y="21"/>
                </a:cubicBezTo>
                <a:cubicBezTo>
                  <a:pt x="189" y="14"/>
                  <a:pt x="206" y="8"/>
                  <a:pt x="224" y="5"/>
                </a:cubicBezTo>
                <a:cubicBezTo>
                  <a:pt x="242" y="1"/>
                  <a:pt x="260" y="0"/>
                  <a:pt x="278" y="0"/>
                </a:cubicBezTo>
                <a:lnTo>
                  <a:pt x="29807" y="0"/>
                </a:lnTo>
                <a:cubicBezTo>
                  <a:pt x="29825" y="0"/>
                  <a:pt x="29843" y="1"/>
                  <a:pt x="29861" y="5"/>
                </a:cubicBezTo>
                <a:cubicBezTo>
                  <a:pt x="29879" y="8"/>
                  <a:pt x="29896" y="14"/>
                  <a:pt x="29913" y="21"/>
                </a:cubicBezTo>
                <a:cubicBezTo>
                  <a:pt x="29930" y="28"/>
                  <a:pt x="29946" y="36"/>
                  <a:pt x="29961" y="46"/>
                </a:cubicBezTo>
                <a:cubicBezTo>
                  <a:pt x="29976" y="57"/>
                  <a:pt x="29990" y="68"/>
                  <a:pt x="30003" y="81"/>
                </a:cubicBezTo>
                <a:cubicBezTo>
                  <a:pt x="30016" y="94"/>
                  <a:pt x="30027" y="108"/>
                  <a:pt x="30038" y="123"/>
                </a:cubicBezTo>
                <a:cubicBezTo>
                  <a:pt x="30048" y="138"/>
                  <a:pt x="30056" y="154"/>
                  <a:pt x="30063" y="171"/>
                </a:cubicBezTo>
                <a:cubicBezTo>
                  <a:pt x="30070" y="188"/>
                  <a:pt x="30075" y="205"/>
                  <a:pt x="30079" y="223"/>
                </a:cubicBezTo>
                <a:cubicBezTo>
                  <a:pt x="30083" y="241"/>
                  <a:pt x="30084" y="259"/>
                  <a:pt x="30084" y="277"/>
                </a:cubicBezTo>
                <a:lnTo>
                  <a:pt x="30084" y="4538"/>
                </a:lnTo>
                <a:cubicBezTo>
                  <a:pt x="30084" y="4556"/>
                  <a:pt x="30083" y="4574"/>
                  <a:pt x="30079" y="4592"/>
                </a:cubicBezTo>
                <a:cubicBezTo>
                  <a:pt x="30075" y="4610"/>
                  <a:pt x="30070" y="4628"/>
                  <a:pt x="30063" y="4644"/>
                </a:cubicBezTo>
                <a:cubicBezTo>
                  <a:pt x="30056" y="4661"/>
                  <a:pt x="30048" y="4677"/>
                  <a:pt x="30038" y="4693"/>
                </a:cubicBezTo>
                <a:cubicBezTo>
                  <a:pt x="30027" y="4708"/>
                  <a:pt x="30016" y="4722"/>
                  <a:pt x="30003" y="4735"/>
                </a:cubicBezTo>
                <a:cubicBezTo>
                  <a:pt x="29990" y="4748"/>
                  <a:pt x="29976" y="4759"/>
                  <a:pt x="29961" y="4769"/>
                </a:cubicBezTo>
                <a:cubicBezTo>
                  <a:pt x="29946" y="4779"/>
                  <a:pt x="29930" y="4788"/>
                  <a:pt x="29913" y="4795"/>
                </a:cubicBezTo>
                <a:cubicBezTo>
                  <a:pt x="29896" y="4802"/>
                  <a:pt x="29879" y="4807"/>
                  <a:pt x="29861" y="4811"/>
                </a:cubicBezTo>
                <a:cubicBezTo>
                  <a:pt x="29843" y="4814"/>
                  <a:pt x="29825" y="4816"/>
                  <a:pt x="29807" y="4816"/>
                </a:cubicBezTo>
                <a:lnTo>
                  <a:pt x="278" y="4816"/>
                </a:lnTo>
                <a:cubicBezTo>
                  <a:pt x="260" y="4816"/>
                  <a:pt x="242" y="4814"/>
                  <a:pt x="224" y="4811"/>
                </a:cubicBezTo>
                <a:cubicBezTo>
                  <a:pt x="206" y="4807"/>
                  <a:pt x="189" y="4802"/>
                  <a:pt x="172" y="4795"/>
                </a:cubicBezTo>
                <a:cubicBezTo>
                  <a:pt x="155" y="4788"/>
                  <a:pt x="139" y="4779"/>
                  <a:pt x="124" y="4769"/>
                </a:cubicBezTo>
                <a:cubicBezTo>
                  <a:pt x="109" y="4759"/>
                  <a:pt x="95" y="4748"/>
                  <a:pt x="82" y="4735"/>
                </a:cubicBezTo>
                <a:cubicBezTo>
                  <a:pt x="69" y="4722"/>
                  <a:pt x="57" y="4708"/>
                  <a:pt x="47" y="4693"/>
                </a:cubicBezTo>
                <a:cubicBezTo>
                  <a:pt x="37" y="4677"/>
                  <a:pt x="28" y="4661"/>
                  <a:pt x="21" y="4644"/>
                </a:cubicBezTo>
                <a:cubicBezTo>
                  <a:pt x="14" y="4628"/>
                  <a:pt x="9" y="4610"/>
                  <a:pt x="6" y="4592"/>
                </a:cubicBezTo>
                <a:cubicBezTo>
                  <a:pt x="2" y="4574"/>
                  <a:pt x="0" y="4556"/>
                  <a:pt x="0" y="4538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671400" y="3319200"/>
            <a:ext cx="10849320" cy="2724480"/>
          </a:xfrm>
          <a:custGeom>
            <a:avLst/>
            <a:gdLst/>
            <a:ahLst/>
            <a:rect l="0" t="0" r="r" b="b"/>
            <a:pathLst>
              <a:path w="30137" h="7568">
                <a:moveTo>
                  <a:pt x="0" y="737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370"/>
                </a:lnTo>
                <a:cubicBezTo>
                  <a:pt x="30137" y="7383"/>
                  <a:pt x="30136" y="7396"/>
                  <a:pt x="30133" y="7409"/>
                </a:cubicBezTo>
                <a:cubicBezTo>
                  <a:pt x="30130" y="7421"/>
                  <a:pt x="30127" y="7434"/>
                  <a:pt x="30122" y="7446"/>
                </a:cubicBezTo>
                <a:cubicBezTo>
                  <a:pt x="30117" y="7458"/>
                  <a:pt x="30111" y="7469"/>
                  <a:pt x="30103" y="7480"/>
                </a:cubicBezTo>
                <a:cubicBezTo>
                  <a:pt x="30096" y="7491"/>
                  <a:pt x="30088" y="7501"/>
                  <a:pt x="30079" y="7510"/>
                </a:cubicBezTo>
                <a:cubicBezTo>
                  <a:pt x="30070" y="7519"/>
                  <a:pt x="30059" y="7528"/>
                  <a:pt x="30049" y="7535"/>
                </a:cubicBezTo>
                <a:cubicBezTo>
                  <a:pt x="30038" y="7542"/>
                  <a:pt x="30026" y="7548"/>
                  <a:pt x="30014" y="7553"/>
                </a:cubicBezTo>
                <a:cubicBezTo>
                  <a:pt x="30002" y="7558"/>
                  <a:pt x="29990" y="7562"/>
                  <a:pt x="29977" y="7564"/>
                </a:cubicBezTo>
                <a:cubicBezTo>
                  <a:pt x="29964" y="7567"/>
                  <a:pt x="29951" y="7568"/>
                  <a:pt x="29938" y="7568"/>
                </a:cubicBezTo>
                <a:lnTo>
                  <a:pt x="198" y="7568"/>
                </a:lnTo>
                <a:cubicBezTo>
                  <a:pt x="185" y="7568"/>
                  <a:pt x="172" y="7567"/>
                  <a:pt x="160" y="7564"/>
                </a:cubicBezTo>
                <a:cubicBezTo>
                  <a:pt x="147" y="7562"/>
                  <a:pt x="134" y="7558"/>
                  <a:pt x="122" y="7553"/>
                </a:cubicBezTo>
                <a:cubicBezTo>
                  <a:pt x="110" y="7548"/>
                  <a:pt x="99" y="7542"/>
                  <a:pt x="88" y="7535"/>
                </a:cubicBezTo>
                <a:cubicBezTo>
                  <a:pt x="77" y="7528"/>
                  <a:pt x="67" y="7519"/>
                  <a:pt x="58" y="7510"/>
                </a:cubicBezTo>
                <a:cubicBezTo>
                  <a:pt x="49" y="7501"/>
                  <a:pt x="40" y="7491"/>
                  <a:pt x="33" y="7480"/>
                </a:cubicBezTo>
                <a:cubicBezTo>
                  <a:pt x="26" y="7469"/>
                  <a:pt x="20" y="7458"/>
                  <a:pt x="15" y="7446"/>
                </a:cubicBezTo>
                <a:cubicBezTo>
                  <a:pt x="10" y="7434"/>
                  <a:pt x="6" y="7421"/>
                  <a:pt x="4" y="7409"/>
                </a:cubicBezTo>
                <a:cubicBezTo>
                  <a:pt x="1" y="7396"/>
                  <a:pt x="0" y="7383"/>
                  <a:pt x="0" y="737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671400" y="3319200"/>
            <a:ext cx="10849320" cy="2724480"/>
          </a:xfrm>
          <a:custGeom>
            <a:avLst/>
            <a:gdLst/>
            <a:ahLst/>
            <a:rect l="0" t="0" r="r" b="b"/>
            <a:pathLst>
              <a:path w="30137" h="7568">
                <a:moveTo>
                  <a:pt x="0" y="7370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7370"/>
                </a:lnTo>
                <a:cubicBezTo>
                  <a:pt x="30137" y="7383"/>
                  <a:pt x="30136" y="7396"/>
                  <a:pt x="30133" y="7409"/>
                </a:cubicBezTo>
                <a:cubicBezTo>
                  <a:pt x="30130" y="7421"/>
                  <a:pt x="30127" y="7434"/>
                  <a:pt x="30122" y="7446"/>
                </a:cubicBezTo>
                <a:cubicBezTo>
                  <a:pt x="30117" y="7458"/>
                  <a:pt x="30111" y="7469"/>
                  <a:pt x="30103" y="7480"/>
                </a:cubicBezTo>
                <a:cubicBezTo>
                  <a:pt x="30096" y="7491"/>
                  <a:pt x="30088" y="7501"/>
                  <a:pt x="30079" y="7510"/>
                </a:cubicBezTo>
                <a:cubicBezTo>
                  <a:pt x="30070" y="7519"/>
                  <a:pt x="30059" y="7528"/>
                  <a:pt x="30049" y="7535"/>
                </a:cubicBezTo>
                <a:cubicBezTo>
                  <a:pt x="30038" y="7542"/>
                  <a:pt x="30026" y="7548"/>
                  <a:pt x="30014" y="7553"/>
                </a:cubicBezTo>
                <a:cubicBezTo>
                  <a:pt x="30002" y="7558"/>
                  <a:pt x="29990" y="7562"/>
                  <a:pt x="29977" y="7564"/>
                </a:cubicBezTo>
                <a:cubicBezTo>
                  <a:pt x="29964" y="7567"/>
                  <a:pt x="29951" y="7568"/>
                  <a:pt x="29938" y="7568"/>
                </a:cubicBezTo>
                <a:lnTo>
                  <a:pt x="198" y="7568"/>
                </a:lnTo>
                <a:cubicBezTo>
                  <a:pt x="185" y="7568"/>
                  <a:pt x="172" y="7567"/>
                  <a:pt x="160" y="7564"/>
                </a:cubicBezTo>
                <a:cubicBezTo>
                  <a:pt x="147" y="7562"/>
                  <a:pt x="134" y="7558"/>
                  <a:pt x="122" y="7553"/>
                </a:cubicBezTo>
                <a:cubicBezTo>
                  <a:pt x="110" y="7548"/>
                  <a:pt x="99" y="7542"/>
                  <a:pt x="88" y="7535"/>
                </a:cubicBezTo>
                <a:cubicBezTo>
                  <a:pt x="77" y="7528"/>
                  <a:pt x="67" y="7519"/>
                  <a:pt x="58" y="7510"/>
                </a:cubicBezTo>
                <a:cubicBezTo>
                  <a:pt x="49" y="7501"/>
                  <a:pt x="40" y="7491"/>
                  <a:pt x="33" y="7480"/>
                </a:cubicBezTo>
                <a:cubicBezTo>
                  <a:pt x="26" y="7469"/>
                  <a:pt x="20" y="7458"/>
                  <a:pt x="15" y="7446"/>
                </a:cubicBezTo>
                <a:cubicBezTo>
                  <a:pt x="10" y="7434"/>
                  <a:pt x="6" y="7421"/>
                  <a:pt x="4" y="7409"/>
                </a:cubicBezTo>
                <a:cubicBezTo>
                  <a:pt x="1" y="7396"/>
                  <a:pt x="0" y="7383"/>
                  <a:pt x="0" y="737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071360" y="1709640"/>
            <a:ext cx="1371960" cy="1143360"/>
          </a:xfrm>
          <a:custGeom>
            <a:avLst/>
            <a:gdLst/>
            <a:ahLst/>
            <a:rect l="0" t="0" r="r" b="b"/>
            <a:pathLst>
              <a:path w="3811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2" y="196"/>
                  <a:pt x="4" y="182"/>
                </a:cubicBezTo>
                <a:cubicBezTo>
                  <a:pt x="7" y="167"/>
                  <a:pt x="12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3586" y="0"/>
                </a:lnTo>
                <a:cubicBezTo>
                  <a:pt x="3601" y="0"/>
                  <a:pt x="3616" y="1"/>
                  <a:pt x="3630" y="4"/>
                </a:cubicBezTo>
                <a:cubicBezTo>
                  <a:pt x="3645" y="7"/>
                  <a:pt x="3659" y="11"/>
                  <a:pt x="3672" y="18"/>
                </a:cubicBezTo>
                <a:cubicBezTo>
                  <a:pt x="3686" y="24"/>
                  <a:pt x="3699" y="30"/>
                  <a:pt x="3711" y="39"/>
                </a:cubicBezTo>
                <a:cubicBezTo>
                  <a:pt x="3723" y="47"/>
                  <a:pt x="3735" y="56"/>
                  <a:pt x="3745" y="67"/>
                </a:cubicBezTo>
                <a:cubicBezTo>
                  <a:pt x="3756" y="77"/>
                  <a:pt x="3765" y="88"/>
                  <a:pt x="3773" y="101"/>
                </a:cubicBezTo>
                <a:cubicBezTo>
                  <a:pt x="3781" y="113"/>
                  <a:pt x="3788" y="126"/>
                  <a:pt x="3794" y="140"/>
                </a:cubicBezTo>
                <a:cubicBezTo>
                  <a:pt x="3800" y="153"/>
                  <a:pt x="3804" y="167"/>
                  <a:pt x="3807" y="182"/>
                </a:cubicBezTo>
                <a:cubicBezTo>
                  <a:pt x="3810" y="196"/>
                  <a:pt x="3811" y="211"/>
                  <a:pt x="3811" y="226"/>
                </a:cubicBezTo>
                <a:lnTo>
                  <a:pt x="3811" y="2951"/>
                </a:lnTo>
                <a:cubicBezTo>
                  <a:pt x="3811" y="2966"/>
                  <a:pt x="3810" y="2980"/>
                  <a:pt x="3807" y="2995"/>
                </a:cubicBezTo>
                <a:cubicBezTo>
                  <a:pt x="3804" y="3009"/>
                  <a:pt x="3800" y="3023"/>
                  <a:pt x="3794" y="3037"/>
                </a:cubicBezTo>
                <a:cubicBezTo>
                  <a:pt x="3788" y="3051"/>
                  <a:pt x="3781" y="3064"/>
                  <a:pt x="3773" y="3076"/>
                </a:cubicBezTo>
                <a:cubicBezTo>
                  <a:pt x="3765" y="3088"/>
                  <a:pt x="3756" y="3099"/>
                  <a:pt x="3745" y="3110"/>
                </a:cubicBezTo>
                <a:cubicBezTo>
                  <a:pt x="3735" y="3120"/>
                  <a:pt x="3723" y="3130"/>
                  <a:pt x="3711" y="3138"/>
                </a:cubicBezTo>
                <a:cubicBezTo>
                  <a:pt x="3699" y="3146"/>
                  <a:pt x="3686" y="3153"/>
                  <a:pt x="3672" y="3159"/>
                </a:cubicBezTo>
                <a:cubicBezTo>
                  <a:pt x="3659" y="3164"/>
                  <a:pt x="3645" y="3169"/>
                  <a:pt x="3630" y="3171"/>
                </a:cubicBezTo>
                <a:cubicBezTo>
                  <a:pt x="3616" y="3174"/>
                  <a:pt x="3601" y="3176"/>
                  <a:pt x="3586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3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6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071360" y="1709640"/>
            <a:ext cx="1371960" cy="1143360"/>
          </a:xfrm>
          <a:custGeom>
            <a:avLst/>
            <a:gdLst/>
            <a:ahLst/>
            <a:rect l="0" t="0" r="r" b="b"/>
            <a:pathLst>
              <a:path w="3811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2" y="196"/>
                  <a:pt x="4" y="182"/>
                </a:cubicBezTo>
                <a:cubicBezTo>
                  <a:pt x="7" y="167"/>
                  <a:pt x="12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3586" y="0"/>
                </a:lnTo>
                <a:cubicBezTo>
                  <a:pt x="3601" y="0"/>
                  <a:pt x="3616" y="1"/>
                  <a:pt x="3630" y="4"/>
                </a:cubicBezTo>
                <a:cubicBezTo>
                  <a:pt x="3645" y="7"/>
                  <a:pt x="3659" y="11"/>
                  <a:pt x="3672" y="18"/>
                </a:cubicBezTo>
                <a:cubicBezTo>
                  <a:pt x="3686" y="24"/>
                  <a:pt x="3699" y="30"/>
                  <a:pt x="3711" y="39"/>
                </a:cubicBezTo>
                <a:cubicBezTo>
                  <a:pt x="3723" y="47"/>
                  <a:pt x="3735" y="56"/>
                  <a:pt x="3745" y="67"/>
                </a:cubicBezTo>
                <a:cubicBezTo>
                  <a:pt x="3756" y="77"/>
                  <a:pt x="3765" y="88"/>
                  <a:pt x="3773" y="101"/>
                </a:cubicBezTo>
                <a:cubicBezTo>
                  <a:pt x="3781" y="113"/>
                  <a:pt x="3788" y="126"/>
                  <a:pt x="3794" y="140"/>
                </a:cubicBezTo>
                <a:cubicBezTo>
                  <a:pt x="3800" y="153"/>
                  <a:pt x="3804" y="167"/>
                  <a:pt x="3807" y="182"/>
                </a:cubicBezTo>
                <a:cubicBezTo>
                  <a:pt x="3810" y="196"/>
                  <a:pt x="3811" y="211"/>
                  <a:pt x="3811" y="226"/>
                </a:cubicBezTo>
                <a:lnTo>
                  <a:pt x="3811" y="2951"/>
                </a:lnTo>
                <a:cubicBezTo>
                  <a:pt x="3811" y="2966"/>
                  <a:pt x="3810" y="2980"/>
                  <a:pt x="3807" y="2995"/>
                </a:cubicBezTo>
                <a:cubicBezTo>
                  <a:pt x="3804" y="3009"/>
                  <a:pt x="3800" y="3023"/>
                  <a:pt x="3794" y="3037"/>
                </a:cubicBezTo>
                <a:cubicBezTo>
                  <a:pt x="3788" y="3051"/>
                  <a:pt x="3781" y="3064"/>
                  <a:pt x="3773" y="3076"/>
                </a:cubicBezTo>
                <a:cubicBezTo>
                  <a:pt x="3765" y="3088"/>
                  <a:pt x="3756" y="3099"/>
                  <a:pt x="3745" y="3110"/>
                </a:cubicBezTo>
                <a:cubicBezTo>
                  <a:pt x="3735" y="3120"/>
                  <a:pt x="3723" y="3130"/>
                  <a:pt x="3711" y="3138"/>
                </a:cubicBezTo>
                <a:cubicBezTo>
                  <a:pt x="3699" y="3146"/>
                  <a:pt x="3686" y="3153"/>
                  <a:pt x="3672" y="3159"/>
                </a:cubicBezTo>
                <a:cubicBezTo>
                  <a:pt x="3659" y="3164"/>
                  <a:pt x="3645" y="3169"/>
                  <a:pt x="3630" y="3171"/>
                </a:cubicBezTo>
                <a:cubicBezTo>
                  <a:pt x="3616" y="3174"/>
                  <a:pt x="3601" y="3176"/>
                  <a:pt x="3586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3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6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666720" y="684000"/>
            <a:ext cx="592259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APIs: the basic loop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296720" y="1951200"/>
            <a:ext cx="998049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demux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357200" y="2413080"/>
            <a:ext cx="865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Demuxer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2707560" y="19411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357360" y="1709640"/>
            <a:ext cx="2505600" cy="1143360"/>
          </a:xfrm>
          <a:custGeom>
            <a:avLst/>
            <a:gdLst/>
            <a:ahLst/>
            <a:rect l="0" t="0" r="r" b="b"/>
            <a:pathLst>
              <a:path w="6960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2" y="196"/>
                  <a:pt x="4" y="182"/>
                </a:cubicBezTo>
                <a:cubicBezTo>
                  <a:pt x="7" y="167"/>
                  <a:pt x="12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735" y="0"/>
                </a:lnTo>
                <a:cubicBezTo>
                  <a:pt x="6749" y="0"/>
                  <a:pt x="6764" y="1"/>
                  <a:pt x="6779" y="4"/>
                </a:cubicBezTo>
                <a:cubicBezTo>
                  <a:pt x="6793" y="7"/>
                  <a:pt x="6807" y="11"/>
                  <a:pt x="6821" y="18"/>
                </a:cubicBezTo>
                <a:cubicBezTo>
                  <a:pt x="6834" y="24"/>
                  <a:pt x="6847" y="30"/>
                  <a:pt x="6860" y="39"/>
                </a:cubicBezTo>
                <a:cubicBezTo>
                  <a:pt x="6872" y="47"/>
                  <a:pt x="6883" y="56"/>
                  <a:pt x="6894" y="67"/>
                </a:cubicBezTo>
                <a:cubicBezTo>
                  <a:pt x="6904" y="77"/>
                  <a:pt x="6913" y="88"/>
                  <a:pt x="6922" y="101"/>
                </a:cubicBezTo>
                <a:cubicBezTo>
                  <a:pt x="6930" y="113"/>
                  <a:pt x="6937" y="126"/>
                  <a:pt x="6942" y="140"/>
                </a:cubicBezTo>
                <a:cubicBezTo>
                  <a:pt x="6948" y="153"/>
                  <a:pt x="6952" y="167"/>
                  <a:pt x="6955" y="182"/>
                </a:cubicBezTo>
                <a:cubicBezTo>
                  <a:pt x="6958" y="196"/>
                  <a:pt x="6960" y="211"/>
                  <a:pt x="6960" y="226"/>
                </a:cubicBezTo>
                <a:lnTo>
                  <a:pt x="6960" y="2951"/>
                </a:lnTo>
                <a:cubicBezTo>
                  <a:pt x="6960" y="2966"/>
                  <a:pt x="6958" y="2980"/>
                  <a:pt x="6955" y="2995"/>
                </a:cubicBezTo>
                <a:cubicBezTo>
                  <a:pt x="6952" y="3009"/>
                  <a:pt x="6948" y="3023"/>
                  <a:pt x="6942" y="3037"/>
                </a:cubicBezTo>
                <a:cubicBezTo>
                  <a:pt x="6937" y="3051"/>
                  <a:pt x="6930" y="3064"/>
                  <a:pt x="6922" y="3076"/>
                </a:cubicBezTo>
                <a:cubicBezTo>
                  <a:pt x="6913" y="3088"/>
                  <a:pt x="6904" y="3099"/>
                  <a:pt x="6894" y="3110"/>
                </a:cubicBezTo>
                <a:cubicBezTo>
                  <a:pt x="6883" y="3120"/>
                  <a:pt x="6872" y="3130"/>
                  <a:pt x="6860" y="3138"/>
                </a:cubicBezTo>
                <a:cubicBezTo>
                  <a:pt x="6847" y="3146"/>
                  <a:pt x="6834" y="3153"/>
                  <a:pt x="6821" y="3159"/>
                </a:cubicBezTo>
                <a:cubicBezTo>
                  <a:pt x="6807" y="3164"/>
                  <a:pt x="6793" y="3169"/>
                  <a:pt x="6779" y="3171"/>
                </a:cubicBezTo>
                <a:cubicBezTo>
                  <a:pt x="6764" y="3174"/>
                  <a:pt x="6749" y="3176"/>
                  <a:pt x="6735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3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6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357360" y="1709640"/>
            <a:ext cx="2505600" cy="1143360"/>
          </a:xfrm>
          <a:custGeom>
            <a:avLst/>
            <a:gdLst/>
            <a:ahLst/>
            <a:rect l="0" t="0" r="r" b="b"/>
            <a:pathLst>
              <a:path w="6960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2" y="196"/>
                  <a:pt x="4" y="182"/>
                </a:cubicBezTo>
                <a:cubicBezTo>
                  <a:pt x="7" y="167"/>
                  <a:pt x="12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3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735" y="0"/>
                </a:lnTo>
                <a:cubicBezTo>
                  <a:pt x="6749" y="0"/>
                  <a:pt x="6764" y="1"/>
                  <a:pt x="6779" y="4"/>
                </a:cubicBezTo>
                <a:cubicBezTo>
                  <a:pt x="6793" y="7"/>
                  <a:pt x="6807" y="11"/>
                  <a:pt x="6821" y="18"/>
                </a:cubicBezTo>
                <a:cubicBezTo>
                  <a:pt x="6834" y="24"/>
                  <a:pt x="6847" y="30"/>
                  <a:pt x="6860" y="39"/>
                </a:cubicBezTo>
                <a:cubicBezTo>
                  <a:pt x="6872" y="47"/>
                  <a:pt x="6883" y="56"/>
                  <a:pt x="6894" y="67"/>
                </a:cubicBezTo>
                <a:cubicBezTo>
                  <a:pt x="6904" y="77"/>
                  <a:pt x="6913" y="88"/>
                  <a:pt x="6922" y="101"/>
                </a:cubicBezTo>
                <a:cubicBezTo>
                  <a:pt x="6930" y="113"/>
                  <a:pt x="6937" y="126"/>
                  <a:pt x="6942" y="140"/>
                </a:cubicBezTo>
                <a:cubicBezTo>
                  <a:pt x="6948" y="153"/>
                  <a:pt x="6952" y="167"/>
                  <a:pt x="6955" y="182"/>
                </a:cubicBezTo>
                <a:cubicBezTo>
                  <a:pt x="6958" y="196"/>
                  <a:pt x="6960" y="211"/>
                  <a:pt x="6960" y="226"/>
                </a:cubicBezTo>
                <a:lnTo>
                  <a:pt x="6960" y="2951"/>
                </a:lnTo>
                <a:cubicBezTo>
                  <a:pt x="6960" y="2966"/>
                  <a:pt x="6958" y="2980"/>
                  <a:pt x="6955" y="2995"/>
                </a:cubicBezTo>
                <a:cubicBezTo>
                  <a:pt x="6952" y="3009"/>
                  <a:pt x="6948" y="3023"/>
                  <a:pt x="6942" y="3037"/>
                </a:cubicBezTo>
                <a:cubicBezTo>
                  <a:pt x="6937" y="3051"/>
                  <a:pt x="6930" y="3064"/>
                  <a:pt x="6922" y="3076"/>
                </a:cubicBezTo>
                <a:cubicBezTo>
                  <a:pt x="6913" y="3088"/>
                  <a:pt x="6904" y="3099"/>
                  <a:pt x="6894" y="3110"/>
                </a:cubicBezTo>
                <a:cubicBezTo>
                  <a:pt x="6883" y="3120"/>
                  <a:pt x="6872" y="3130"/>
                  <a:pt x="6860" y="3138"/>
                </a:cubicBezTo>
                <a:cubicBezTo>
                  <a:pt x="6847" y="3146"/>
                  <a:pt x="6834" y="3153"/>
                  <a:pt x="6821" y="3159"/>
                </a:cubicBezTo>
                <a:cubicBezTo>
                  <a:pt x="6807" y="3164"/>
                  <a:pt x="6793" y="3169"/>
                  <a:pt x="6779" y="3171"/>
                </a:cubicBezTo>
                <a:cubicBezTo>
                  <a:pt x="6764" y="3174"/>
                  <a:pt x="6749" y="3176"/>
                  <a:pt x="6735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3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2" y="3023"/>
                  <a:pt x="7" y="3009"/>
                  <a:pt x="4" y="2995"/>
                </a:cubicBezTo>
                <a:cubicBezTo>
                  <a:pt x="2" y="2980"/>
                  <a:pt x="0" y="2966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2589480" y="2467080"/>
            <a:ext cx="664459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Packet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4106880" y="1951200"/>
            <a:ext cx="1083974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3578400" y="2413080"/>
            <a:ext cx="222315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VideoPacketDecoder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6537240" y="19411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7596000" y="1709640"/>
            <a:ext cx="2257920" cy="1143360"/>
          </a:xfrm>
          <a:custGeom>
            <a:avLst/>
            <a:gdLst/>
            <a:ahLst/>
            <a:rect l="0" t="0" r="r" b="b"/>
            <a:pathLst>
              <a:path w="6272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1" y="196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2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047" y="0"/>
                </a:lnTo>
                <a:cubicBezTo>
                  <a:pt x="6062" y="0"/>
                  <a:pt x="6076" y="1"/>
                  <a:pt x="6091" y="4"/>
                </a:cubicBezTo>
                <a:cubicBezTo>
                  <a:pt x="6105" y="7"/>
                  <a:pt x="6119" y="11"/>
                  <a:pt x="6133" y="18"/>
                </a:cubicBezTo>
                <a:cubicBezTo>
                  <a:pt x="6146" y="24"/>
                  <a:pt x="6159" y="30"/>
                  <a:pt x="6172" y="39"/>
                </a:cubicBezTo>
                <a:cubicBezTo>
                  <a:pt x="6184" y="47"/>
                  <a:pt x="6195" y="56"/>
                  <a:pt x="6206" y="67"/>
                </a:cubicBezTo>
                <a:cubicBezTo>
                  <a:pt x="6216" y="77"/>
                  <a:pt x="6226" y="88"/>
                  <a:pt x="6234" y="101"/>
                </a:cubicBezTo>
                <a:cubicBezTo>
                  <a:pt x="6242" y="113"/>
                  <a:pt x="6249" y="126"/>
                  <a:pt x="6255" y="140"/>
                </a:cubicBezTo>
                <a:cubicBezTo>
                  <a:pt x="6260" y="153"/>
                  <a:pt x="6264" y="167"/>
                  <a:pt x="6267" y="182"/>
                </a:cubicBezTo>
                <a:cubicBezTo>
                  <a:pt x="6270" y="196"/>
                  <a:pt x="6272" y="211"/>
                  <a:pt x="6272" y="226"/>
                </a:cubicBezTo>
                <a:lnTo>
                  <a:pt x="6272" y="2951"/>
                </a:lnTo>
                <a:cubicBezTo>
                  <a:pt x="6272" y="2966"/>
                  <a:pt x="6270" y="2980"/>
                  <a:pt x="6267" y="2995"/>
                </a:cubicBezTo>
                <a:cubicBezTo>
                  <a:pt x="6264" y="3009"/>
                  <a:pt x="6260" y="3023"/>
                  <a:pt x="6255" y="3037"/>
                </a:cubicBezTo>
                <a:cubicBezTo>
                  <a:pt x="6249" y="3051"/>
                  <a:pt x="6242" y="3064"/>
                  <a:pt x="6234" y="3076"/>
                </a:cubicBezTo>
                <a:cubicBezTo>
                  <a:pt x="6226" y="3088"/>
                  <a:pt x="6216" y="3099"/>
                  <a:pt x="6206" y="3110"/>
                </a:cubicBezTo>
                <a:cubicBezTo>
                  <a:pt x="6195" y="3120"/>
                  <a:pt x="6184" y="3130"/>
                  <a:pt x="6172" y="3138"/>
                </a:cubicBezTo>
                <a:cubicBezTo>
                  <a:pt x="6159" y="3146"/>
                  <a:pt x="6146" y="3153"/>
                  <a:pt x="6133" y="3159"/>
                </a:cubicBezTo>
                <a:cubicBezTo>
                  <a:pt x="6119" y="3164"/>
                  <a:pt x="6105" y="3169"/>
                  <a:pt x="6091" y="3171"/>
                </a:cubicBezTo>
                <a:cubicBezTo>
                  <a:pt x="6076" y="3174"/>
                  <a:pt x="6062" y="3176"/>
                  <a:pt x="6047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2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1" y="3023"/>
                  <a:pt x="7" y="3009"/>
                  <a:pt x="4" y="2995"/>
                </a:cubicBezTo>
                <a:cubicBezTo>
                  <a:pt x="1" y="2980"/>
                  <a:pt x="0" y="2966"/>
                  <a:pt x="0" y="295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7596000" y="1709640"/>
            <a:ext cx="2257920" cy="1143360"/>
          </a:xfrm>
          <a:custGeom>
            <a:avLst/>
            <a:gdLst/>
            <a:ahLst/>
            <a:rect l="0" t="0" r="r" b="b"/>
            <a:pathLst>
              <a:path w="6272" h="3176">
                <a:moveTo>
                  <a:pt x="0" y="2951"/>
                </a:moveTo>
                <a:lnTo>
                  <a:pt x="0" y="226"/>
                </a:lnTo>
                <a:cubicBezTo>
                  <a:pt x="0" y="211"/>
                  <a:pt x="1" y="196"/>
                  <a:pt x="4" y="182"/>
                </a:cubicBezTo>
                <a:cubicBezTo>
                  <a:pt x="7" y="167"/>
                  <a:pt x="11" y="153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5" y="77"/>
                  <a:pt x="66" y="67"/>
                </a:cubicBezTo>
                <a:cubicBezTo>
                  <a:pt x="76" y="56"/>
                  <a:pt x="88" y="47"/>
                  <a:pt x="100" y="39"/>
                </a:cubicBezTo>
                <a:cubicBezTo>
                  <a:pt x="112" y="30"/>
                  <a:pt x="125" y="24"/>
                  <a:pt x="139" y="18"/>
                </a:cubicBezTo>
                <a:cubicBezTo>
                  <a:pt x="152" y="11"/>
                  <a:pt x="167" y="7"/>
                  <a:pt x="181" y="4"/>
                </a:cubicBezTo>
                <a:cubicBezTo>
                  <a:pt x="196" y="1"/>
                  <a:pt x="210" y="0"/>
                  <a:pt x="225" y="0"/>
                </a:cubicBezTo>
                <a:lnTo>
                  <a:pt x="6047" y="0"/>
                </a:lnTo>
                <a:cubicBezTo>
                  <a:pt x="6062" y="0"/>
                  <a:pt x="6076" y="1"/>
                  <a:pt x="6091" y="4"/>
                </a:cubicBezTo>
                <a:cubicBezTo>
                  <a:pt x="6105" y="7"/>
                  <a:pt x="6119" y="11"/>
                  <a:pt x="6133" y="18"/>
                </a:cubicBezTo>
                <a:cubicBezTo>
                  <a:pt x="6146" y="24"/>
                  <a:pt x="6159" y="30"/>
                  <a:pt x="6172" y="39"/>
                </a:cubicBezTo>
                <a:cubicBezTo>
                  <a:pt x="6184" y="47"/>
                  <a:pt x="6195" y="56"/>
                  <a:pt x="6206" y="67"/>
                </a:cubicBezTo>
                <a:cubicBezTo>
                  <a:pt x="6216" y="77"/>
                  <a:pt x="6226" y="88"/>
                  <a:pt x="6234" y="101"/>
                </a:cubicBezTo>
                <a:cubicBezTo>
                  <a:pt x="6242" y="113"/>
                  <a:pt x="6249" y="126"/>
                  <a:pt x="6255" y="140"/>
                </a:cubicBezTo>
                <a:cubicBezTo>
                  <a:pt x="6260" y="153"/>
                  <a:pt x="6264" y="167"/>
                  <a:pt x="6267" y="182"/>
                </a:cubicBezTo>
                <a:cubicBezTo>
                  <a:pt x="6270" y="196"/>
                  <a:pt x="6272" y="211"/>
                  <a:pt x="6272" y="226"/>
                </a:cubicBezTo>
                <a:lnTo>
                  <a:pt x="6272" y="2951"/>
                </a:lnTo>
                <a:cubicBezTo>
                  <a:pt x="6272" y="2966"/>
                  <a:pt x="6270" y="2980"/>
                  <a:pt x="6267" y="2995"/>
                </a:cubicBezTo>
                <a:cubicBezTo>
                  <a:pt x="6264" y="3009"/>
                  <a:pt x="6260" y="3023"/>
                  <a:pt x="6255" y="3037"/>
                </a:cubicBezTo>
                <a:cubicBezTo>
                  <a:pt x="6249" y="3051"/>
                  <a:pt x="6242" y="3064"/>
                  <a:pt x="6234" y="3076"/>
                </a:cubicBezTo>
                <a:cubicBezTo>
                  <a:pt x="6226" y="3088"/>
                  <a:pt x="6216" y="3099"/>
                  <a:pt x="6206" y="3110"/>
                </a:cubicBezTo>
                <a:cubicBezTo>
                  <a:pt x="6195" y="3120"/>
                  <a:pt x="6184" y="3130"/>
                  <a:pt x="6172" y="3138"/>
                </a:cubicBezTo>
                <a:cubicBezTo>
                  <a:pt x="6159" y="3146"/>
                  <a:pt x="6146" y="3153"/>
                  <a:pt x="6133" y="3159"/>
                </a:cubicBezTo>
                <a:cubicBezTo>
                  <a:pt x="6119" y="3164"/>
                  <a:pt x="6105" y="3169"/>
                  <a:pt x="6091" y="3171"/>
                </a:cubicBezTo>
                <a:cubicBezTo>
                  <a:pt x="6076" y="3174"/>
                  <a:pt x="6062" y="3176"/>
                  <a:pt x="6047" y="3176"/>
                </a:cubicBezTo>
                <a:lnTo>
                  <a:pt x="225" y="3176"/>
                </a:lnTo>
                <a:cubicBezTo>
                  <a:pt x="210" y="3176"/>
                  <a:pt x="196" y="3174"/>
                  <a:pt x="181" y="3171"/>
                </a:cubicBezTo>
                <a:cubicBezTo>
                  <a:pt x="167" y="3169"/>
                  <a:pt x="152" y="3164"/>
                  <a:pt x="139" y="3159"/>
                </a:cubicBezTo>
                <a:cubicBezTo>
                  <a:pt x="125" y="3153"/>
                  <a:pt x="112" y="3146"/>
                  <a:pt x="100" y="3138"/>
                </a:cubicBezTo>
                <a:cubicBezTo>
                  <a:pt x="88" y="3130"/>
                  <a:pt x="76" y="3120"/>
                  <a:pt x="66" y="3110"/>
                </a:cubicBezTo>
                <a:cubicBezTo>
                  <a:pt x="55" y="3099"/>
                  <a:pt x="46" y="3088"/>
                  <a:pt x="38" y="3076"/>
                </a:cubicBezTo>
                <a:cubicBezTo>
                  <a:pt x="30" y="3064"/>
                  <a:pt x="23" y="3051"/>
                  <a:pt x="17" y="3037"/>
                </a:cubicBezTo>
                <a:cubicBezTo>
                  <a:pt x="11" y="3023"/>
                  <a:pt x="7" y="3009"/>
                  <a:pt x="4" y="2995"/>
                </a:cubicBezTo>
                <a:cubicBezTo>
                  <a:pt x="1" y="2980"/>
                  <a:pt x="0" y="2966"/>
                  <a:pt x="0" y="2951"/>
                </a:cubicBezTo>
                <a:close/>
              </a:path>
            </a:pathLst>
          </a:custGeom>
          <a:noFill/>
          <a:ln w="28440">
            <a:solidFill>
              <a:srgbClr val="ee4c2c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6007680" y="2467080"/>
            <a:ext cx="1549368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RawFrame (YUV)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7819560" y="1951200"/>
            <a:ext cx="1961107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color convert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7924680" y="2413080"/>
            <a:ext cx="172938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ColorConverter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0376640" y="1941120"/>
            <a:ext cx="412128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10001520" y="2467080"/>
            <a:ext cx="1217721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Frame (RGB)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828720" y="3479760"/>
            <a:ext cx="6791169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ColorConverter, Demuxer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828720" y="3917880"/>
            <a:ext cx="5804006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demuxer = Demuxer(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streams=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828720" y="4137120"/>
            <a:ext cx="617414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packet_decoder = demuxer.streams[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].make_decoder()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828720" y="4356000"/>
            <a:ext cx="4198651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color_converter = ColorConverter()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828720" y="4794480"/>
            <a:ext cx="271693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packet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demuxer: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828720" y="5013360"/>
            <a:ext cx="6297393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raw_frame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packet_decoder.decode(packet):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828720" y="5232600"/>
            <a:ext cx="617414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frame = color_converter.convert(raw_frame)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828720" y="5670720"/>
            <a:ext cx="642103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Same as VideoDecoder("video.mp4").get_all_frames()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880200" y="6397920"/>
            <a:ext cx="346420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Build your own decoding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71400" y="2852640"/>
            <a:ext cx="10849320" cy="2372040"/>
          </a:xfrm>
          <a:custGeom>
            <a:avLst/>
            <a:gdLst/>
            <a:ahLst/>
            <a:rect l="0" t="0" r="r" b="b"/>
            <a:pathLst>
              <a:path w="30137" h="6589">
                <a:moveTo>
                  <a:pt x="0" y="639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390"/>
                </a:lnTo>
                <a:cubicBezTo>
                  <a:pt x="30137" y="6403"/>
                  <a:pt x="30136" y="6416"/>
                  <a:pt x="30133" y="6429"/>
                </a:cubicBezTo>
                <a:cubicBezTo>
                  <a:pt x="30130" y="6442"/>
                  <a:pt x="30127" y="6454"/>
                  <a:pt x="30122" y="6466"/>
                </a:cubicBezTo>
                <a:cubicBezTo>
                  <a:pt x="30117" y="6478"/>
                  <a:pt x="30111" y="6490"/>
                  <a:pt x="30103" y="6501"/>
                </a:cubicBezTo>
                <a:cubicBezTo>
                  <a:pt x="30096" y="6512"/>
                  <a:pt x="30088" y="6522"/>
                  <a:pt x="30079" y="6531"/>
                </a:cubicBezTo>
                <a:cubicBezTo>
                  <a:pt x="30070" y="6540"/>
                  <a:pt x="30059" y="6548"/>
                  <a:pt x="30049" y="6555"/>
                </a:cubicBezTo>
                <a:cubicBezTo>
                  <a:pt x="30038" y="6563"/>
                  <a:pt x="30026" y="6569"/>
                  <a:pt x="30014" y="6574"/>
                </a:cubicBezTo>
                <a:cubicBezTo>
                  <a:pt x="30002" y="6579"/>
                  <a:pt x="29990" y="6583"/>
                  <a:pt x="29977" y="6585"/>
                </a:cubicBezTo>
                <a:cubicBezTo>
                  <a:pt x="29964" y="6588"/>
                  <a:pt x="29951" y="6589"/>
                  <a:pt x="29938" y="6589"/>
                </a:cubicBezTo>
                <a:lnTo>
                  <a:pt x="198" y="6589"/>
                </a:lnTo>
                <a:cubicBezTo>
                  <a:pt x="185" y="6589"/>
                  <a:pt x="172" y="6588"/>
                  <a:pt x="160" y="6585"/>
                </a:cubicBezTo>
                <a:cubicBezTo>
                  <a:pt x="147" y="6583"/>
                  <a:pt x="134" y="6579"/>
                  <a:pt x="122" y="6574"/>
                </a:cubicBezTo>
                <a:cubicBezTo>
                  <a:pt x="110" y="6569"/>
                  <a:pt x="99" y="6563"/>
                  <a:pt x="88" y="6555"/>
                </a:cubicBezTo>
                <a:cubicBezTo>
                  <a:pt x="77" y="6548"/>
                  <a:pt x="67" y="6540"/>
                  <a:pt x="58" y="6531"/>
                </a:cubicBezTo>
                <a:cubicBezTo>
                  <a:pt x="49" y="6522"/>
                  <a:pt x="40" y="6512"/>
                  <a:pt x="33" y="6501"/>
                </a:cubicBezTo>
                <a:cubicBezTo>
                  <a:pt x="26" y="6490"/>
                  <a:pt x="20" y="6478"/>
                  <a:pt x="15" y="6466"/>
                </a:cubicBezTo>
                <a:cubicBezTo>
                  <a:pt x="10" y="6454"/>
                  <a:pt x="6" y="6442"/>
                  <a:pt x="4" y="6429"/>
                </a:cubicBezTo>
                <a:cubicBezTo>
                  <a:pt x="1" y="6416"/>
                  <a:pt x="0" y="6403"/>
                  <a:pt x="0" y="639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71400" y="2852640"/>
            <a:ext cx="10849320" cy="2372040"/>
          </a:xfrm>
          <a:custGeom>
            <a:avLst/>
            <a:gdLst/>
            <a:ahLst/>
            <a:rect l="0" t="0" r="r" b="b"/>
            <a:pathLst>
              <a:path w="30137" h="6589">
                <a:moveTo>
                  <a:pt x="0" y="639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390"/>
                </a:lnTo>
                <a:cubicBezTo>
                  <a:pt x="30137" y="6403"/>
                  <a:pt x="30136" y="6416"/>
                  <a:pt x="30133" y="6429"/>
                </a:cubicBezTo>
                <a:cubicBezTo>
                  <a:pt x="30130" y="6442"/>
                  <a:pt x="30127" y="6454"/>
                  <a:pt x="30122" y="6466"/>
                </a:cubicBezTo>
                <a:cubicBezTo>
                  <a:pt x="30117" y="6478"/>
                  <a:pt x="30111" y="6490"/>
                  <a:pt x="30103" y="6501"/>
                </a:cubicBezTo>
                <a:cubicBezTo>
                  <a:pt x="30096" y="6512"/>
                  <a:pt x="30088" y="6522"/>
                  <a:pt x="30079" y="6531"/>
                </a:cubicBezTo>
                <a:cubicBezTo>
                  <a:pt x="30070" y="6540"/>
                  <a:pt x="30059" y="6548"/>
                  <a:pt x="30049" y="6555"/>
                </a:cubicBezTo>
                <a:cubicBezTo>
                  <a:pt x="30038" y="6563"/>
                  <a:pt x="30026" y="6569"/>
                  <a:pt x="30014" y="6574"/>
                </a:cubicBezTo>
                <a:cubicBezTo>
                  <a:pt x="30002" y="6579"/>
                  <a:pt x="29990" y="6583"/>
                  <a:pt x="29977" y="6585"/>
                </a:cubicBezTo>
                <a:cubicBezTo>
                  <a:pt x="29964" y="6588"/>
                  <a:pt x="29951" y="6589"/>
                  <a:pt x="29938" y="6589"/>
                </a:cubicBezTo>
                <a:lnTo>
                  <a:pt x="198" y="6589"/>
                </a:lnTo>
                <a:cubicBezTo>
                  <a:pt x="185" y="6589"/>
                  <a:pt x="172" y="6588"/>
                  <a:pt x="160" y="6585"/>
                </a:cubicBezTo>
                <a:cubicBezTo>
                  <a:pt x="147" y="6583"/>
                  <a:pt x="134" y="6579"/>
                  <a:pt x="122" y="6574"/>
                </a:cubicBezTo>
                <a:cubicBezTo>
                  <a:pt x="110" y="6569"/>
                  <a:pt x="99" y="6563"/>
                  <a:pt x="88" y="6555"/>
                </a:cubicBezTo>
                <a:cubicBezTo>
                  <a:pt x="77" y="6548"/>
                  <a:pt x="67" y="6540"/>
                  <a:pt x="58" y="6531"/>
                </a:cubicBezTo>
                <a:cubicBezTo>
                  <a:pt x="49" y="6522"/>
                  <a:pt x="40" y="6512"/>
                  <a:pt x="33" y="6501"/>
                </a:cubicBezTo>
                <a:cubicBezTo>
                  <a:pt x="26" y="6490"/>
                  <a:pt x="20" y="6478"/>
                  <a:pt x="15" y="6466"/>
                </a:cubicBezTo>
                <a:cubicBezTo>
                  <a:pt x="10" y="6454"/>
                  <a:pt x="6" y="6442"/>
                  <a:pt x="4" y="6429"/>
                </a:cubicBezTo>
                <a:cubicBezTo>
                  <a:pt x="1" y="6416"/>
                  <a:pt x="0" y="6403"/>
                  <a:pt x="0" y="639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66720" y="598320"/>
            <a:ext cx="8175297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APIs: audio + video in one pass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30477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30477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4466160" y="1340280"/>
            <a:ext cx="350503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Demuxer: interleaved packets from one file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35622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35622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320976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40766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40766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371952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45907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8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8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7" y="954"/>
                </a:lnTo>
                <a:cubicBezTo>
                  <a:pt x="93" y="954"/>
                  <a:pt x="80" y="951"/>
                  <a:pt x="67" y="946"/>
                </a:cubicBezTo>
                <a:cubicBezTo>
                  <a:pt x="54" y="940"/>
                  <a:pt x="42" y="933"/>
                  <a:pt x="32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45907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8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8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7" y="954"/>
                </a:lnTo>
                <a:cubicBezTo>
                  <a:pt x="93" y="954"/>
                  <a:pt x="80" y="951"/>
                  <a:pt x="67" y="946"/>
                </a:cubicBezTo>
                <a:cubicBezTo>
                  <a:pt x="54" y="940"/>
                  <a:pt x="42" y="933"/>
                  <a:pt x="32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423864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51051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51051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475272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6196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56196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526248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1340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1340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578160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6481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6" y="954"/>
                </a:lnTo>
                <a:cubicBezTo>
                  <a:pt x="92" y="954"/>
                  <a:pt x="79" y="951"/>
                  <a:pt x="66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6481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6" y="954"/>
                </a:lnTo>
                <a:cubicBezTo>
                  <a:pt x="92" y="954"/>
                  <a:pt x="79" y="951"/>
                  <a:pt x="66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29136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1625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16256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2" y="0"/>
                </a:lnTo>
                <a:cubicBezTo>
                  <a:pt x="1126" y="0"/>
                  <a:pt x="1140" y="3"/>
                  <a:pt x="1153" y="8"/>
                </a:cubicBezTo>
                <a:cubicBezTo>
                  <a:pt x="1166" y="14"/>
                  <a:pt x="1177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7" y="933"/>
                  <a:pt x="1166" y="940"/>
                  <a:pt x="1153" y="946"/>
                </a:cubicBezTo>
                <a:cubicBezTo>
                  <a:pt x="1140" y="951"/>
                  <a:pt x="1126" y="954"/>
                  <a:pt x="1112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681012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76770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1" y="0"/>
                </a:lnTo>
                <a:cubicBezTo>
                  <a:pt x="1125" y="0"/>
                  <a:pt x="1139" y="3"/>
                  <a:pt x="1152" y="8"/>
                </a:cubicBezTo>
                <a:cubicBezTo>
                  <a:pt x="1165" y="14"/>
                  <a:pt x="1176" y="21"/>
                  <a:pt x="1186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6" y="923"/>
                </a:cubicBezTo>
                <a:cubicBezTo>
                  <a:pt x="1176" y="933"/>
                  <a:pt x="1165" y="940"/>
                  <a:pt x="1152" y="946"/>
                </a:cubicBezTo>
                <a:cubicBezTo>
                  <a:pt x="1139" y="951"/>
                  <a:pt x="1125" y="954"/>
                  <a:pt x="1111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767700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11" y="0"/>
                </a:lnTo>
                <a:cubicBezTo>
                  <a:pt x="1125" y="0"/>
                  <a:pt x="1139" y="3"/>
                  <a:pt x="1152" y="8"/>
                </a:cubicBezTo>
                <a:cubicBezTo>
                  <a:pt x="1165" y="14"/>
                  <a:pt x="1176" y="21"/>
                  <a:pt x="1186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5" y="902"/>
                  <a:pt x="1197" y="913"/>
                  <a:pt x="1186" y="923"/>
                </a:cubicBezTo>
                <a:cubicBezTo>
                  <a:pt x="1176" y="933"/>
                  <a:pt x="1165" y="940"/>
                  <a:pt x="1152" y="946"/>
                </a:cubicBezTo>
                <a:cubicBezTo>
                  <a:pt x="1139" y="951"/>
                  <a:pt x="1125" y="954"/>
                  <a:pt x="1111" y="954"/>
                </a:cubicBezTo>
                <a:lnTo>
                  <a:pt x="106" y="954"/>
                </a:lnTo>
                <a:cubicBezTo>
                  <a:pt x="92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32456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81914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819144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12" y="0"/>
                </a:lnTo>
                <a:cubicBezTo>
                  <a:pt x="1126" y="0"/>
                  <a:pt x="1139" y="3"/>
                  <a:pt x="1152" y="8"/>
                </a:cubicBezTo>
                <a:cubicBezTo>
                  <a:pt x="1165" y="14"/>
                  <a:pt x="1177" y="21"/>
                  <a:pt x="1187" y="31"/>
                </a:cubicBezTo>
                <a:cubicBezTo>
                  <a:pt x="1197" y="41"/>
                  <a:pt x="1204" y="53"/>
                  <a:pt x="1210" y="66"/>
                </a:cubicBezTo>
                <a:cubicBezTo>
                  <a:pt x="1215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5" y="876"/>
                  <a:pt x="1210" y="889"/>
                </a:cubicBezTo>
                <a:cubicBezTo>
                  <a:pt x="1204" y="902"/>
                  <a:pt x="1197" y="913"/>
                  <a:pt x="1187" y="923"/>
                </a:cubicBezTo>
                <a:cubicBezTo>
                  <a:pt x="1177" y="933"/>
                  <a:pt x="1165" y="940"/>
                  <a:pt x="1152" y="946"/>
                </a:cubicBezTo>
                <a:cubicBezTo>
                  <a:pt x="1139" y="951"/>
                  <a:pt x="1126" y="954"/>
                  <a:pt x="1112" y="954"/>
                </a:cubicBezTo>
                <a:lnTo>
                  <a:pt x="105" y="954"/>
                </a:lnTo>
                <a:cubicBezTo>
                  <a:pt x="91" y="954"/>
                  <a:pt x="78" y="951"/>
                  <a:pt x="65" y="946"/>
                </a:cubicBezTo>
                <a:cubicBezTo>
                  <a:pt x="52" y="940"/>
                  <a:pt x="41" y="933"/>
                  <a:pt x="31" y="923"/>
                </a:cubicBezTo>
                <a:cubicBezTo>
                  <a:pt x="21" y="913"/>
                  <a:pt x="13" y="902"/>
                  <a:pt x="8" y="889"/>
                </a:cubicBezTo>
                <a:cubicBezTo>
                  <a:pt x="2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783432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7055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6" y="954"/>
                </a:lnTo>
                <a:cubicBezTo>
                  <a:pt x="92" y="954"/>
                  <a:pt x="79" y="951"/>
                  <a:pt x="66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solidFill>
            <a:srgbClr val="e3eb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8705520" y="1618920"/>
            <a:ext cx="438480" cy="343440"/>
          </a:xfrm>
          <a:custGeom>
            <a:avLst/>
            <a:gdLst/>
            <a:ahLst/>
            <a:rect l="0" t="0" r="r" b="b"/>
            <a:pathLst>
              <a:path w="1218" h="954">
                <a:moveTo>
                  <a:pt x="0" y="848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113" y="0"/>
                </a:lnTo>
                <a:cubicBezTo>
                  <a:pt x="1127" y="0"/>
                  <a:pt x="1140" y="3"/>
                  <a:pt x="1153" y="8"/>
                </a:cubicBezTo>
                <a:cubicBezTo>
                  <a:pt x="1166" y="14"/>
                  <a:pt x="1178" y="21"/>
                  <a:pt x="1187" y="31"/>
                </a:cubicBezTo>
                <a:cubicBezTo>
                  <a:pt x="1197" y="41"/>
                  <a:pt x="1205" y="53"/>
                  <a:pt x="1210" y="66"/>
                </a:cubicBezTo>
                <a:cubicBezTo>
                  <a:pt x="1216" y="79"/>
                  <a:pt x="1218" y="92"/>
                  <a:pt x="1218" y="106"/>
                </a:cubicBezTo>
                <a:lnTo>
                  <a:pt x="1218" y="848"/>
                </a:lnTo>
                <a:cubicBezTo>
                  <a:pt x="1218" y="862"/>
                  <a:pt x="1216" y="876"/>
                  <a:pt x="1210" y="889"/>
                </a:cubicBezTo>
                <a:cubicBezTo>
                  <a:pt x="1205" y="902"/>
                  <a:pt x="1197" y="913"/>
                  <a:pt x="1187" y="923"/>
                </a:cubicBezTo>
                <a:cubicBezTo>
                  <a:pt x="1178" y="933"/>
                  <a:pt x="1166" y="940"/>
                  <a:pt x="1153" y="946"/>
                </a:cubicBezTo>
                <a:cubicBezTo>
                  <a:pt x="1140" y="951"/>
                  <a:pt x="1127" y="954"/>
                  <a:pt x="1113" y="954"/>
                </a:cubicBezTo>
                <a:lnTo>
                  <a:pt x="106" y="954"/>
                </a:lnTo>
                <a:cubicBezTo>
                  <a:pt x="92" y="954"/>
                  <a:pt x="79" y="951"/>
                  <a:pt x="66" y="946"/>
                </a:cubicBezTo>
                <a:cubicBezTo>
                  <a:pt x="53" y="940"/>
                  <a:pt x="41" y="933"/>
                  <a:pt x="31" y="923"/>
                </a:cubicBezTo>
                <a:cubicBezTo>
                  <a:pt x="21" y="913"/>
                  <a:pt x="14" y="902"/>
                  <a:pt x="8" y="889"/>
                </a:cubicBezTo>
                <a:cubicBezTo>
                  <a:pt x="3" y="876"/>
                  <a:pt x="0" y="862"/>
                  <a:pt x="0" y="848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835344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8862840" y="1683000"/>
            <a:ext cx="184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2752200" y="2035440"/>
            <a:ext cx="1271376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↓ video packets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676080" y="2314440"/>
            <a:ext cx="5334480" cy="447840"/>
          </a:xfrm>
          <a:custGeom>
            <a:avLst/>
            <a:gdLst/>
            <a:ahLst/>
            <a:rect l="0" t="0" r="r" b="b"/>
            <a:pathLst>
              <a:path w="14818" h="1244">
                <a:moveTo>
                  <a:pt x="0" y="1006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14580" y="0"/>
                </a:lnTo>
                <a:cubicBezTo>
                  <a:pt x="14595" y="0"/>
                  <a:pt x="14611" y="1"/>
                  <a:pt x="14626" y="4"/>
                </a:cubicBezTo>
                <a:cubicBezTo>
                  <a:pt x="14641" y="8"/>
                  <a:pt x="14656" y="12"/>
                  <a:pt x="14671" y="18"/>
                </a:cubicBezTo>
                <a:cubicBezTo>
                  <a:pt x="14685" y="24"/>
                  <a:pt x="14699" y="31"/>
                  <a:pt x="14712" y="40"/>
                </a:cubicBezTo>
                <a:cubicBezTo>
                  <a:pt x="14725" y="49"/>
                  <a:pt x="14737" y="59"/>
                  <a:pt x="14748" y="70"/>
                </a:cubicBezTo>
                <a:cubicBezTo>
                  <a:pt x="14759" y="81"/>
                  <a:pt x="14769" y="93"/>
                  <a:pt x="14778" y="106"/>
                </a:cubicBezTo>
                <a:cubicBezTo>
                  <a:pt x="14786" y="119"/>
                  <a:pt x="14794" y="132"/>
                  <a:pt x="14800" y="147"/>
                </a:cubicBezTo>
                <a:cubicBezTo>
                  <a:pt x="14806" y="161"/>
                  <a:pt x="14810" y="176"/>
                  <a:pt x="14813" y="192"/>
                </a:cubicBezTo>
                <a:cubicBezTo>
                  <a:pt x="14816" y="207"/>
                  <a:pt x="14818" y="222"/>
                  <a:pt x="14818" y="238"/>
                </a:cubicBezTo>
                <a:lnTo>
                  <a:pt x="14818" y="1006"/>
                </a:lnTo>
                <a:cubicBezTo>
                  <a:pt x="14818" y="1022"/>
                  <a:pt x="14816" y="1037"/>
                  <a:pt x="14813" y="1053"/>
                </a:cubicBezTo>
                <a:cubicBezTo>
                  <a:pt x="14810" y="1068"/>
                  <a:pt x="14806" y="1083"/>
                  <a:pt x="14800" y="1097"/>
                </a:cubicBezTo>
                <a:cubicBezTo>
                  <a:pt x="14794" y="1112"/>
                  <a:pt x="14786" y="1126"/>
                  <a:pt x="14778" y="1139"/>
                </a:cubicBezTo>
                <a:cubicBezTo>
                  <a:pt x="14769" y="1152"/>
                  <a:pt x="14759" y="1164"/>
                  <a:pt x="14748" y="1175"/>
                </a:cubicBezTo>
                <a:cubicBezTo>
                  <a:pt x="14737" y="1186"/>
                  <a:pt x="14725" y="1196"/>
                  <a:pt x="14712" y="1204"/>
                </a:cubicBezTo>
                <a:cubicBezTo>
                  <a:pt x="14699" y="1213"/>
                  <a:pt x="14685" y="1220"/>
                  <a:pt x="14671" y="1226"/>
                </a:cubicBezTo>
                <a:cubicBezTo>
                  <a:pt x="14656" y="1232"/>
                  <a:pt x="14641" y="1237"/>
                  <a:pt x="14626" y="1240"/>
                </a:cubicBezTo>
                <a:cubicBezTo>
                  <a:pt x="14611" y="1243"/>
                  <a:pt x="14595" y="1244"/>
                  <a:pt x="14580" y="1244"/>
                </a:cubicBezTo>
                <a:lnTo>
                  <a:pt x="238" y="1244"/>
                </a:lnTo>
                <a:cubicBezTo>
                  <a:pt x="223" y="1244"/>
                  <a:pt x="207" y="1243"/>
                  <a:pt x="192" y="1240"/>
                </a:cubicBezTo>
                <a:cubicBezTo>
                  <a:pt x="176" y="1237"/>
                  <a:pt x="161" y="1232"/>
                  <a:pt x="147" y="1226"/>
                </a:cubicBezTo>
                <a:cubicBezTo>
                  <a:pt x="133" y="1220"/>
                  <a:pt x="119" y="1213"/>
                  <a:pt x="106" y="1204"/>
                </a:cubicBezTo>
                <a:cubicBezTo>
                  <a:pt x="93" y="1196"/>
                  <a:pt x="81" y="1186"/>
                  <a:pt x="70" y="1175"/>
                </a:cubicBezTo>
                <a:cubicBezTo>
                  <a:pt x="59" y="1164"/>
                  <a:pt x="49" y="1152"/>
                  <a:pt x="40" y="1139"/>
                </a:cubicBezTo>
                <a:cubicBezTo>
                  <a:pt x="31" y="1126"/>
                  <a:pt x="24" y="1112"/>
                  <a:pt x="18" y="1097"/>
                </a:cubicBezTo>
                <a:cubicBezTo>
                  <a:pt x="12" y="1083"/>
                  <a:pt x="8" y="1068"/>
                  <a:pt x="5" y="1053"/>
                </a:cubicBezTo>
                <a:cubicBezTo>
                  <a:pt x="2" y="1037"/>
                  <a:pt x="0" y="1022"/>
                  <a:pt x="0" y="1006"/>
                </a:cubicBezTo>
                <a:close/>
              </a:path>
            </a:pathLst>
          </a:custGeom>
          <a:solidFill>
            <a:srgbClr val="fff7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76080" y="2314440"/>
            <a:ext cx="5334480" cy="447840"/>
          </a:xfrm>
          <a:custGeom>
            <a:avLst/>
            <a:gdLst/>
            <a:ahLst/>
            <a:rect l="0" t="0" r="r" b="b"/>
            <a:pathLst>
              <a:path w="14818" h="1244">
                <a:moveTo>
                  <a:pt x="0" y="1006"/>
                </a:moveTo>
                <a:lnTo>
                  <a:pt x="0" y="238"/>
                </a:lnTo>
                <a:cubicBezTo>
                  <a:pt x="0" y="222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14580" y="0"/>
                </a:lnTo>
                <a:cubicBezTo>
                  <a:pt x="14595" y="0"/>
                  <a:pt x="14611" y="1"/>
                  <a:pt x="14626" y="4"/>
                </a:cubicBezTo>
                <a:cubicBezTo>
                  <a:pt x="14641" y="8"/>
                  <a:pt x="14656" y="12"/>
                  <a:pt x="14671" y="18"/>
                </a:cubicBezTo>
                <a:cubicBezTo>
                  <a:pt x="14685" y="24"/>
                  <a:pt x="14699" y="31"/>
                  <a:pt x="14712" y="40"/>
                </a:cubicBezTo>
                <a:cubicBezTo>
                  <a:pt x="14725" y="49"/>
                  <a:pt x="14737" y="59"/>
                  <a:pt x="14748" y="70"/>
                </a:cubicBezTo>
                <a:cubicBezTo>
                  <a:pt x="14759" y="81"/>
                  <a:pt x="14769" y="93"/>
                  <a:pt x="14778" y="106"/>
                </a:cubicBezTo>
                <a:cubicBezTo>
                  <a:pt x="14786" y="119"/>
                  <a:pt x="14794" y="132"/>
                  <a:pt x="14800" y="147"/>
                </a:cubicBezTo>
                <a:cubicBezTo>
                  <a:pt x="14806" y="161"/>
                  <a:pt x="14810" y="176"/>
                  <a:pt x="14813" y="192"/>
                </a:cubicBezTo>
                <a:cubicBezTo>
                  <a:pt x="14816" y="207"/>
                  <a:pt x="14818" y="222"/>
                  <a:pt x="14818" y="238"/>
                </a:cubicBezTo>
                <a:lnTo>
                  <a:pt x="14818" y="1006"/>
                </a:lnTo>
                <a:cubicBezTo>
                  <a:pt x="14818" y="1022"/>
                  <a:pt x="14816" y="1037"/>
                  <a:pt x="14813" y="1053"/>
                </a:cubicBezTo>
                <a:cubicBezTo>
                  <a:pt x="14810" y="1068"/>
                  <a:pt x="14806" y="1083"/>
                  <a:pt x="14800" y="1097"/>
                </a:cubicBezTo>
                <a:cubicBezTo>
                  <a:pt x="14794" y="1112"/>
                  <a:pt x="14786" y="1126"/>
                  <a:pt x="14778" y="1139"/>
                </a:cubicBezTo>
                <a:cubicBezTo>
                  <a:pt x="14769" y="1152"/>
                  <a:pt x="14759" y="1164"/>
                  <a:pt x="14748" y="1175"/>
                </a:cubicBezTo>
                <a:cubicBezTo>
                  <a:pt x="14737" y="1186"/>
                  <a:pt x="14725" y="1196"/>
                  <a:pt x="14712" y="1204"/>
                </a:cubicBezTo>
                <a:cubicBezTo>
                  <a:pt x="14699" y="1213"/>
                  <a:pt x="14685" y="1220"/>
                  <a:pt x="14671" y="1226"/>
                </a:cubicBezTo>
                <a:cubicBezTo>
                  <a:pt x="14656" y="1232"/>
                  <a:pt x="14641" y="1237"/>
                  <a:pt x="14626" y="1240"/>
                </a:cubicBezTo>
                <a:cubicBezTo>
                  <a:pt x="14611" y="1243"/>
                  <a:pt x="14595" y="1244"/>
                  <a:pt x="14580" y="1244"/>
                </a:cubicBezTo>
                <a:lnTo>
                  <a:pt x="238" y="1244"/>
                </a:lnTo>
                <a:cubicBezTo>
                  <a:pt x="223" y="1244"/>
                  <a:pt x="207" y="1243"/>
                  <a:pt x="192" y="1240"/>
                </a:cubicBezTo>
                <a:cubicBezTo>
                  <a:pt x="176" y="1237"/>
                  <a:pt x="161" y="1232"/>
                  <a:pt x="147" y="1226"/>
                </a:cubicBezTo>
                <a:cubicBezTo>
                  <a:pt x="133" y="1220"/>
                  <a:pt x="119" y="1213"/>
                  <a:pt x="106" y="1204"/>
                </a:cubicBezTo>
                <a:cubicBezTo>
                  <a:pt x="93" y="1196"/>
                  <a:pt x="81" y="1186"/>
                  <a:pt x="70" y="1175"/>
                </a:cubicBezTo>
                <a:cubicBezTo>
                  <a:pt x="59" y="1164"/>
                  <a:pt x="49" y="1152"/>
                  <a:pt x="40" y="1139"/>
                </a:cubicBezTo>
                <a:cubicBezTo>
                  <a:pt x="31" y="1126"/>
                  <a:pt x="24" y="1112"/>
                  <a:pt x="18" y="1097"/>
                </a:cubicBezTo>
                <a:cubicBezTo>
                  <a:pt x="12" y="1083"/>
                  <a:pt x="8" y="1068"/>
                  <a:pt x="5" y="1053"/>
                </a:cubicBezTo>
                <a:cubicBezTo>
                  <a:pt x="2" y="1037"/>
                  <a:pt x="0" y="1022"/>
                  <a:pt x="0" y="1006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8253000" y="2035440"/>
            <a:ext cx="1281873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↓ audio packets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181560" y="2314440"/>
            <a:ext cx="5334480" cy="447840"/>
          </a:xfrm>
          <a:custGeom>
            <a:avLst/>
            <a:gdLst/>
            <a:ahLst/>
            <a:rect l="0" t="0" r="r" b="b"/>
            <a:pathLst>
              <a:path w="14818" h="1244">
                <a:moveTo>
                  <a:pt x="0" y="1006"/>
                </a:moveTo>
                <a:lnTo>
                  <a:pt x="0" y="238"/>
                </a:lnTo>
                <a:cubicBezTo>
                  <a:pt x="0" y="222"/>
                  <a:pt x="1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14579" y="0"/>
                </a:lnTo>
                <a:cubicBezTo>
                  <a:pt x="14595" y="0"/>
                  <a:pt x="14611" y="1"/>
                  <a:pt x="14626" y="4"/>
                </a:cubicBezTo>
                <a:cubicBezTo>
                  <a:pt x="14641" y="8"/>
                  <a:pt x="14656" y="12"/>
                  <a:pt x="14671" y="18"/>
                </a:cubicBezTo>
                <a:cubicBezTo>
                  <a:pt x="14685" y="24"/>
                  <a:pt x="14699" y="31"/>
                  <a:pt x="14712" y="40"/>
                </a:cubicBezTo>
                <a:cubicBezTo>
                  <a:pt x="14725" y="49"/>
                  <a:pt x="14737" y="59"/>
                  <a:pt x="14748" y="70"/>
                </a:cubicBezTo>
                <a:cubicBezTo>
                  <a:pt x="14759" y="81"/>
                  <a:pt x="14769" y="93"/>
                  <a:pt x="14777" y="106"/>
                </a:cubicBezTo>
                <a:cubicBezTo>
                  <a:pt x="14786" y="119"/>
                  <a:pt x="14794" y="132"/>
                  <a:pt x="14799" y="147"/>
                </a:cubicBezTo>
                <a:cubicBezTo>
                  <a:pt x="14805" y="161"/>
                  <a:pt x="14810" y="176"/>
                  <a:pt x="14813" y="192"/>
                </a:cubicBezTo>
                <a:cubicBezTo>
                  <a:pt x="14816" y="207"/>
                  <a:pt x="14818" y="222"/>
                  <a:pt x="14818" y="238"/>
                </a:cubicBezTo>
                <a:lnTo>
                  <a:pt x="14818" y="1006"/>
                </a:lnTo>
                <a:cubicBezTo>
                  <a:pt x="14818" y="1022"/>
                  <a:pt x="14816" y="1037"/>
                  <a:pt x="14813" y="1053"/>
                </a:cubicBezTo>
                <a:cubicBezTo>
                  <a:pt x="14810" y="1068"/>
                  <a:pt x="14805" y="1083"/>
                  <a:pt x="14799" y="1097"/>
                </a:cubicBezTo>
                <a:cubicBezTo>
                  <a:pt x="14794" y="1112"/>
                  <a:pt x="14786" y="1126"/>
                  <a:pt x="14777" y="1139"/>
                </a:cubicBezTo>
                <a:cubicBezTo>
                  <a:pt x="14769" y="1152"/>
                  <a:pt x="14759" y="1164"/>
                  <a:pt x="14748" y="1175"/>
                </a:cubicBezTo>
                <a:cubicBezTo>
                  <a:pt x="14737" y="1186"/>
                  <a:pt x="14725" y="1196"/>
                  <a:pt x="14712" y="1204"/>
                </a:cubicBezTo>
                <a:cubicBezTo>
                  <a:pt x="14699" y="1213"/>
                  <a:pt x="14685" y="1220"/>
                  <a:pt x="14671" y="1226"/>
                </a:cubicBezTo>
                <a:cubicBezTo>
                  <a:pt x="14656" y="1232"/>
                  <a:pt x="14641" y="1237"/>
                  <a:pt x="14626" y="1240"/>
                </a:cubicBezTo>
                <a:cubicBezTo>
                  <a:pt x="14611" y="1243"/>
                  <a:pt x="14595" y="1244"/>
                  <a:pt x="14579" y="1244"/>
                </a:cubicBezTo>
                <a:lnTo>
                  <a:pt x="238" y="1244"/>
                </a:lnTo>
                <a:cubicBezTo>
                  <a:pt x="222" y="1244"/>
                  <a:pt x="207" y="1243"/>
                  <a:pt x="192" y="1240"/>
                </a:cubicBezTo>
                <a:cubicBezTo>
                  <a:pt x="176" y="1237"/>
                  <a:pt x="161" y="1232"/>
                  <a:pt x="147" y="1226"/>
                </a:cubicBezTo>
                <a:cubicBezTo>
                  <a:pt x="133" y="1220"/>
                  <a:pt x="119" y="1213"/>
                  <a:pt x="106" y="1204"/>
                </a:cubicBezTo>
                <a:cubicBezTo>
                  <a:pt x="93" y="1196"/>
                  <a:pt x="81" y="1186"/>
                  <a:pt x="70" y="1175"/>
                </a:cubicBezTo>
                <a:cubicBezTo>
                  <a:pt x="59" y="1164"/>
                  <a:pt x="49" y="1152"/>
                  <a:pt x="40" y="1139"/>
                </a:cubicBezTo>
                <a:cubicBezTo>
                  <a:pt x="31" y="1126"/>
                  <a:pt x="24" y="1112"/>
                  <a:pt x="18" y="1097"/>
                </a:cubicBezTo>
                <a:cubicBezTo>
                  <a:pt x="12" y="1083"/>
                  <a:pt x="8" y="1068"/>
                  <a:pt x="5" y="1053"/>
                </a:cubicBezTo>
                <a:cubicBezTo>
                  <a:pt x="1" y="1037"/>
                  <a:pt x="0" y="1022"/>
                  <a:pt x="0" y="1006"/>
                </a:cubicBezTo>
                <a:close/>
              </a:path>
            </a:pathLst>
          </a:custGeom>
          <a:solidFill>
            <a:srgbClr val="f4f7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6181560" y="2314440"/>
            <a:ext cx="5334480" cy="447840"/>
          </a:xfrm>
          <a:custGeom>
            <a:avLst/>
            <a:gdLst/>
            <a:ahLst/>
            <a:rect l="0" t="0" r="r" b="b"/>
            <a:pathLst>
              <a:path w="14818" h="1244">
                <a:moveTo>
                  <a:pt x="0" y="1006"/>
                </a:moveTo>
                <a:lnTo>
                  <a:pt x="0" y="238"/>
                </a:lnTo>
                <a:cubicBezTo>
                  <a:pt x="0" y="222"/>
                  <a:pt x="1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14579" y="0"/>
                </a:lnTo>
                <a:cubicBezTo>
                  <a:pt x="14595" y="0"/>
                  <a:pt x="14611" y="1"/>
                  <a:pt x="14626" y="4"/>
                </a:cubicBezTo>
                <a:cubicBezTo>
                  <a:pt x="14641" y="8"/>
                  <a:pt x="14656" y="12"/>
                  <a:pt x="14671" y="18"/>
                </a:cubicBezTo>
                <a:cubicBezTo>
                  <a:pt x="14685" y="24"/>
                  <a:pt x="14699" y="31"/>
                  <a:pt x="14712" y="40"/>
                </a:cubicBezTo>
                <a:cubicBezTo>
                  <a:pt x="14725" y="49"/>
                  <a:pt x="14737" y="59"/>
                  <a:pt x="14748" y="70"/>
                </a:cubicBezTo>
                <a:cubicBezTo>
                  <a:pt x="14759" y="81"/>
                  <a:pt x="14769" y="93"/>
                  <a:pt x="14777" y="106"/>
                </a:cubicBezTo>
                <a:cubicBezTo>
                  <a:pt x="14786" y="119"/>
                  <a:pt x="14794" y="132"/>
                  <a:pt x="14799" y="147"/>
                </a:cubicBezTo>
                <a:cubicBezTo>
                  <a:pt x="14805" y="161"/>
                  <a:pt x="14810" y="176"/>
                  <a:pt x="14813" y="192"/>
                </a:cubicBezTo>
                <a:cubicBezTo>
                  <a:pt x="14816" y="207"/>
                  <a:pt x="14818" y="222"/>
                  <a:pt x="14818" y="238"/>
                </a:cubicBezTo>
                <a:lnTo>
                  <a:pt x="14818" y="1006"/>
                </a:lnTo>
                <a:cubicBezTo>
                  <a:pt x="14818" y="1022"/>
                  <a:pt x="14816" y="1037"/>
                  <a:pt x="14813" y="1053"/>
                </a:cubicBezTo>
                <a:cubicBezTo>
                  <a:pt x="14810" y="1068"/>
                  <a:pt x="14805" y="1083"/>
                  <a:pt x="14799" y="1097"/>
                </a:cubicBezTo>
                <a:cubicBezTo>
                  <a:pt x="14794" y="1112"/>
                  <a:pt x="14786" y="1126"/>
                  <a:pt x="14777" y="1139"/>
                </a:cubicBezTo>
                <a:cubicBezTo>
                  <a:pt x="14769" y="1152"/>
                  <a:pt x="14759" y="1164"/>
                  <a:pt x="14748" y="1175"/>
                </a:cubicBezTo>
                <a:cubicBezTo>
                  <a:pt x="14737" y="1186"/>
                  <a:pt x="14725" y="1196"/>
                  <a:pt x="14712" y="1204"/>
                </a:cubicBezTo>
                <a:cubicBezTo>
                  <a:pt x="14699" y="1213"/>
                  <a:pt x="14685" y="1220"/>
                  <a:pt x="14671" y="1226"/>
                </a:cubicBezTo>
                <a:cubicBezTo>
                  <a:pt x="14656" y="1232"/>
                  <a:pt x="14641" y="1237"/>
                  <a:pt x="14626" y="1240"/>
                </a:cubicBezTo>
                <a:cubicBezTo>
                  <a:pt x="14611" y="1243"/>
                  <a:pt x="14595" y="1244"/>
                  <a:pt x="14579" y="1244"/>
                </a:cubicBezTo>
                <a:lnTo>
                  <a:pt x="238" y="1244"/>
                </a:lnTo>
                <a:cubicBezTo>
                  <a:pt x="222" y="1244"/>
                  <a:pt x="207" y="1243"/>
                  <a:pt x="192" y="1240"/>
                </a:cubicBezTo>
                <a:cubicBezTo>
                  <a:pt x="176" y="1237"/>
                  <a:pt x="161" y="1232"/>
                  <a:pt x="147" y="1226"/>
                </a:cubicBezTo>
                <a:cubicBezTo>
                  <a:pt x="133" y="1220"/>
                  <a:pt x="119" y="1213"/>
                  <a:pt x="106" y="1204"/>
                </a:cubicBezTo>
                <a:cubicBezTo>
                  <a:pt x="93" y="1196"/>
                  <a:pt x="81" y="1186"/>
                  <a:pt x="70" y="1175"/>
                </a:cubicBezTo>
                <a:cubicBezTo>
                  <a:pt x="59" y="1164"/>
                  <a:pt x="49" y="1152"/>
                  <a:pt x="40" y="1139"/>
                </a:cubicBezTo>
                <a:cubicBezTo>
                  <a:pt x="31" y="1126"/>
                  <a:pt x="24" y="1112"/>
                  <a:pt x="18" y="1097"/>
                </a:cubicBezTo>
                <a:cubicBezTo>
                  <a:pt x="12" y="1083"/>
                  <a:pt x="8" y="1068"/>
                  <a:pt x="5" y="1053"/>
                </a:cubicBezTo>
                <a:cubicBezTo>
                  <a:pt x="1" y="1037"/>
                  <a:pt x="0" y="1022"/>
                  <a:pt x="0" y="1006"/>
                </a:cubicBezTo>
                <a:close/>
              </a:path>
            </a:pathLst>
          </a:custGeom>
          <a:noFill/>
          <a:ln w="18720">
            <a:solidFill>
              <a:srgbClr val="3b6fd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954000" y="2430360"/>
            <a:ext cx="5172595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VideoPacketDecoder → ColorConverter → frames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6405120" y="2430360"/>
            <a:ext cx="5290012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AudioPacketDecoder → AudioConverter → samples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828720" y="3008520"/>
            <a:ext cx="6073444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demuxer = Demuxer(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"video.mp4"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streams=(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"video"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"audio"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828720" y="3198960"/>
            <a:ext cx="46072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video_stream, audio_stream = demuxer.streams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828720" y="3379680"/>
            <a:ext cx="6597158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decoders = {s.index: s.make_decoder()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demuxer.streams}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828720" y="3570480"/>
            <a:ext cx="722507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color_converter, audio_converter = ColorConverter(), AudioConverter()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828720" y="3941640"/>
            <a:ext cx="2304417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packet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demuxer: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828720" y="4122720"/>
            <a:ext cx="6282619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raw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decoders[packet.stream_index].decode(packet):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828720" y="4313160"/>
            <a:ext cx="5549731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packet.stream_index == video_stream.index: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828720" y="4494240"/>
            <a:ext cx="5026406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    frame = color_converter.convert(raw)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828720" y="4684680"/>
            <a:ext cx="1361577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923760" y="5533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8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828720" y="4865760"/>
            <a:ext cx="52355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        samples = audio_converter.convert(raw)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923760" y="5933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0"/>
                  <a:pt x="12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8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123920" y="5422320"/>
            <a:ext cx="5173761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Read the file once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instead of once per stream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6534000" y="5829120"/>
            <a:ext cx="1676880" cy="295560"/>
          </a:xfrm>
          <a:custGeom>
            <a:avLst/>
            <a:gdLst/>
            <a:ahLst/>
            <a:rect l="0" t="0" r="r" b="b"/>
            <a:pathLst>
              <a:path w="4658" h="821">
                <a:moveTo>
                  <a:pt x="0" y="66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99" y="0"/>
                </a:lnTo>
                <a:cubicBezTo>
                  <a:pt x="4509" y="0"/>
                  <a:pt x="4520" y="1"/>
                  <a:pt x="4530" y="3"/>
                </a:cubicBezTo>
                <a:cubicBezTo>
                  <a:pt x="4540" y="5"/>
                  <a:pt x="4550" y="8"/>
                  <a:pt x="4560" y="12"/>
                </a:cubicBezTo>
                <a:cubicBezTo>
                  <a:pt x="4569" y="16"/>
                  <a:pt x="4578" y="21"/>
                  <a:pt x="4587" y="27"/>
                </a:cubicBezTo>
                <a:cubicBezTo>
                  <a:pt x="4596" y="33"/>
                  <a:pt x="4604" y="39"/>
                  <a:pt x="4611" y="46"/>
                </a:cubicBezTo>
                <a:cubicBezTo>
                  <a:pt x="4618" y="54"/>
                  <a:pt x="4625" y="62"/>
                  <a:pt x="4631" y="71"/>
                </a:cubicBezTo>
                <a:cubicBezTo>
                  <a:pt x="4637" y="79"/>
                  <a:pt x="4642" y="88"/>
                  <a:pt x="4645" y="98"/>
                </a:cubicBezTo>
                <a:cubicBezTo>
                  <a:pt x="4649" y="108"/>
                  <a:pt x="4652" y="118"/>
                  <a:pt x="4655" y="128"/>
                </a:cubicBezTo>
                <a:cubicBezTo>
                  <a:pt x="4657" y="138"/>
                  <a:pt x="4658" y="148"/>
                  <a:pt x="4658" y="159"/>
                </a:cubicBezTo>
                <a:lnTo>
                  <a:pt x="4658" y="662"/>
                </a:lnTo>
                <a:cubicBezTo>
                  <a:pt x="4658" y="673"/>
                  <a:pt x="4657" y="683"/>
                  <a:pt x="4655" y="693"/>
                </a:cubicBezTo>
                <a:cubicBezTo>
                  <a:pt x="4652" y="704"/>
                  <a:pt x="4649" y="714"/>
                  <a:pt x="4645" y="723"/>
                </a:cubicBezTo>
                <a:cubicBezTo>
                  <a:pt x="4642" y="733"/>
                  <a:pt x="4637" y="742"/>
                  <a:pt x="4631" y="751"/>
                </a:cubicBezTo>
                <a:cubicBezTo>
                  <a:pt x="4625" y="759"/>
                  <a:pt x="4618" y="767"/>
                  <a:pt x="4611" y="775"/>
                </a:cubicBezTo>
                <a:cubicBezTo>
                  <a:pt x="4604" y="782"/>
                  <a:pt x="4596" y="789"/>
                  <a:pt x="4587" y="794"/>
                </a:cubicBezTo>
                <a:cubicBezTo>
                  <a:pt x="4578" y="800"/>
                  <a:pt x="4569" y="805"/>
                  <a:pt x="4560" y="809"/>
                </a:cubicBezTo>
                <a:cubicBezTo>
                  <a:pt x="4550" y="813"/>
                  <a:pt x="4540" y="816"/>
                  <a:pt x="4530" y="818"/>
                </a:cubicBezTo>
                <a:cubicBezTo>
                  <a:pt x="4520" y="820"/>
                  <a:pt x="4509" y="821"/>
                  <a:pt x="4499" y="821"/>
                </a:cubicBezTo>
                <a:lnTo>
                  <a:pt x="159" y="821"/>
                </a:lnTo>
                <a:cubicBezTo>
                  <a:pt x="148" y="821"/>
                  <a:pt x="138" y="820"/>
                  <a:pt x="128" y="818"/>
                </a:cubicBezTo>
                <a:cubicBezTo>
                  <a:pt x="117" y="816"/>
                  <a:pt x="108" y="813"/>
                  <a:pt x="98" y="809"/>
                </a:cubicBezTo>
                <a:cubicBezTo>
                  <a:pt x="88" y="805"/>
                  <a:pt x="79" y="800"/>
                  <a:pt x="70" y="794"/>
                </a:cubicBezTo>
                <a:cubicBezTo>
                  <a:pt x="62" y="789"/>
                  <a:pt x="54" y="782"/>
                  <a:pt x="46" y="775"/>
                </a:cubicBezTo>
                <a:cubicBezTo>
                  <a:pt x="39" y="767"/>
                  <a:pt x="32" y="759"/>
                  <a:pt x="27" y="751"/>
                </a:cubicBezTo>
                <a:cubicBezTo>
                  <a:pt x="21" y="742"/>
                  <a:pt x="16" y="733"/>
                  <a:pt x="12" y="723"/>
                </a:cubicBezTo>
                <a:cubicBezTo>
                  <a:pt x="8" y="714"/>
                  <a:pt x="5" y="704"/>
                  <a:pt x="3" y="693"/>
                </a:cubicBezTo>
                <a:cubicBezTo>
                  <a:pt x="1" y="683"/>
                  <a:pt x="0" y="673"/>
                  <a:pt x="0" y="66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123920" y="5822280"/>
            <a:ext cx="5845996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Also works for several video streams or audio tracks: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6613920" y="5868360"/>
            <a:ext cx="164423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streams="all"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880200" y="6397920"/>
            <a:ext cx="346420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Build your own decoding pipeline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71400" y="337644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1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6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1"/>
                </a:lnTo>
                <a:cubicBezTo>
                  <a:pt x="30137" y="2514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89"/>
                  <a:pt x="30111" y="2601"/>
                  <a:pt x="30103" y="2612"/>
                </a:cubicBezTo>
                <a:cubicBezTo>
                  <a:pt x="30096" y="2622"/>
                  <a:pt x="30088" y="2632"/>
                  <a:pt x="30079" y="2642"/>
                </a:cubicBezTo>
                <a:cubicBezTo>
                  <a:pt x="30070" y="2651"/>
                  <a:pt x="30059" y="2659"/>
                  <a:pt x="30049" y="2666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3"/>
                  <a:pt x="29977" y="2696"/>
                </a:cubicBezTo>
                <a:cubicBezTo>
                  <a:pt x="29964" y="2698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8"/>
                  <a:pt x="160" y="2696"/>
                </a:cubicBezTo>
                <a:cubicBezTo>
                  <a:pt x="147" y="2693"/>
                  <a:pt x="134" y="2690"/>
                  <a:pt x="122" y="2685"/>
                </a:cubicBezTo>
                <a:cubicBezTo>
                  <a:pt x="110" y="2680"/>
                  <a:pt x="99" y="2674"/>
                  <a:pt x="88" y="2666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2"/>
                  <a:pt x="40" y="2622"/>
                  <a:pt x="33" y="2612"/>
                </a:cubicBezTo>
                <a:cubicBezTo>
                  <a:pt x="26" y="2601"/>
                  <a:pt x="20" y="2589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4"/>
                  <a:pt x="0" y="25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671400" y="337644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1"/>
                </a:move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6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1"/>
                </a:lnTo>
                <a:cubicBezTo>
                  <a:pt x="30137" y="2514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89"/>
                  <a:pt x="30111" y="2601"/>
                  <a:pt x="30103" y="2612"/>
                </a:cubicBezTo>
                <a:cubicBezTo>
                  <a:pt x="30096" y="2622"/>
                  <a:pt x="30088" y="2632"/>
                  <a:pt x="30079" y="2642"/>
                </a:cubicBezTo>
                <a:cubicBezTo>
                  <a:pt x="30070" y="2651"/>
                  <a:pt x="30059" y="2659"/>
                  <a:pt x="30049" y="2666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3"/>
                  <a:pt x="29977" y="2696"/>
                </a:cubicBezTo>
                <a:cubicBezTo>
                  <a:pt x="29964" y="2698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8"/>
                  <a:pt x="160" y="2696"/>
                </a:cubicBezTo>
                <a:cubicBezTo>
                  <a:pt x="147" y="2693"/>
                  <a:pt x="134" y="2690"/>
                  <a:pt x="122" y="2685"/>
                </a:cubicBezTo>
                <a:cubicBezTo>
                  <a:pt x="110" y="2680"/>
                  <a:pt x="99" y="2674"/>
                  <a:pt x="88" y="2666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2"/>
                  <a:pt x="40" y="2622"/>
                  <a:pt x="33" y="2612"/>
                </a:cubicBezTo>
                <a:cubicBezTo>
                  <a:pt x="26" y="2601"/>
                  <a:pt x="20" y="2589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4"/>
                  <a:pt x="0" y="250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76080" y="4514760"/>
            <a:ext cx="10839960" cy="1314720"/>
          </a:xfrm>
          <a:custGeom>
            <a:avLst/>
            <a:gdLst/>
            <a:ahLst/>
            <a:rect l="0" t="0" r="r" b="b"/>
            <a:pathLst>
              <a:path w="30111" h="3652">
                <a:moveTo>
                  <a:pt x="0" y="3414"/>
                </a:moveTo>
                <a:lnTo>
                  <a:pt x="0" y="239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69"/>
                </a:cubicBezTo>
                <a:cubicBezTo>
                  <a:pt x="81" y="58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9"/>
                  <a:pt x="30030" y="58"/>
                  <a:pt x="30041" y="69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9"/>
                </a:cubicBezTo>
                <a:lnTo>
                  <a:pt x="30111" y="3414"/>
                </a:lnTo>
                <a:cubicBezTo>
                  <a:pt x="30111" y="3430"/>
                  <a:pt x="30109" y="3445"/>
                  <a:pt x="30106" y="3460"/>
                </a:cubicBezTo>
                <a:cubicBezTo>
                  <a:pt x="30103" y="3476"/>
                  <a:pt x="30098" y="3491"/>
                  <a:pt x="30092" y="3505"/>
                </a:cubicBezTo>
                <a:cubicBezTo>
                  <a:pt x="30087" y="3519"/>
                  <a:pt x="30079" y="3533"/>
                  <a:pt x="30070" y="3546"/>
                </a:cubicBezTo>
                <a:cubicBezTo>
                  <a:pt x="30062" y="3559"/>
                  <a:pt x="30052" y="3571"/>
                  <a:pt x="30041" y="3582"/>
                </a:cubicBezTo>
                <a:cubicBezTo>
                  <a:pt x="30030" y="3593"/>
                  <a:pt x="30018" y="3603"/>
                  <a:pt x="30005" y="3612"/>
                </a:cubicBezTo>
                <a:cubicBezTo>
                  <a:pt x="29992" y="3621"/>
                  <a:pt x="29978" y="3628"/>
                  <a:pt x="29964" y="3634"/>
                </a:cubicBezTo>
                <a:cubicBezTo>
                  <a:pt x="29949" y="3640"/>
                  <a:pt x="29934" y="3644"/>
                  <a:pt x="29919" y="3647"/>
                </a:cubicBezTo>
                <a:cubicBezTo>
                  <a:pt x="29904" y="3650"/>
                  <a:pt x="29888" y="3652"/>
                  <a:pt x="29872" y="3652"/>
                </a:cubicBezTo>
                <a:lnTo>
                  <a:pt x="238" y="3652"/>
                </a:lnTo>
                <a:cubicBezTo>
                  <a:pt x="223" y="3652"/>
                  <a:pt x="207" y="3650"/>
                  <a:pt x="192" y="3647"/>
                </a:cubicBezTo>
                <a:cubicBezTo>
                  <a:pt x="176" y="3644"/>
                  <a:pt x="161" y="3640"/>
                  <a:pt x="147" y="3634"/>
                </a:cubicBezTo>
                <a:cubicBezTo>
                  <a:pt x="133" y="3628"/>
                  <a:pt x="119" y="3621"/>
                  <a:pt x="106" y="3612"/>
                </a:cubicBezTo>
                <a:cubicBezTo>
                  <a:pt x="93" y="3603"/>
                  <a:pt x="81" y="3593"/>
                  <a:pt x="70" y="3582"/>
                </a:cubicBezTo>
                <a:cubicBezTo>
                  <a:pt x="59" y="3571"/>
                  <a:pt x="49" y="3559"/>
                  <a:pt x="40" y="3546"/>
                </a:cubicBezTo>
                <a:cubicBezTo>
                  <a:pt x="31" y="3533"/>
                  <a:pt x="24" y="3519"/>
                  <a:pt x="18" y="3505"/>
                </a:cubicBezTo>
                <a:cubicBezTo>
                  <a:pt x="12" y="3491"/>
                  <a:pt x="8" y="3476"/>
                  <a:pt x="5" y="3460"/>
                </a:cubicBezTo>
                <a:cubicBezTo>
                  <a:pt x="2" y="3445"/>
                  <a:pt x="0" y="3430"/>
                  <a:pt x="0" y="3414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76080" y="4514760"/>
            <a:ext cx="10839960" cy="1314720"/>
          </a:xfrm>
          <a:custGeom>
            <a:avLst/>
            <a:gdLst/>
            <a:ahLst/>
            <a:rect l="0" t="0" r="r" b="b"/>
            <a:pathLst>
              <a:path w="30111" h="3652">
                <a:moveTo>
                  <a:pt x="0" y="3414"/>
                </a:moveTo>
                <a:lnTo>
                  <a:pt x="0" y="239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69"/>
                </a:cubicBezTo>
                <a:cubicBezTo>
                  <a:pt x="81" y="58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9"/>
                  <a:pt x="30030" y="58"/>
                  <a:pt x="30041" y="69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9"/>
                </a:cubicBezTo>
                <a:lnTo>
                  <a:pt x="30111" y="3414"/>
                </a:lnTo>
                <a:cubicBezTo>
                  <a:pt x="30111" y="3430"/>
                  <a:pt x="30109" y="3445"/>
                  <a:pt x="30106" y="3460"/>
                </a:cubicBezTo>
                <a:cubicBezTo>
                  <a:pt x="30103" y="3476"/>
                  <a:pt x="30098" y="3491"/>
                  <a:pt x="30092" y="3505"/>
                </a:cubicBezTo>
                <a:cubicBezTo>
                  <a:pt x="30087" y="3519"/>
                  <a:pt x="30079" y="3533"/>
                  <a:pt x="30070" y="3546"/>
                </a:cubicBezTo>
                <a:cubicBezTo>
                  <a:pt x="30062" y="3559"/>
                  <a:pt x="30052" y="3571"/>
                  <a:pt x="30041" y="3582"/>
                </a:cubicBezTo>
                <a:cubicBezTo>
                  <a:pt x="30030" y="3593"/>
                  <a:pt x="30018" y="3603"/>
                  <a:pt x="30005" y="3612"/>
                </a:cubicBezTo>
                <a:cubicBezTo>
                  <a:pt x="29992" y="3621"/>
                  <a:pt x="29978" y="3628"/>
                  <a:pt x="29964" y="3634"/>
                </a:cubicBezTo>
                <a:cubicBezTo>
                  <a:pt x="29949" y="3640"/>
                  <a:pt x="29934" y="3644"/>
                  <a:pt x="29919" y="3647"/>
                </a:cubicBezTo>
                <a:cubicBezTo>
                  <a:pt x="29904" y="3650"/>
                  <a:pt x="29888" y="3652"/>
                  <a:pt x="29872" y="3652"/>
                </a:cubicBezTo>
                <a:lnTo>
                  <a:pt x="238" y="3652"/>
                </a:lnTo>
                <a:cubicBezTo>
                  <a:pt x="223" y="3652"/>
                  <a:pt x="207" y="3650"/>
                  <a:pt x="192" y="3647"/>
                </a:cubicBezTo>
                <a:cubicBezTo>
                  <a:pt x="176" y="3644"/>
                  <a:pt x="161" y="3640"/>
                  <a:pt x="147" y="3634"/>
                </a:cubicBezTo>
                <a:cubicBezTo>
                  <a:pt x="133" y="3628"/>
                  <a:pt x="119" y="3621"/>
                  <a:pt x="106" y="3612"/>
                </a:cubicBezTo>
                <a:cubicBezTo>
                  <a:pt x="93" y="3603"/>
                  <a:pt x="81" y="3593"/>
                  <a:pt x="70" y="3582"/>
                </a:cubicBezTo>
                <a:cubicBezTo>
                  <a:pt x="59" y="3571"/>
                  <a:pt x="49" y="3559"/>
                  <a:pt x="40" y="3546"/>
                </a:cubicBezTo>
                <a:cubicBezTo>
                  <a:pt x="31" y="3533"/>
                  <a:pt x="24" y="3519"/>
                  <a:pt x="18" y="3505"/>
                </a:cubicBezTo>
                <a:cubicBezTo>
                  <a:pt x="12" y="3491"/>
                  <a:pt x="8" y="3476"/>
                  <a:pt x="5" y="3460"/>
                </a:cubicBezTo>
                <a:cubicBezTo>
                  <a:pt x="2" y="3445"/>
                  <a:pt x="0" y="3430"/>
                  <a:pt x="0" y="3414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95320" y="4952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95320" y="495288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447640" y="4952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457360" y="495288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4638600" y="4952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4647960" y="49528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7781760" y="4952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895320" y="5333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95320" y="532440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447640" y="53337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457360" y="532440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4638600" y="5333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4647960" y="53244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7781760" y="53337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95320" y="56959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2457360" y="569592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4647960" y="569592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666720" y="1045800"/>
            <a:ext cx="7911691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APIs: multi-threaded pipelines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2819160" y="2323800"/>
            <a:ext cx="1105200" cy="867240"/>
          </a:xfrm>
          <a:custGeom>
            <a:avLst/>
            <a:gdLst/>
            <a:ahLst/>
            <a:rect l="0" t="0" r="r" b="b"/>
            <a:pathLst>
              <a:path w="3070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831" y="0"/>
                </a:lnTo>
                <a:cubicBezTo>
                  <a:pt x="2847" y="0"/>
                  <a:pt x="2862" y="2"/>
                  <a:pt x="2878" y="5"/>
                </a:cubicBezTo>
                <a:cubicBezTo>
                  <a:pt x="2893" y="8"/>
                  <a:pt x="2908" y="12"/>
                  <a:pt x="2923" y="18"/>
                </a:cubicBezTo>
                <a:cubicBezTo>
                  <a:pt x="2938" y="24"/>
                  <a:pt x="2952" y="32"/>
                  <a:pt x="2965" y="40"/>
                </a:cubicBezTo>
                <a:cubicBezTo>
                  <a:pt x="2978" y="49"/>
                  <a:pt x="2990" y="59"/>
                  <a:pt x="3001" y="70"/>
                </a:cubicBezTo>
                <a:cubicBezTo>
                  <a:pt x="3012" y="81"/>
                  <a:pt x="3022" y="93"/>
                  <a:pt x="3030" y="106"/>
                </a:cubicBezTo>
                <a:cubicBezTo>
                  <a:pt x="3039" y="119"/>
                  <a:pt x="3046" y="133"/>
                  <a:pt x="3052" y="147"/>
                </a:cubicBezTo>
                <a:cubicBezTo>
                  <a:pt x="3058" y="162"/>
                  <a:pt x="3063" y="177"/>
                  <a:pt x="3066" y="192"/>
                </a:cubicBezTo>
                <a:cubicBezTo>
                  <a:pt x="3069" y="207"/>
                  <a:pt x="3070" y="223"/>
                  <a:pt x="3070" y="238"/>
                </a:cubicBezTo>
                <a:lnTo>
                  <a:pt x="3070" y="2171"/>
                </a:lnTo>
                <a:cubicBezTo>
                  <a:pt x="3070" y="2187"/>
                  <a:pt x="3069" y="2202"/>
                  <a:pt x="3066" y="2217"/>
                </a:cubicBezTo>
                <a:cubicBezTo>
                  <a:pt x="3063" y="2233"/>
                  <a:pt x="3058" y="2248"/>
                  <a:pt x="3052" y="2262"/>
                </a:cubicBezTo>
                <a:cubicBezTo>
                  <a:pt x="3046" y="2276"/>
                  <a:pt x="3039" y="2290"/>
                  <a:pt x="3030" y="2303"/>
                </a:cubicBezTo>
                <a:cubicBezTo>
                  <a:pt x="3022" y="2316"/>
                  <a:pt x="3012" y="2328"/>
                  <a:pt x="3001" y="2339"/>
                </a:cubicBezTo>
                <a:cubicBezTo>
                  <a:pt x="2990" y="2350"/>
                  <a:pt x="2978" y="2360"/>
                  <a:pt x="2965" y="2369"/>
                </a:cubicBezTo>
                <a:cubicBezTo>
                  <a:pt x="2952" y="2378"/>
                  <a:pt x="2938" y="2385"/>
                  <a:pt x="2923" y="2391"/>
                </a:cubicBezTo>
                <a:cubicBezTo>
                  <a:pt x="2908" y="2397"/>
                  <a:pt x="2893" y="2401"/>
                  <a:pt x="2878" y="2404"/>
                </a:cubicBezTo>
                <a:cubicBezTo>
                  <a:pt x="2862" y="2408"/>
                  <a:pt x="2847" y="2409"/>
                  <a:pt x="2831" y="2409"/>
                </a:cubicBezTo>
                <a:lnTo>
                  <a:pt x="238" y="2409"/>
                </a:lnTo>
                <a:cubicBezTo>
                  <a:pt x="223" y="2409"/>
                  <a:pt x="207" y="2408"/>
                  <a:pt x="192" y="2404"/>
                </a:cubicBezTo>
                <a:cubicBezTo>
                  <a:pt x="177" y="2401"/>
                  <a:pt x="162" y="2397"/>
                  <a:pt x="147" y="2391"/>
                </a:cubicBezTo>
                <a:cubicBezTo>
                  <a:pt x="133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9" y="2328"/>
                  <a:pt x="49" y="2316"/>
                  <a:pt x="40" y="2303"/>
                </a:cubicBezTo>
                <a:cubicBezTo>
                  <a:pt x="32" y="2290"/>
                  <a:pt x="24" y="2276"/>
                  <a:pt x="18" y="2262"/>
                </a:cubicBezTo>
                <a:cubicBezTo>
                  <a:pt x="12" y="2248"/>
                  <a:pt x="8" y="2233"/>
                  <a:pt x="5" y="2217"/>
                </a:cubicBezTo>
                <a:cubicBezTo>
                  <a:pt x="2" y="2202"/>
                  <a:pt x="0" y="2187"/>
                  <a:pt x="0" y="2171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2819160" y="2323800"/>
            <a:ext cx="1105200" cy="867240"/>
          </a:xfrm>
          <a:custGeom>
            <a:avLst/>
            <a:gdLst/>
            <a:ahLst/>
            <a:rect l="0" t="0" r="r" b="b"/>
            <a:pathLst>
              <a:path w="3070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831" y="0"/>
                </a:lnTo>
                <a:cubicBezTo>
                  <a:pt x="2847" y="0"/>
                  <a:pt x="2862" y="2"/>
                  <a:pt x="2878" y="5"/>
                </a:cubicBezTo>
                <a:cubicBezTo>
                  <a:pt x="2893" y="8"/>
                  <a:pt x="2908" y="12"/>
                  <a:pt x="2923" y="18"/>
                </a:cubicBezTo>
                <a:cubicBezTo>
                  <a:pt x="2938" y="24"/>
                  <a:pt x="2952" y="32"/>
                  <a:pt x="2965" y="40"/>
                </a:cubicBezTo>
                <a:cubicBezTo>
                  <a:pt x="2978" y="49"/>
                  <a:pt x="2990" y="59"/>
                  <a:pt x="3001" y="70"/>
                </a:cubicBezTo>
                <a:cubicBezTo>
                  <a:pt x="3012" y="81"/>
                  <a:pt x="3022" y="93"/>
                  <a:pt x="3030" y="106"/>
                </a:cubicBezTo>
                <a:cubicBezTo>
                  <a:pt x="3039" y="119"/>
                  <a:pt x="3046" y="133"/>
                  <a:pt x="3052" y="147"/>
                </a:cubicBezTo>
                <a:cubicBezTo>
                  <a:pt x="3058" y="162"/>
                  <a:pt x="3063" y="177"/>
                  <a:pt x="3066" y="192"/>
                </a:cubicBezTo>
                <a:cubicBezTo>
                  <a:pt x="3069" y="207"/>
                  <a:pt x="3070" y="223"/>
                  <a:pt x="3070" y="238"/>
                </a:cubicBezTo>
                <a:lnTo>
                  <a:pt x="3070" y="2171"/>
                </a:lnTo>
                <a:cubicBezTo>
                  <a:pt x="3070" y="2187"/>
                  <a:pt x="3069" y="2202"/>
                  <a:pt x="3066" y="2217"/>
                </a:cubicBezTo>
                <a:cubicBezTo>
                  <a:pt x="3063" y="2233"/>
                  <a:pt x="3058" y="2248"/>
                  <a:pt x="3052" y="2262"/>
                </a:cubicBezTo>
                <a:cubicBezTo>
                  <a:pt x="3046" y="2276"/>
                  <a:pt x="3039" y="2290"/>
                  <a:pt x="3030" y="2303"/>
                </a:cubicBezTo>
                <a:cubicBezTo>
                  <a:pt x="3022" y="2316"/>
                  <a:pt x="3012" y="2328"/>
                  <a:pt x="3001" y="2339"/>
                </a:cubicBezTo>
                <a:cubicBezTo>
                  <a:pt x="2990" y="2350"/>
                  <a:pt x="2978" y="2360"/>
                  <a:pt x="2965" y="2369"/>
                </a:cubicBezTo>
                <a:cubicBezTo>
                  <a:pt x="2952" y="2378"/>
                  <a:pt x="2938" y="2385"/>
                  <a:pt x="2923" y="2391"/>
                </a:cubicBezTo>
                <a:cubicBezTo>
                  <a:pt x="2908" y="2397"/>
                  <a:pt x="2893" y="2401"/>
                  <a:pt x="2878" y="2404"/>
                </a:cubicBezTo>
                <a:cubicBezTo>
                  <a:pt x="2862" y="2408"/>
                  <a:pt x="2847" y="2409"/>
                  <a:pt x="2831" y="2409"/>
                </a:cubicBezTo>
                <a:lnTo>
                  <a:pt x="238" y="2409"/>
                </a:lnTo>
                <a:cubicBezTo>
                  <a:pt x="223" y="2409"/>
                  <a:pt x="207" y="2408"/>
                  <a:pt x="192" y="2404"/>
                </a:cubicBezTo>
                <a:cubicBezTo>
                  <a:pt x="177" y="2401"/>
                  <a:pt x="162" y="2397"/>
                  <a:pt x="147" y="2391"/>
                </a:cubicBezTo>
                <a:cubicBezTo>
                  <a:pt x="133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9" y="2328"/>
                  <a:pt x="49" y="2316"/>
                  <a:pt x="40" y="2303"/>
                </a:cubicBezTo>
                <a:cubicBezTo>
                  <a:pt x="32" y="2290"/>
                  <a:pt x="24" y="2276"/>
                  <a:pt x="18" y="2262"/>
                </a:cubicBezTo>
                <a:cubicBezTo>
                  <a:pt x="12" y="2248"/>
                  <a:pt x="8" y="2233"/>
                  <a:pt x="5" y="2217"/>
                </a:cubicBezTo>
                <a:cubicBezTo>
                  <a:pt x="2" y="2202"/>
                  <a:pt x="0" y="2187"/>
                  <a:pt x="0" y="2171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666720" y="1806480"/>
            <a:ext cx="1072893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Each stage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releases the GIL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 cut the pipeline into threads at any stage boundary: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2997720" y="2490480"/>
            <a:ext cx="805982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demux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4705200" y="2323800"/>
            <a:ext cx="2105280" cy="867240"/>
          </a:xfrm>
          <a:custGeom>
            <a:avLst/>
            <a:gdLst/>
            <a:ahLst/>
            <a:rect l="0" t="0" r="r" b="b"/>
            <a:pathLst>
              <a:path w="5848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5610" y="0"/>
                </a:lnTo>
                <a:cubicBezTo>
                  <a:pt x="5626" y="0"/>
                  <a:pt x="5641" y="2"/>
                  <a:pt x="5657" y="5"/>
                </a:cubicBezTo>
                <a:cubicBezTo>
                  <a:pt x="5672" y="8"/>
                  <a:pt x="5687" y="12"/>
                  <a:pt x="5701" y="18"/>
                </a:cubicBezTo>
                <a:cubicBezTo>
                  <a:pt x="5716" y="24"/>
                  <a:pt x="5729" y="32"/>
                  <a:pt x="5742" y="40"/>
                </a:cubicBezTo>
                <a:cubicBezTo>
                  <a:pt x="5755" y="49"/>
                  <a:pt x="5767" y="59"/>
                  <a:pt x="5778" y="70"/>
                </a:cubicBezTo>
                <a:cubicBezTo>
                  <a:pt x="5790" y="81"/>
                  <a:pt x="5799" y="93"/>
                  <a:pt x="5808" y="106"/>
                </a:cubicBezTo>
                <a:cubicBezTo>
                  <a:pt x="5817" y="119"/>
                  <a:pt x="5824" y="133"/>
                  <a:pt x="5830" y="147"/>
                </a:cubicBezTo>
                <a:cubicBezTo>
                  <a:pt x="5836" y="162"/>
                  <a:pt x="5841" y="177"/>
                  <a:pt x="5844" y="192"/>
                </a:cubicBezTo>
                <a:cubicBezTo>
                  <a:pt x="5847" y="207"/>
                  <a:pt x="5848" y="223"/>
                  <a:pt x="5848" y="238"/>
                </a:cubicBezTo>
                <a:lnTo>
                  <a:pt x="5848" y="2171"/>
                </a:lnTo>
                <a:cubicBezTo>
                  <a:pt x="5848" y="2187"/>
                  <a:pt x="5847" y="2202"/>
                  <a:pt x="5844" y="2217"/>
                </a:cubicBezTo>
                <a:cubicBezTo>
                  <a:pt x="5841" y="2233"/>
                  <a:pt x="5836" y="2248"/>
                  <a:pt x="5830" y="2262"/>
                </a:cubicBezTo>
                <a:cubicBezTo>
                  <a:pt x="5824" y="2276"/>
                  <a:pt x="5817" y="2290"/>
                  <a:pt x="5808" y="2303"/>
                </a:cubicBezTo>
                <a:cubicBezTo>
                  <a:pt x="5799" y="2316"/>
                  <a:pt x="5790" y="2328"/>
                  <a:pt x="5778" y="2339"/>
                </a:cubicBezTo>
                <a:cubicBezTo>
                  <a:pt x="5767" y="2350"/>
                  <a:pt x="5755" y="2360"/>
                  <a:pt x="5742" y="2369"/>
                </a:cubicBezTo>
                <a:cubicBezTo>
                  <a:pt x="5729" y="2378"/>
                  <a:pt x="5716" y="2385"/>
                  <a:pt x="5701" y="2391"/>
                </a:cubicBezTo>
                <a:cubicBezTo>
                  <a:pt x="5687" y="2397"/>
                  <a:pt x="5672" y="2401"/>
                  <a:pt x="5657" y="2404"/>
                </a:cubicBezTo>
                <a:cubicBezTo>
                  <a:pt x="5641" y="2408"/>
                  <a:pt x="5626" y="2409"/>
                  <a:pt x="5610" y="2409"/>
                </a:cubicBezTo>
                <a:lnTo>
                  <a:pt x="238" y="2409"/>
                </a:lnTo>
                <a:cubicBezTo>
                  <a:pt x="222" y="2409"/>
                  <a:pt x="207" y="2408"/>
                  <a:pt x="192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9" y="2328"/>
                  <a:pt x="49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8"/>
                  <a:pt x="8" y="2233"/>
                  <a:pt x="4" y="2217"/>
                </a:cubicBezTo>
                <a:cubicBezTo>
                  <a:pt x="1" y="2202"/>
                  <a:pt x="0" y="2187"/>
                  <a:pt x="0" y="2171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4705200" y="2323800"/>
            <a:ext cx="2105280" cy="867240"/>
          </a:xfrm>
          <a:custGeom>
            <a:avLst/>
            <a:gdLst/>
            <a:ahLst/>
            <a:rect l="0" t="0" r="r" b="b"/>
            <a:pathLst>
              <a:path w="5848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5610" y="0"/>
                </a:lnTo>
                <a:cubicBezTo>
                  <a:pt x="5626" y="0"/>
                  <a:pt x="5641" y="2"/>
                  <a:pt x="5657" y="5"/>
                </a:cubicBezTo>
                <a:cubicBezTo>
                  <a:pt x="5672" y="8"/>
                  <a:pt x="5687" y="12"/>
                  <a:pt x="5701" y="18"/>
                </a:cubicBezTo>
                <a:cubicBezTo>
                  <a:pt x="5716" y="24"/>
                  <a:pt x="5729" y="32"/>
                  <a:pt x="5742" y="40"/>
                </a:cubicBezTo>
                <a:cubicBezTo>
                  <a:pt x="5755" y="49"/>
                  <a:pt x="5767" y="59"/>
                  <a:pt x="5778" y="70"/>
                </a:cubicBezTo>
                <a:cubicBezTo>
                  <a:pt x="5790" y="81"/>
                  <a:pt x="5799" y="93"/>
                  <a:pt x="5808" y="106"/>
                </a:cubicBezTo>
                <a:cubicBezTo>
                  <a:pt x="5817" y="119"/>
                  <a:pt x="5824" y="133"/>
                  <a:pt x="5830" y="147"/>
                </a:cubicBezTo>
                <a:cubicBezTo>
                  <a:pt x="5836" y="162"/>
                  <a:pt x="5841" y="177"/>
                  <a:pt x="5844" y="192"/>
                </a:cubicBezTo>
                <a:cubicBezTo>
                  <a:pt x="5847" y="207"/>
                  <a:pt x="5848" y="223"/>
                  <a:pt x="5848" y="238"/>
                </a:cubicBezTo>
                <a:lnTo>
                  <a:pt x="5848" y="2171"/>
                </a:lnTo>
                <a:cubicBezTo>
                  <a:pt x="5848" y="2187"/>
                  <a:pt x="5847" y="2202"/>
                  <a:pt x="5844" y="2217"/>
                </a:cubicBezTo>
                <a:cubicBezTo>
                  <a:pt x="5841" y="2233"/>
                  <a:pt x="5836" y="2248"/>
                  <a:pt x="5830" y="2262"/>
                </a:cubicBezTo>
                <a:cubicBezTo>
                  <a:pt x="5824" y="2276"/>
                  <a:pt x="5817" y="2290"/>
                  <a:pt x="5808" y="2303"/>
                </a:cubicBezTo>
                <a:cubicBezTo>
                  <a:pt x="5799" y="2316"/>
                  <a:pt x="5790" y="2328"/>
                  <a:pt x="5778" y="2339"/>
                </a:cubicBezTo>
                <a:cubicBezTo>
                  <a:pt x="5767" y="2350"/>
                  <a:pt x="5755" y="2360"/>
                  <a:pt x="5742" y="2369"/>
                </a:cubicBezTo>
                <a:cubicBezTo>
                  <a:pt x="5729" y="2378"/>
                  <a:pt x="5716" y="2385"/>
                  <a:pt x="5701" y="2391"/>
                </a:cubicBezTo>
                <a:cubicBezTo>
                  <a:pt x="5687" y="2397"/>
                  <a:pt x="5672" y="2401"/>
                  <a:pt x="5657" y="2404"/>
                </a:cubicBezTo>
                <a:cubicBezTo>
                  <a:pt x="5641" y="2408"/>
                  <a:pt x="5626" y="2409"/>
                  <a:pt x="5610" y="2409"/>
                </a:cubicBezTo>
                <a:lnTo>
                  <a:pt x="238" y="2409"/>
                </a:lnTo>
                <a:cubicBezTo>
                  <a:pt x="222" y="2409"/>
                  <a:pt x="207" y="2408"/>
                  <a:pt x="192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9" y="2328"/>
                  <a:pt x="49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8"/>
                  <a:pt x="8" y="2233"/>
                  <a:pt x="4" y="2217"/>
                </a:cubicBezTo>
                <a:cubicBezTo>
                  <a:pt x="1" y="2202"/>
                  <a:pt x="0" y="2187"/>
                  <a:pt x="0" y="2171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3029400" y="2846520"/>
            <a:ext cx="733665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777777"/>
                </a:solidFill>
                <a:effectLst/>
                <a:uFillTx/>
                <a:latin typeface="Courier New"/>
                <a:ea typeface="Courier New"/>
              </a:rPr>
              <a:t>Demuxer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5352480" y="2490480"/>
            <a:ext cx="8810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7591320" y="2323800"/>
            <a:ext cx="1781280" cy="867240"/>
          </a:xfrm>
          <a:custGeom>
            <a:avLst/>
            <a:gdLst/>
            <a:ahLst/>
            <a:rect l="0" t="0" r="r" b="b"/>
            <a:pathLst>
              <a:path w="4948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710" y="0"/>
                </a:lnTo>
                <a:cubicBezTo>
                  <a:pt x="4726" y="0"/>
                  <a:pt x="4741" y="2"/>
                  <a:pt x="4757" y="5"/>
                </a:cubicBezTo>
                <a:cubicBezTo>
                  <a:pt x="4772" y="8"/>
                  <a:pt x="4787" y="12"/>
                  <a:pt x="4801" y="18"/>
                </a:cubicBezTo>
                <a:cubicBezTo>
                  <a:pt x="4816" y="24"/>
                  <a:pt x="4830" y="32"/>
                  <a:pt x="4843" y="40"/>
                </a:cubicBezTo>
                <a:cubicBezTo>
                  <a:pt x="4856" y="49"/>
                  <a:pt x="4868" y="59"/>
                  <a:pt x="4879" y="70"/>
                </a:cubicBezTo>
                <a:cubicBezTo>
                  <a:pt x="4890" y="81"/>
                  <a:pt x="4900" y="93"/>
                  <a:pt x="4908" y="106"/>
                </a:cubicBezTo>
                <a:cubicBezTo>
                  <a:pt x="4917" y="119"/>
                  <a:pt x="4924" y="133"/>
                  <a:pt x="4930" y="147"/>
                </a:cubicBezTo>
                <a:cubicBezTo>
                  <a:pt x="4936" y="162"/>
                  <a:pt x="4941" y="177"/>
                  <a:pt x="4944" y="192"/>
                </a:cubicBezTo>
                <a:cubicBezTo>
                  <a:pt x="4947" y="207"/>
                  <a:pt x="4948" y="223"/>
                  <a:pt x="4948" y="238"/>
                </a:cubicBezTo>
                <a:lnTo>
                  <a:pt x="4948" y="2171"/>
                </a:lnTo>
                <a:cubicBezTo>
                  <a:pt x="4948" y="2187"/>
                  <a:pt x="4947" y="2202"/>
                  <a:pt x="4944" y="2217"/>
                </a:cubicBezTo>
                <a:cubicBezTo>
                  <a:pt x="4941" y="2233"/>
                  <a:pt x="4936" y="2248"/>
                  <a:pt x="4930" y="2262"/>
                </a:cubicBezTo>
                <a:cubicBezTo>
                  <a:pt x="4924" y="2276"/>
                  <a:pt x="4917" y="2290"/>
                  <a:pt x="4908" y="2303"/>
                </a:cubicBezTo>
                <a:cubicBezTo>
                  <a:pt x="4900" y="2316"/>
                  <a:pt x="4890" y="2328"/>
                  <a:pt x="4879" y="2339"/>
                </a:cubicBezTo>
                <a:cubicBezTo>
                  <a:pt x="4868" y="2350"/>
                  <a:pt x="4856" y="2360"/>
                  <a:pt x="4843" y="2369"/>
                </a:cubicBezTo>
                <a:cubicBezTo>
                  <a:pt x="4830" y="2378"/>
                  <a:pt x="4816" y="2385"/>
                  <a:pt x="4801" y="2391"/>
                </a:cubicBezTo>
                <a:cubicBezTo>
                  <a:pt x="4787" y="2397"/>
                  <a:pt x="4772" y="2401"/>
                  <a:pt x="4757" y="2404"/>
                </a:cubicBezTo>
                <a:cubicBezTo>
                  <a:pt x="4741" y="2408"/>
                  <a:pt x="4726" y="2409"/>
                  <a:pt x="4710" y="2409"/>
                </a:cubicBezTo>
                <a:lnTo>
                  <a:pt x="238" y="2409"/>
                </a:lnTo>
                <a:cubicBezTo>
                  <a:pt x="222" y="2409"/>
                  <a:pt x="207" y="2408"/>
                  <a:pt x="191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8" y="2328"/>
                  <a:pt x="49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8"/>
                  <a:pt x="7" y="2233"/>
                  <a:pt x="4" y="2217"/>
                </a:cubicBezTo>
                <a:cubicBezTo>
                  <a:pt x="1" y="2202"/>
                  <a:pt x="0" y="2187"/>
                  <a:pt x="0" y="2171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7591320" y="2323800"/>
            <a:ext cx="1781280" cy="867240"/>
          </a:xfrm>
          <a:custGeom>
            <a:avLst/>
            <a:gdLst/>
            <a:ahLst/>
            <a:rect l="0" t="0" r="r" b="b"/>
            <a:pathLst>
              <a:path w="4948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8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710" y="0"/>
                </a:lnTo>
                <a:cubicBezTo>
                  <a:pt x="4726" y="0"/>
                  <a:pt x="4741" y="2"/>
                  <a:pt x="4757" y="5"/>
                </a:cubicBezTo>
                <a:cubicBezTo>
                  <a:pt x="4772" y="8"/>
                  <a:pt x="4787" y="12"/>
                  <a:pt x="4801" y="18"/>
                </a:cubicBezTo>
                <a:cubicBezTo>
                  <a:pt x="4816" y="24"/>
                  <a:pt x="4830" y="32"/>
                  <a:pt x="4843" y="40"/>
                </a:cubicBezTo>
                <a:cubicBezTo>
                  <a:pt x="4856" y="49"/>
                  <a:pt x="4868" y="59"/>
                  <a:pt x="4879" y="70"/>
                </a:cubicBezTo>
                <a:cubicBezTo>
                  <a:pt x="4890" y="81"/>
                  <a:pt x="4900" y="93"/>
                  <a:pt x="4908" y="106"/>
                </a:cubicBezTo>
                <a:cubicBezTo>
                  <a:pt x="4917" y="119"/>
                  <a:pt x="4924" y="133"/>
                  <a:pt x="4930" y="147"/>
                </a:cubicBezTo>
                <a:cubicBezTo>
                  <a:pt x="4936" y="162"/>
                  <a:pt x="4941" y="177"/>
                  <a:pt x="4944" y="192"/>
                </a:cubicBezTo>
                <a:cubicBezTo>
                  <a:pt x="4947" y="207"/>
                  <a:pt x="4948" y="223"/>
                  <a:pt x="4948" y="238"/>
                </a:cubicBezTo>
                <a:lnTo>
                  <a:pt x="4948" y="2171"/>
                </a:lnTo>
                <a:cubicBezTo>
                  <a:pt x="4948" y="2187"/>
                  <a:pt x="4947" y="2202"/>
                  <a:pt x="4944" y="2217"/>
                </a:cubicBezTo>
                <a:cubicBezTo>
                  <a:pt x="4941" y="2233"/>
                  <a:pt x="4936" y="2248"/>
                  <a:pt x="4930" y="2262"/>
                </a:cubicBezTo>
                <a:cubicBezTo>
                  <a:pt x="4924" y="2276"/>
                  <a:pt x="4917" y="2290"/>
                  <a:pt x="4908" y="2303"/>
                </a:cubicBezTo>
                <a:cubicBezTo>
                  <a:pt x="4900" y="2316"/>
                  <a:pt x="4890" y="2328"/>
                  <a:pt x="4879" y="2339"/>
                </a:cubicBezTo>
                <a:cubicBezTo>
                  <a:pt x="4868" y="2350"/>
                  <a:pt x="4856" y="2360"/>
                  <a:pt x="4843" y="2369"/>
                </a:cubicBezTo>
                <a:cubicBezTo>
                  <a:pt x="4830" y="2378"/>
                  <a:pt x="4816" y="2385"/>
                  <a:pt x="4801" y="2391"/>
                </a:cubicBezTo>
                <a:cubicBezTo>
                  <a:pt x="4787" y="2397"/>
                  <a:pt x="4772" y="2401"/>
                  <a:pt x="4757" y="2404"/>
                </a:cubicBezTo>
                <a:cubicBezTo>
                  <a:pt x="4741" y="2408"/>
                  <a:pt x="4726" y="2409"/>
                  <a:pt x="4710" y="2409"/>
                </a:cubicBezTo>
                <a:lnTo>
                  <a:pt x="238" y="2409"/>
                </a:lnTo>
                <a:cubicBezTo>
                  <a:pt x="222" y="2409"/>
                  <a:pt x="207" y="2408"/>
                  <a:pt x="191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9" y="2378"/>
                  <a:pt x="106" y="2369"/>
                </a:cubicBezTo>
                <a:cubicBezTo>
                  <a:pt x="93" y="2360"/>
                  <a:pt x="81" y="2350"/>
                  <a:pt x="70" y="2339"/>
                </a:cubicBezTo>
                <a:cubicBezTo>
                  <a:pt x="58" y="2328"/>
                  <a:pt x="49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8"/>
                  <a:pt x="7" y="2233"/>
                  <a:pt x="4" y="2217"/>
                </a:cubicBezTo>
                <a:cubicBezTo>
                  <a:pt x="1" y="2202"/>
                  <a:pt x="0" y="2187"/>
                  <a:pt x="0" y="2171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4884120" y="2846520"/>
            <a:ext cx="1885291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777777"/>
                </a:solidFill>
                <a:effectLst/>
                <a:uFillTx/>
                <a:latin typeface="Courier New"/>
                <a:ea typeface="Courier New"/>
              </a:rPr>
              <a:t>VideoPacketDecoder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776360" y="2490480"/>
            <a:ext cx="1536537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color convert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7805160" y="2846520"/>
            <a:ext cx="1466553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777777"/>
                </a:solidFill>
                <a:effectLst/>
                <a:uFillTx/>
                <a:latin typeface="Courier New"/>
                <a:ea typeface="Courier New"/>
              </a:rPr>
              <a:t>ColorConverter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828720" y="3537000"/>
            <a:ext cx="10495267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prefetch(): run the upstream stages on a background thread, through a bounded queue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828720" y="3756240"/>
            <a:ext cx="913718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raw_frames = prefetch(decode(packet_decoder, demux(demuxer)))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producer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828720" y="3975120"/>
            <a:ext cx="913718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frames = color_convert(color_converter, raw_frames)          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consumer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895320" y="46605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108800" y="4664520"/>
            <a:ext cx="5780289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decode all 300 frames of a 10s 1080p video (laptop CPU)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1038240" y="5037840"/>
            <a:ext cx="138412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VideoDecoder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2592000" y="5037840"/>
            <a:ext cx="206997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Low-level, sequential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4784400" y="5037840"/>
            <a:ext cx="309912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Low-level, producer / consumer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038240" y="5409360"/>
            <a:ext cx="790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1457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2592000" y="5409360"/>
            <a:ext cx="790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1458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314600" y="2333520"/>
            <a:ext cx="28800" cy="857520"/>
          </a:xfrm>
          <a:custGeom>
            <a:avLst/>
            <a:gdLst/>
            <a:ahLst/>
            <a:rect l="0" t="0" r="r" b="b"/>
            <a:pathLst>
              <a:path w="80" h="2382">
                <a:moveTo>
                  <a:pt x="80" y="0"/>
                </a:moveTo>
                <a:lnTo>
                  <a:pt x="80" y="159"/>
                </a:lnTo>
                <a:lnTo>
                  <a:pt x="0" y="159"/>
                </a:lnTo>
                <a:lnTo>
                  <a:pt x="0" y="0"/>
                </a:lnTo>
                <a:lnTo>
                  <a:pt x="80" y="0"/>
                </a:lnTo>
                <a:moveTo>
                  <a:pt x="80" y="247"/>
                </a:moveTo>
                <a:lnTo>
                  <a:pt x="80" y="405"/>
                </a:lnTo>
                <a:lnTo>
                  <a:pt x="0" y="405"/>
                </a:lnTo>
                <a:lnTo>
                  <a:pt x="0" y="247"/>
                </a:lnTo>
                <a:lnTo>
                  <a:pt x="80" y="247"/>
                </a:lnTo>
                <a:moveTo>
                  <a:pt x="80" y="494"/>
                </a:moveTo>
                <a:lnTo>
                  <a:pt x="80" y="652"/>
                </a:lnTo>
                <a:lnTo>
                  <a:pt x="0" y="652"/>
                </a:lnTo>
                <a:lnTo>
                  <a:pt x="0" y="494"/>
                </a:lnTo>
                <a:lnTo>
                  <a:pt x="80" y="494"/>
                </a:lnTo>
                <a:moveTo>
                  <a:pt x="80" y="741"/>
                </a:moveTo>
                <a:lnTo>
                  <a:pt x="80" y="899"/>
                </a:lnTo>
                <a:lnTo>
                  <a:pt x="0" y="899"/>
                </a:lnTo>
                <a:lnTo>
                  <a:pt x="0" y="741"/>
                </a:lnTo>
                <a:lnTo>
                  <a:pt x="80" y="741"/>
                </a:lnTo>
                <a:moveTo>
                  <a:pt x="80" y="988"/>
                </a:moveTo>
                <a:lnTo>
                  <a:pt x="80" y="1146"/>
                </a:lnTo>
                <a:lnTo>
                  <a:pt x="0" y="1146"/>
                </a:lnTo>
                <a:lnTo>
                  <a:pt x="0" y="988"/>
                </a:lnTo>
                <a:lnTo>
                  <a:pt x="80" y="988"/>
                </a:lnTo>
                <a:moveTo>
                  <a:pt x="80" y="1235"/>
                </a:moveTo>
                <a:lnTo>
                  <a:pt x="80" y="1393"/>
                </a:lnTo>
                <a:lnTo>
                  <a:pt x="0" y="1393"/>
                </a:lnTo>
                <a:lnTo>
                  <a:pt x="0" y="1235"/>
                </a:lnTo>
                <a:lnTo>
                  <a:pt x="80" y="1235"/>
                </a:lnTo>
                <a:moveTo>
                  <a:pt x="80" y="1481"/>
                </a:moveTo>
                <a:lnTo>
                  <a:pt x="80" y="1640"/>
                </a:lnTo>
                <a:lnTo>
                  <a:pt x="0" y="1640"/>
                </a:lnTo>
                <a:lnTo>
                  <a:pt x="0" y="1481"/>
                </a:lnTo>
                <a:lnTo>
                  <a:pt x="80" y="1481"/>
                </a:lnTo>
                <a:moveTo>
                  <a:pt x="80" y="1728"/>
                </a:moveTo>
                <a:lnTo>
                  <a:pt x="80" y="1888"/>
                </a:lnTo>
                <a:lnTo>
                  <a:pt x="0" y="1888"/>
                </a:lnTo>
                <a:lnTo>
                  <a:pt x="0" y="1728"/>
                </a:lnTo>
                <a:lnTo>
                  <a:pt x="80" y="1728"/>
                </a:lnTo>
                <a:moveTo>
                  <a:pt x="80" y="1976"/>
                </a:moveTo>
                <a:lnTo>
                  <a:pt x="80" y="2135"/>
                </a:lnTo>
                <a:lnTo>
                  <a:pt x="0" y="2135"/>
                </a:lnTo>
                <a:lnTo>
                  <a:pt x="0" y="1976"/>
                </a:lnTo>
                <a:lnTo>
                  <a:pt x="80" y="1976"/>
                </a:lnTo>
                <a:moveTo>
                  <a:pt x="80" y="2223"/>
                </a:moveTo>
                <a:lnTo>
                  <a:pt x="80" y="2382"/>
                </a:lnTo>
                <a:lnTo>
                  <a:pt x="0" y="2382"/>
                </a:lnTo>
                <a:lnTo>
                  <a:pt x="0" y="2223"/>
                </a:lnTo>
                <a:lnTo>
                  <a:pt x="80" y="2223"/>
                </a:ln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4190760" y="2590560"/>
            <a:ext cx="238680" cy="343440"/>
          </a:xfrm>
          <a:custGeom>
            <a:avLst/>
            <a:gdLst/>
            <a:ahLst/>
            <a:rect l="0" t="0" r="r" b="b"/>
            <a:pathLst>
              <a:path w="663" h="954">
                <a:moveTo>
                  <a:pt x="0" y="0"/>
                </a:moveTo>
                <a:lnTo>
                  <a:pt x="663" y="0"/>
                </a:lnTo>
                <a:lnTo>
                  <a:pt x="663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4784400" y="5409360"/>
            <a:ext cx="127604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940 ms (</a:t>
            </a:r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1.5×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7200720" y="2333520"/>
            <a:ext cx="28800" cy="857520"/>
          </a:xfrm>
          <a:custGeom>
            <a:avLst/>
            <a:gdLst/>
            <a:ahLst/>
            <a:rect l="0" t="0" r="r" b="b"/>
            <a:pathLst>
              <a:path w="80" h="2382">
                <a:moveTo>
                  <a:pt x="80" y="0"/>
                </a:moveTo>
                <a:lnTo>
                  <a:pt x="80" y="159"/>
                </a:lnTo>
                <a:lnTo>
                  <a:pt x="0" y="159"/>
                </a:lnTo>
                <a:lnTo>
                  <a:pt x="0" y="0"/>
                </a:lnTo>
                <a:lnTo>
                  <a:pt x="80" y="0"/>
                </a:lnTo>
                <a:moveTo>
                  <a:pt x="80" y="247"/>
                </a:moveTo>
                <a:lnTo>
                  <a:pt x="80" y="405"/>
                </a:lnTo>
                <a:lnTo>
                  <a:pt x="0" y="405"/>
                </a:lnTo>
                <a:lnTo>
                  <a:pt x="0" y="247"/>
                </a:lnTo>
                <a:lnTo>
                  <a:pt x="80" y="247"/>
                </a:lnTo>
                <a:moveTo>
                  <a:pt x="80" y="494"/>
                </a:moveTo>
                <a:lnTo>
                  <a:pt x="80" y="652"/>
                </a:lnTo>
                <a:lnTo>
                  <a:pt x="0" y="652"/>
                </a:lnTo>
                <a:lnTo>
                  <a:pt x="0" y="494"/>
                </a:lnTo>
                <a:lnTo>
                  <a:pt x="80" y="494"/>
                </a:lnTo>
                <a:moveTo>
                  <a:pt x="80" y="741"/>
                </a:moveTo>
                <a:lnTo>
                  <a:pt x="80" y="899"/>
                </a:lnTo>
                <a:lnTo>
                  <a:pt x="0" y="899"/>
                </a:lnTo>
                <a:lnTo>
                  <a:pt x="0" y="741"/>
                </a:lnTo>
                <a:lnTo>
                  <a:pt x="80" y="741"/>
                </a:lnTo>
                <a:moveTo>
                  <a:pt x="80" y="988"/>
                </a:moveTo>
                <a:lnTo>
                  <a:pt x="80" y="1146"/>
                </a:lnTo>
                <a:lnTo>
                  <a:pt x="0" y="1146"/>
                </a:lnTo>
                <a:lnTo>
                  <a:pt x="0" y="988"/>
                </a:lnTo>
                <a:lnTo>
                  <a:pt x="80" y="988"/>
                </a:lnTo>
                <a:moveTo>
                  <a:pt x="80" y="1235"/>
                </a:moveTo>
                <a:lnTo>
                  <a:pt x="80" y="1393"/>
                </a:lnTo>
                <a:lnTo>
                  <a:pt x="0" y="1393"/>
                </a:lnTo>
                <a:lnTo>
                  <a:pt x="0" y="1235"/>
                </a:lnTo>
                <a:lnTo>
                  <a:pt x="80" y="1235"/>
                </a:lnTo>
                <a:moveTo>
                  <a:pt x="80" y="1481"/>
                </a:moveTo>
                <a:lnTo>
                  <a:pt x="80" y="1640"/>
                </a:lnTo>
                <a:lnTo>
                  <a:pt x="0" y="1640"/>
                </a:lnTo>
                <a:lnTo>
                  <a:pt x="0" y="1481"/>
                </a:lnTo>
                <a:lnTo>
                  <a:pt x="80" y="1481"/>
                </a:lnTo>
                <a:moveTo>
                  <a:pt x="80" y="1728"/>
                </a:moveTo>
                <a:lnTo>
                  <a:pt x="80" y="1888"/>
                </a:lnTo>
                <a:lnTo>
                  <a:pt x="0" y="1888"/>
                </a:lnTo>
                <a:lnTo>
                  <a:pt x="0" y="1728"/>
                </a:lnTo>
                <a:lnTo>
                  <a:pt x="80" y="1728"/>
                </a:lnTo>
                <a:moveTo>
                  <a:pt x="80" y="1976"/>
                </a:moveTo>
                <a:lnTo>
                  <a:pt x="80" y="2135"/>
                </a:lnTo>
                <a:lnTo>
                  <a:pt x="0" y="2135"/>
                </a:lnTo>
                <a:lnTo>
                  <a:pt x="0" y="1976"/>
                </a:lnTo>
                <a:lnTo>
                  <a:pt x="80" y="1976"/>
                </a:lnTo>
                <a:moveTo>
                  <a:pt x="80" y="2223"/>
                </a:moveTo>
                <a:lnTo>
                  <a:pt x="80" y="2382"/>
                </a:lnTo>
                <a:lnTo>
                  <a:pt x="0" y="2382"/>
                </a:lnTo>
                <a:lnTo>
                  <a:pt x="0" y="2223"/>
                </a:lnTo>
                <a:lnTo>
                  <a:pt x="80" y="2223"/>
                </a:ln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7086240" y="2590560"/>
            <a:ext cx="238680" cy="343440"/>
          </a:xfrm>
          <a:custGeom>
            <a:avLst/>
            <a:gdLst/>
            <a:ahLst/>
            <a:rect l="0" t="0" r="r" b="b"/>
            <a:pathLst>
              <a:path w="663" h="954">
                <a:moveTo>
                  <a:pt x="0" y="0"/>
                </a:moveTo>
                <a:lnTo>
                  <a:pt x="663" y="0"/>
                </a:lnTo>
                <a:lnTo>
                  <a:pt x="663" y="954"/>
                </a:lnTo>
                <a:lnTo>
                  <a:pt x="0" y="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4192920" y="2592360"/>
            <a:ext cx="308318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0" u="none" strike="noStrike">
                <a:solidFill>
                  <a:srgbClr val="ee4c2c"/>
                </a:solidFill>
                <a:effectLst/>
                <a:uFillTx/>
                <a:latin typeface="DejaVuSans"/>
                <a:ea typeface="DejaVuSans"/>
              </a:rPr>
              <a:t>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7085160" y="2592360"/>
            <a:ext cx="308318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250" b="0" u="none" strike="noStrike">
                <a:solidFill>
                  <a:srgbClr val="ee4c2c"/>
                </a:solidFill>
                <a:effectLst/>
                <a:uFillTx/>
                <a:latin typeface="DejaVuSans"/>
                <a:ea typeface="DejaVuSans"/>
              </a:rPr>
              <a:t>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880200" y="6397920"/>
            <a:ext cx="352563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Multi-threaded decoding pipelines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671400" y="330012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2"/>
                </a:lnTo>
                <a:cubicBezTo>
                  <a:pt x="30137" y="2515"/>
                  <a:pt x="30136" y="2528"/>
                  <a:pt x="30133" y="2540"/>
                </a:cubicBezTo>
                <a:cubicBezTo>
                  <a:pt x="30130" y="2553"/>
                  <a:pt x="30127" y="2566"/>
                  <a:pt x="30122" y="2578"/>
                </a:cubicBezTo>
                <a:cubicBezTo>
                  <a:pt x="30117" y="2590"/>
                  <a:pt x="30111" y="2601"/>
                  <a:pt x="30103" y="2612"/>
                </a:cubicBezTo>
                <a:cubicBezTo>
                  <a:pt x="30096" y="2623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7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4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4"/>
                  <a:pt x="134" y="2690"/>
                  <a:pt x="122" y="2685"/>
                </a:cubicBezTo>
                <a:cubicBezTo>
                  <a:pt x="110" y="2680"/>
                  <a:pt x="99" y="2674"/>
                  <a:pt x="88" y="2667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3"/>
                  <a:pt x="33" y="2612"/>
                </a:cubicBezTo>
                <a:cubicBezTo>
                  <a:pt x="26" y="2601"/>
                  <a:pt x="20" y="2590"/>
                  <a:pt x="15" y="2578"/>
                </a:cubicBezTo>
                <a:cubicBezTo>
                  <a:pt x="10" y="2566"/>
                  <a:pt x="6" y="2553"/>
                  <a:pt x="4" y="2540"/>
                </a:cubicBezTo>
                <a:cubicBezTo>
                  <a:pt x="1" y="2528"/>
                  <a:pt x="0" y="2515"/>
                  <a:pt x="0" y="2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671400" y="330012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2"/>
                </a:lnTo>
                <a:cubicBezTo>
                  <a:pt x="30137" y="2515"/>
                  <a:pt x="30136" y="2528"/>
                  <a:pt x="30133" y="2540"/>
                </a:cubicBezTo>
                <a:cubicBezTo>
                  <a:pt x="30130" y="2553"/>
                  <a:pt x="30127" y="2566"/>
                  <a:pt x="30122" y="2578"/>
                </a:cubicBezTo>
                <a:cubicBezTo>
                  <a:pt x="30117" y="2590"/>
                  <a:pt x="30111" y="2601"/>
                  <a:pt x="30103" y="2612"/>
                </a:cubicBezTo>
                <a:cubicBezTo>
                  <a:pt x="30096" y="2623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7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4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4"/>
                  <a:pt x="134" y="2690"/>
                  <a:pt x="122" y="2685"/>
                </a:cubicBezTo>
                <a:cubicBezTo>
                  <a:pt x="110" y="2680"/>
                  <a:pt x="99" y="2674"/>
                  <a:pt x="88" y="2667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3"/>
                  <a:pt x="33" y="2612"/>
                </a:cubicBezTo>
                <a:cubicBezTo>
                  <a:pt x="26" y="2601"/>
                  <a:pt x="20" y="2590"/>
                  <a:pt x="15" y="2578"/>
                </a:cubicBezTo>
                <a:cubicBezTo>
                  <a:pt x="10" y="2566"/>
                  <a:pt x="6" y="2553"/>
                  <a:pt x="4" y="2540"/>
                </a:cubicBezTo>
                <a:cubicBezTo>
                  <a:pt x="1" y="2528"/>
                  <a:pt x="0" y="2515"/>
                  <a:pt x="0" y="2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714400" y="1904760"/>
            <a:ext cx="1105200" cy="619560"/>
          </a:xfrm>
          <a:custGeom>
            <a:avLst/>
            <a:gdLst/>
            <a:ahLst/>
            <a:rect l="0" t="0" r="r" b="b"/>
            <a:pathLst>
              <a:path w="3070" h="1721">
                <a:moveTo>
                  <a:pt x="0" y="1483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4" y="24"/>
                  <a:pt x="148" y="18"/>
                </a:cubicBezTo>
                <a:cubicBezTo>
                  <a:pt x="163" y="12"/>
                  <a:pt x="177" y="8"/>
                  <a:pt x="193" y="5"/>
                </a:cubicBezTo>
                <a:cubicBezTo>
                  <a:pt x="208" y="2"/>
                  <a:pt x="224" y="0"/>
                  <a:pt x="239" y="0"/>
                </a:cubicBezTo>
                <a:lnTo>
                  <a:pt x="2832" y="0"/>
                </a:lnTo>
                <a:cubicBezTo>
                  <a:pt x="2848" y="0"/>
                  <a:pt x="2863" y="2"/>
                  <a:pt x="2879" y="5"/>
                </a:cubicBezTo>
                <a:cubicBezTo>
                  <a:pt x="2894" y="8"/>
                  <a:pt x="2909" y="12"/>
                  <a:pt x="2923" y="18"/>
                </a:cubicBezTo>
                <a:cubicBezTo>
                  <a:pt x="2938" y="24"/>
                  <a:pt x="2951" y="32"/>
                  <a:pt x="2964" y="40"/>
                </a:cubicBezTo>
                <a:cubicBezTo>
                  <a:pt x="2977" y="49"/>
                  <a:pt x="2989" y="59"/>
                  <a:pt x="3001" y="70"/>
                </a:cubicBezTo>
                <a:cubicBezTo>
                  <a:pt x="3012" y="81"/>
                  <a:pt x="3021" y="93"/>
                  <a:pt x="3030" y="106"/>
                </a:cubicBezTo>
                <a:cubicBezTo>
                  <a:pt x="3039" y="119"/>
                  <a:pt x="3046" y="133"/>
                  <a:pt x="3052" y="147"/>
                </a:cubicBezTo>
                <a:cubicBezTo>
                  <a:pt x="3058" y="162"/>
                  <a:pt x="3063" y="176"/>
                  <a:pt x="3066" y="192"/>
                </a:cubicBezTo>
                <a:cubicBezTo>
                  <a:pt x="3069" y="207"/>
                  <a:pt x="3070" y="223"/>
                  <a:pt x="3070" y="238"/>
                </a:cubicBezTo>
                <a:lnTo>
                  <a:pt x="3070" y="1483"/>
                </a:lnTo>
                <a:cubicBezTo>
                  <a:pt x="3070" y="1498"/>
                  <a:pt x="3069" y="1514"/>
                  <a:pt x="3066" y="1529"/>
                </a:cubicBezTo>
                <a:cubicBezTo>
                  <a:pt x="3063" y="1545"/>
                  <a:pt x="3058" y="1560"/>
                  <a:pt x="3052" y="1574"/>
                </a:cubicBezTo>
                <a:cubicBezTo>
                  <a:pt x="3046" y="1588"/>
                  <a:pt x="3039" y="1602"/>
                  <a:pt x="3030" y="1615"/>
                </a:cubicBezTo>
                <a:cubicBezTo>
                  <a:pt x="3021" y="1628"/>
                  <a:pt x="3012" y="1640"/>
                  <a:pt x="3001" y="1651"/>
                </a:cubicBezTo>
                <a:cubicBezTo>
                  <a:pt x="2989" y="1662"/>
                  <a:pt x="2977" y="1672"/>
                  <a:pt x="2964" y="1681"/>
                </a:cubicBezTo>
                <a:cubicBezTo>
                  <a:pt x="2951" y="1690"/>
                  <a:pt x="2938" y="1697"/>
                  <a:pt x="2923" y="1703"/>
                </a:cubicBezTo>
                <a:cubicBezTo>
                  <a:pt x="2909" y="1709"/>
                  <a:pt x="2894" y="1713"/>
                  <a:pt x="2879" y="1716"/>
                </a:cubicBezTo>
                <a:cubicBezTo>
                  <a:pt x="2863" y="1719"/>
                  <a:pt x="2848" y="1721"/>
                  <a:pt x="2832" y="1721"/>
                </a:cubicBezTo>
                <a:lnTo>
                  <a:pt x="239" y="1721"/>
                </a:lnTo>
                <a:cubicBezTo>
                  <a:pt x="224" y="1721"/>
                  <a:pt x="208" y="1719"/>
                  <a:pt x="193" y="1716"/>
                </a:cubicBezTo>
                <a:cubicBezTo>
                  <a:pt x="177" y="1713"/>
                  <a:pt x="163" y="1709"/>
                  <a:pt x="148" y="1703"/>
                </a:cubicBezTo>
                <a:cubicBezTo>
                  <a:pt x="134" y="1697"/>
                  <a:pt x="119" y="1690"/>
                  <a:pt x="106" y="1681"/>
                </a:cubicBezTo>
                <a:cubicBezTo>
                  <a:pt x="93" y="1672"/>
                  <a:pt x="81" y="1662"/>
                  <a:pt x="70" y="1651"/>
                </a:cubicBezTo>
                <a:cubicBezTo>
                  <a:pt x="59" y="1640"/>
                  <a:pt x="49" y="1628"/>
                  <a:pt x="40" y="1615"/>
                </a:cubicBezTo>
                <a:cubicBezTo>
                  <a:pt x="32" y="1602"/>
                  <a:pt x="24" y="1588"/>
                  <a:pt x="18" y="1574"/>
                </a:cubicBezTo>
                <a:cubicBezTo>
                  <a:pt x="12" y="1560"/>
                  <a:pt x="8" y="1545"/>
                  <a:pt x="5" y="1529"/>
                </a:cubicBezTo>
                <a:cubicBezTo>
                  <a:pt x="2" y="1514"/>
                  <a:pt x="0" y="1498"/>
                  <a:pt x="0" y="1483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714400" y="1904760"/>
            <a:ext cx="1105200" cy="619560"/>
          </a:xfrm>
          <a:custGeom>
            <a:avLst/>
            <a:gdLst/>
            <a:ahLst/>
            <a:rect l="0" t="0" r="r" b="b"/>
            <a:pathLst>
              <a:path w="3070" h="1721">
                <a:moveTo>
                  <a:pt x="0" y="1483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2"/>
                  <a:pt x="18" y="147"/>
                </a:cubicBezTo>
                <a:cubicBezTo>
                  <a:pt x="24" y="133"/>
                  <a:pt x="32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4" y="24"/>
                  <a:pt x="148" y="18"/>
                </a:cubicBezTo>
                <a:cubicBezTo>
                  <a:pt x="163" y="12"/>
                  <a:pt x="177" y="8"/>
                  <a:pt x="193" y="5"/>
                </a:cubicBezTo>
                <a:cubicBezTo>
                  <a:pt x="208" y="2"/>
                  <a:pt x="224" y="0"/>
                  <a:pt x="239" y="0"/>
                </a:cubicBezTo>
                <a:lnTo>
                  <a:pt x="2832" y="0"/>
                </a:lnTo>
                <a:cubicBezTo>
                  <a:pt x="2848" y="0"/>
                  <a:pt x="2863" y="2"/>
                  <a:pt x="2879" y="5"/>
                </a:cubicBezTo>
                <a:cubicBezTo>
                  <a:pt x="2894" y="8"/>
                  <a:pt x="2909" y="12"/>
                  <a:pt x="2923" y="18"/>
                </a:cubicBezTo>
                <a:cubicBezTo>
                  <a:pt x="2938" y="24"/>
                  <a:pt x="2951" y="32"/>
                  <a:pt x="2964" y="40"/>
                </a:cubicBezTo>
                <a:cubicBezTo>
                  <a:pt x="2977" y="49"/>
                  <a:pt x="2989" y="59"/>
                  <a:pt x="3001" y="70"/>
                </a:cubicBezTo>
                <a:cubicBezTo>
                  <a:pt x="3012" y="81"/>
                  <a:pt x="3021" y="93"/>
                  <a:pt x="3030" y="106"/>
                </a:cubicBezTo>
                <a:cubicBezTo>
                  <a:pt x="3039" y="119"/>
                  <a:pt x="3046" y="133"/>
                  <a:pt x="3052" y="147"/>
                </a:cubicBezTo>
                <a:cubicBezTo>
                  <a:pt x="3058" y="162"/>
                  <a:pt x="3063" y="176"/>
                  <a:pt x="3066" y="192"/>
                </a:cubicBezTo>
                <a:cubicBezTo>
                  <a:pt x="3069" y="207"/>
                  <a:pt x="3070" y="223"/>
                  <a:pt x="3070" y="238"/>
                </a:cubicBezTo>
                <a:lnTo>
                  <a:pt x="3070" y="1483"/>
                </a:lnTo>
                <a:cubicBezTo>
                  <a:pt x="3070" y="1498"/>
                  <a:pt x="3069" y="1514"/>
                  <a:pt x="3066" y="1529"/>
                </a:cubicBezTo>
                <a:cubicBezTo>
                  <a:pt x="3063" y="1545"/>
                  <a:pt x="3058" y="1560"/>
                  <a:pt x="3052" y="1574"/>
                </a:cubicBezTo>
                <a:cubicBezTo>
                  <a:pt x="3046" y="1588"/>
                  <a:pt x="3039" y="1602"/>
                  <a:pt x="3030" y="1615"/>
                </a:cubicBezTo>
                <a:cubicBezTo>
                  <a:pt x="3021" y="1628"/>
                  <a:pt x="3012" y="1640"/>
                  <a:pt x="3001" y="1651"/>
                </a:cubicBezTo>
                <a:cubicBezTo>
                  <a:pt x="2989" y="1662"/>
                  <a:pt x="2977" y="1672"/>
                  <a:pt x="2964" y="1681"/>
                </a:cubicBezTo>
                <a:cubicBezTo>
                  <a:pt x="2951" y="1690"/>
                  <a:pt x="2938" y="1697"/>
                  <a:pt x="2923" y="1703"/>
                </a:cubicBezTo>
                <a:cubicBezTo>
                  <a:pt x="2909" y="1709"/>
                  <a:pt x="2894" y="1713"/>
                  <a:pt x="2879" y="1716"/>
                </a:cubicBezTo>
                <a:cubicBezTo>
                  <a:pt x="2863" y="1719"/>
                  <a:pt x="2848" y="1721"/>
                  <a:pt x="2832" y="1721"/>
                </a:cubicBezTo>
                <a:lnTo>
                  <a:pt x="239" y="1721"/>
                </a:lnTo>
                <a:cubicBezTo>
                  <a:pt x="224" y="1721"/>
                  <a:pt x="208" y="1719"/>
                  <a:pt x="193" y="1716"/>
                </a:cubicBezTo>
                <a:cubicBezTo>
                  <a:pt x="177" y="1713"/>
                  <a:pt x="163" y="1709"/>
                  <a:pt x="148" y="1703"/>
                </a:cubicBezTo>
                <a:cubicBezTo>
                  <a:pt x="134" y="1697"/>
                  <a:pt x="119" y="1690"/>
                  <a:pt x="106" y="1681"/>
                </a:cubicBezTo>
                <a:cubicBezTo>
                  <a:pt x="93" y="1672"/>
                  <a:pt x="81" y="1662"/>
                  <a:pt x="70" y="1651"/>
                </a:cubicBezTo>
                <a:cubicBezTo>
                  <a:pt x="59" y="1640"/>
                  <a:pt x="49" y="1628"/>
                  <a:pt x="40" y="1615"/>
                </a:cubicBezTo>
                <a:cubicBezTo>
                  <a:pt x="32" y="1602"/>
                  <a:pt x="24" y="1588"/>
                  <a:pt x="18" y="1574"/>
                </a:cubicBezTo>
                <a:cubicBezTo>
                  <a:pt x="12" y="1560"/>
                  <a:pt x="8" y="1545"/>
                  <a:pt x="5" y="1529"/>
                </a:cubicBezTo>
                <a:cubicBezTo>
                  <a:pt x="2" y="1514"/>
                  <a:pt x="0" y="1498"/>
                  <a:pt x="0" y="1483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666720" y="569520"/>
            <a:ext cx="6289617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Low-level APIs: raw YUV frames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896200" y="2071440"/>
            <a:ext cx="805982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demux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429080" y="1780920"/>
            <a:ext cx="1848240" cy="867240"/>
          </a:xfrm>
          <a:custGeom>
            <a:avLst/>
            <a:gdLst/>
            <a:ahLst/>
            <a:rect l="0" t="0" r="r" b="b"/>
            <a:pathLst>
              <a:path w="5134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895" y="0"/>
                </a:lnTo>
                <a:cubicBezTo>
                  <a:pt x="4911" y="0"/>
                  <a:pt x="4927" y="2"/>
                  <a:pt x="4942" y="5"/>
                </a:cubicBezTo>
                <a:cubicBezTo>
                  <a:pt x="4957" y="8"/>
                  <a:pt x="4972" y="12"/>
                  <a:pt x="4987" y="18"/>
                </a:cubicBezTo>
                <a:cubicBezTo>
                  <a:pt x="5001" y="24"/>
                  <a:pt x="5015" y="32"/>
                  <a:pt x="5028" y="40"/>
                </a:cubicBezTo>
                <a:cubicBezTo>
                  <a:pt x="5041" y="49"/>
                  <a:pt x="5053" y="59"/>
                  <a:pt x="5064" y="70"/>
                </a:cubicBezTo>
                <a:cubicBezTo>
                  <a:pt x="5075" y="81"/>
                  <a:pt x="5085" y="93"/>
                  <a:pt x="5093" y="106"/>
                </a:cubicBezTo>
                <a:cubicBezTo>
                  <a:pt x="5102" y="119"/>
                  <a:pt x="5109" y="133"/>
                  <a:pt x="5115" y="147"/>
                </a:cubicBezTo>
                <a:cubicBezTo>
                  <a:pt x="5121" y="162"/>
                  <a:pt x="5126" y="177"/>
                  <a:pt x="5129" y="192"/>
                </a:cubicBezTo>
                <a:cubicBezTo>
                  <a:pt x="5132" y="207"/>
                  <a:pt x="5134" y="223"/>
                  <a:pt x="5134" y="238"/>
                </a:cubicBezTo>
                <a:lnTo>
                  <a:pt x="5134" y="2171"/>
                </a:lnTo>
                <a:cubicBezTo>
                  <a:pt x="5134" y="2186"/>
                  <a:pt x="5132" y="2202"/>
                  <a:pt x="5129" y="2217"/>
                </a:cubicBezTo>
                <a:cubicBezTo>
                  <a:pt x="5126" y="2233"/>
                  <a:pt x="5121" y="2247"/>
                  <a:pt x="5115" y="2262"/>
                </a:cubicBezTo>
                <a:cubicBezTo>
                  <a:pt x="5109" y="2276"/>
                  <a:pt x="5102" y="2290"/>
                  <a:pt x="5093" y="2303"/>
                </a:cubicBezTo>
                <a:cubicBezTo>
                  <a:pt x="5085" y="2316"/>
                  <a:pt x="5075" y="2328"/>
                  <a:pt x="5064" y="2339"/>
                </a:cubicBezTo>
                <a:cubicBezTo>
                  <a:pt x="5053" y="2350"/>
                  <a:pt x="5041" y="2360"/>
                  <a:pt x="5028" y="2369"/>
                </a:cubicBezTo>
                <a:cubicBezTo>
                  <a:pt x="5015" y="2377"/>
                  <a:pt x="5001" y="2385"/>
                  <a:pt x="4987" y="2391"/>
                </a:cubicBezTo>
                <a:cubicBezTo>
                  <a:pt x="4972" y="2397"/>
                  <a:pt x="4957" y="2401"/>
                  <a:pt x="4942" y="2404"/>
                </a:cubicBezTo>
                <a:cubicBezTo>
                  <a:pt x="4927" y="2407"/>
                  <a:pt x="4911" y="2409"/>
                  <a:pt x="4895" y="2409"/>
                </a:cubicBezTo>
                <a:lnTo>
                  <a:pt x="238" y="2409"/>
                </a:lnTo>
                <a:cubicBezTo>
                  <a:pt x="222" y="2409"/>
                  <a:pt x="207" y="2407"/>
                  <a:pt x="191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8" y="2377"/>
                  <a:pt x="105" y="2369"/>
                </a:cubicBezTo>
                <a:cubicBezTo>
                  <a:pt x="92" y="2360"/>
                  <a:pt x="80" y="2350"/>
                  <a:pt x="69" y="2339"/>
                </a:cubicBezTo>
                <a:cubicBezTo>
                  <a:pt x="58" y="2328"/>
                  <a:pt x="48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7"/>
                  <a:pt x="7" y="2233"/>
                  <a:pt x="4" y="2217"/>
                </a:cubicBezTo>
                <a:cubicBezTo>
                  <a:pt x="1" y="2202"/>
                  <a:pt x="0" y="2186"/>
                  <a:pt x="0" y="2171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4429080" y="1780920"/>
            <a:ext cx="1848240" cy="867240"/>
          </a:xfrm>
          <a:custGeom>
            <a:avLst/>
            <a:gdLst/>
            <a:ahLst/>
            <a:rect l="0" t="0" r="r" b="b"/>
            <a:pathLst>
              <a:path w="5134" h="2409">
                <a:moveTo>
                  <a:pt x="0" y="2171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4895" y="0"/>
                </a:lnTo>
                <a:cubicBezTo>
                  <a:pt x="4911" y="0"/>
                  <a:pt x="4927" y="2"/>
                  <a:pt x="4942" y="5"/>
                </a:cubicBezTo>
                <a:cubicBezTo>
                  <a:pt x="4957" y="8"/>
                  <a:pt x="4972" y="12"/>
                  <a:pt x="4987" y="18"/>
                </a:cubicBezTo>
                <a:cubicBezTo>
                  <a:pt x="5001" y="24"/>
                  <a:pt x="5015" y="32"/>
                  <a:pt x="5028" y="40"/>
                </a:cubicBezTo>
                <a:cubicBezTo>
                  <a:pt x="5041" y="49"/>
                  <a:pt x="5053" y="59"/>
                  <a:pt x="5064" y="70"/>
                </a:cubicBezTo>
                <a:cubicBezTo>
                  <a:pt x="5075" y="81"/>
                  <a:pt x="5085" y="93"/>
                  <a:pt x="5093" y="106"/>
                </a:cubicBezTo>
                <a:cubicBezTo>
                  <a:pt x="5102" y="119"/>
                  <a:pt x="5109" y="133"/>
                  <a:pt x="5115" y="147"/>
                </a:cubicBezTo>
                <a:cubicBezTo>
                  <a:pt x="5121" y="162"/>
                  <a:pt x="5126" y="177"/>
                  <a:pt x="5129" y="192"/>
                </a:cubicBezTo>
                <a:cubicBezTo>
                  <a:pt x="5132" y="207"/>
                  <a:pt x="5134" y="223"/>
                  <a:pt x="5134" y="238"/>
                </a:cubicBezTo>
                <a:lnTo>
                  <a:pt x="5134" y="2171"/>
                </a:lnTo>
                <a:cubicBezTo>
                  <a:pt x="5134" y="2186"/>
                  <a:pt x="5132" y="2202"/>
                  <a:pt x="5129" y="2217"/>
                </a:cubicBezTo>
                <a:cubicBezTo>
                  <a:pt x="5126" y="2233"/>
                  <a:pt x="5121" y="2247"/>
                  <a:pt x="5115" y="2262"/>
                </a:cubicBezTo>
                <a:cubicBezTo>
                  <a:pt x="5109" y="2276"/>
                  <a:pt x="5102" y="2290"/>
                  <a:pt x="5093" y="2303"/>
                </a:cubicBezTo>
                <a:cubicBezTo>
                  <a:pt x="5085" y="2316"/>
                  <a:pt x="5075" y="2328"/>
                  <a:pt x="5064" y="2339"/>
                </a:cubicBezTo>
                <a:cubicBezTo>
                  <a:pt x="5053" y="2350"/>
                  <a:pt x="5041" y="2360"/>
                  <a:pt x="5028" y="2369"/>
                </a:cubicBezTo>
                <a:cubicBezTo>
                  <a:pt x="5015" y="2377"/>
                  <a:pt x="5001" y="2385"/>
                  <a:pt x="4987" y="2391"/>
                </a:cubicBezTo>
                <a:cubicBezTo>
                  <a:pt x="4972" y="2397"/>
                  <a:pt x="4957" y="2401"/>
                  <a:pt x="4942" y="2404"/>
                </a:cubicBezTo>
                <a:cubicBezTo>
                  <a:pt x="4927" y="2407"/>
                  <a:pt x="4911" y="2409"/>
                  <a:pt x="4895" y="2409"/>
                </a:cubicBezTo>
                <a:lnTo>
                  <a:pt x="238" y="2409"/>
                </a:lnTo>
                <a:cubicBezTo>
                  <a:pt x="222" y="2409"/>
                  <a:pt x="207" y="2407"/>
                  <a:pt x="191" y="2404"/>
                </a:cubicBezTo>
                <a:cubicBezTo>
                  <a:pt x="176" y="2401"/>
                  <a:pt x="161" y="2397"/>
                  <a:pt x="147" y="2391"/>
                </a:cubicBezTo>
                <a:cubicBezTo>
                  <a:pt x="132" y="2385"/>
                  <a:pt x="118" y="2377"/>
                  <a:pt x="105" y="2369"/>
                </a:cubicBezTo>
                <a:cubicBezTo>
                  <a:pt x="92" y="2360"/>
                  <a:pt x="80" y="2350"/>
                  <a:pt x="69" y="2339"/>
                </a:cubicBezTo>
                <a:cubicBezTo>
                  <a:pt x="58" y="2328"/>
                  <a:pt x="48" y="2316"/>
                  <a:pt x="40" y="2303"/>
                </a:cubicBezTo>
                <a:cubicBezTo>
                  <a:pt x="31" y="2290"/>
                  <a:pt x="24" y="2276"/>
                  <a:pt x="18" y="2262"/>
                </a:cubicBezTo>
                <a:cubicBezTo>
                  <a:pt x="12" y="2247"/>
                  <a:pt x="7" y="2233"/>
                  <a:pt x="4" y="2217"/>
                </a:cubicBezTo>
                <a:cubicBezTo>
                  <a:pt x="1" y="2202"/>
                  <a:pt x="0" y="2186"/>
                  <a:pt x="0" y="2171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3992040" y="206352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946760" y="1947600"/>
            <a:ext cx="8810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4610880" y="2301480"/>
            <a:ext cx="16003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→ RawFrame (YUV)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7067520" y="1285560"/>
            <a:ext cx="2419560" cy="886320"/>
          </a:xfrm>
          <a:custGeom>
            <a:avLst/>
            <a:gdLst/>
            <a:ahLst/>
            <a:rect l="0" t="0" r="r" b="b"/>
            <a:pathLst>
              <a:path w="6721" h="2462">
                <a:moveTo>
                  <a:pt x="20" y="165"/>
                </a:moveTo>
                <a:cubicBezTo>
                  <a:pt x="33" y="132"/>
                  <a:pt x="52" y="103"/>
                  <a:pt x="77" y="78"/>
                </a:cubicBezTo>
                <a:cubicBezTo>
                  <a:pt x="102" y="53"/>
                  <a:pt x="130" y="34"/>
                  <a:pt x="163" y="21"/>
                </a:cubicBezTo>
                <a:cubicBezTo>
                  <a:pt x="195" y="7"/>
                  <a:pt x="229" y="0"/>
                  <a:pt x="264" y="0"/>
                </a:cubicBezTo>
                <a:lnTo>
                  <a:pt x="6456" y="0"/>
                </a:lnTo>
                <a:cubicBezTo>
                  <a:pt x="6492" y="0"/>
                  <a:pt x="6525" y="7"/>
                  <a:pt x="6558" y="21"/>
                </a:cubicBezTo>
                <a:cubicBezTo>
                  <a:pt x="6590" y="34"/>
                  <a:pt x="6619" y="53"/>
                  <a:pt x="6644" y="78"/>
                </a:cubicBezTo>
                <a:cubicBezTo>
                  <a:pt x="6668" y="103"/>
                  <a:pt x="6687" y="132"/>
                  <a:pt x="6701" y="165"/>
                </a:cubicBezTo>
                <a:cubicBezTo>
                  <a:pt x="6714" y="197"/>
                  <a:pt x="6721" y="231"/>
                  <a:pt x="6721" y="266"/>
                </a:cubicBezTo>
                <a:lnTo>
                  <a:pt x="6721" y="2197"/>
                </a:lnTo>
                <a:cubicBezTo>
                  <a:pt x="6721" y="2233"/>
                  <a:pt x="6714" y="2266"/>
                  <a:pt x="6701" y="2299"/>
                </a:cubicBezTo>
                <a:cubicBezTo>
                  <a:pt x="6687" y="2331"/>
                  <a:pt x="6668" y="2360"/>
                  <a:pt x="6644" y="2385"/>
                </a:cubicBezTo>
                <a:cubicBezTo>
                  <a:pt x="6619" y="2409"/>
                  <a:pt x="6590" y="2428"/>
                  <a:pt x="6558" y="2442"/>
                </a:cubicBezTo>
                <a:cubicBezTo>
                  <a:pt x="6525" y="2455"/>
                  <a:pt x="6491" y="2462"/>
                  <a:pt x="6456" y="2462"/>
                </a:cubicBezTo>
                <a:lnTo>
                  <a:pt x="264" y="2462"/>
                </a:lnTo>
                <a:cubicBezTo>
                  <a:pt x="229" y="2462"/>
                  <a:pt x="195" y="2455"/>
                  <a:pt x="163" y="2442"/>
                </a:cubicBezTo>
                <a:cubicBezTo>
                  <a:pt x="130" y="2428"/>
                  <a:pt x="102" y="2409"/>
                  <a:pt x="77" y="2385"/>
                </a:cubicBezTo>
                <a:cubicBezTo>
                  <a:pt x="52" y="2360"/>
                  <a:pt x="33" y="2331"/>
                  <a:pt x="20" y="2299"/>
                </a:cubicBezTo>
                <a:cubicBezTo>
                  <a:pt x="6" y="2266"/>
                  <a:pt x="0" y="2233"/>
                  <a:pt x="0" y="2197"/>
                </a:cubicBezTo>
                <a:lnTo>
                  <a:pt x="0" y="266"/>
                </a:lnTo>
                <a:cubicBezTo>
                  <a:pt x="0" y="231"/>
                  <a:pt x="6" y="197"/>
                  <a:pt x="20" y="165"/>
                </a:cubicBezTo>
                <a:close/>
              </a:path>
            </a:pathLst>
          </a:custGeom>
          <a:solidFill>
            <a:srgbClr val="fafa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7095240" y="1285560"/>
            <a:ext cx="2364120" cy="41760"/>
          </a:xfrm>
          <a:custGeom>
            <a:avLst/>
            <a:gdLst/>
            <a:ahLst/>
            <a:rect l="0" t="0" r="r" b="b"/>
            <a:pathLst>
              <a:path w="6567" h="116">
                <a:moveTo>
                  <a:pt x="6529" y="116"/>
                </a:moveTo>
                <a:cubicBezTo>
                  <a:pt x="6523" y="110"/>
                  <a:pt x="6517" y="105"/>
                  <a:pt x="6511" y="100"/>
                </a:cubicBezTo>
                <a:lnTo>
                  <a:pt x="6544" y="58"/>
                </a:lnTo>
                <a:cubicBezTo>
                  <a:pt x="6552" y="65"/>
                  <a:pt x="6559" y="72"/>
                  <a:pt x="6567" y="79"/>
                </a:cubicBezTo>
                <a:lnTo>
                  <a:pt x="6529" y="116"/>
                </a:lnTo>
                <a:moveTo>
                  <a:pt x="6379" y="54"/>
                </a:moveTo>
                <a:lnTo>
                  <a:pt x="6274" y="54"/>
                </a:lnTo>
                <a:lnTo>
                  <a:pt x="6274" y="0"/>
                </a:lnTo>
                <a:lnTo>
                  <a:pt x="6379" y="0"/>
                </a:lnTo>
                <a:cubicBezTo>
                  <a:pt x="6399" y="0"/>
                  <a:pt x="6418" y="2"/>
                  <a:pt x="6437" y="7"/>
                </a:cubicBezTo>
                <a:lnTo>
                  <a:pt x="6425" y="59"/>
                </a:lnTo>
                <a:cubicBezTo>
                  <a:pt x="6410" y="56"/>
                  <a:pt x="6395" y="54"/>
                  <a:pt x="6379" y="54"/>
                </a:cubicBezTo>
                <a:moveTo>
                  <a:pt x="6009" y="54"/>
                </a:moveTo>
                <a:lnTo>
                  <a:pt x="6009" y="0"/>
                </a:lnTo>
                <a:lnTo>
                  <a:pt x="6168" y="0"/>
                </a:lnTo>
                <a:lnTo>
                  <a:pt x="6168" y="54"/>
                </a:lnTo>
                <a:lnTo>
                  <a:pt x="6009" y="54"/>
                </a:lnTo>
                <a:moveTo>
                  <a:pt x="5744" y="54"/>
                </a:moveTo>
                <a:lnTo>
                  <a:pt x="5744" y="0"/>
                </a:lnTo>
                <a:lnTo>
                  <a:pt x="5903" y="0"/>
                </a:lnTo>
                <a:lnTo>
                  <a:pt x="5903" y="54"/>
                </a:lnTo>
                <a:lnTo>
                  <a:pt x="5744" y="54"/>
                </a:lnTo>
                <a:moveTo>
                  <a:pt x="5480" y="54"/>
                </a:moveTo>
                <a:lnTo>
                  <a:pt x="5480" y="0"/>
                </a:lnTo>
                <a:lnTo>
                  <a:pt x="5639" y="0"/>
                </a:lnTo>
                <a:lnTo>
                  <a:pt x="5639" y="54"/>
                </a:lnTo>
                <a:lnTo>
                  <a:pt x="5480" y="54"/>
                </a:lnTo>
                <a:moveTo>
                  <a:pt x="5215" y="54"/>
                </a:moveTo>
                <a:lnTo>
                  <a:pt x="5215" y="0"/>
                </a:lnTo>
                <a:lnTo>
                  <a:pt x="5374" y="0"/>
                </a:lnTo>
                <a:lnTo>
                  <a:pt x="5374" y="54"/>
                </a:lnTo>
                <a:lnTo>
                  <a:pt x="5215" y="54"/>
                </a:lnTo>
                <a:moveTo>
                  <a:pt x="4951" y="54"/>
                </a:moveTo>
                <a:lnTo>
                  <a:pt x="4951" y="0"/>
                </a:lnTo>
                <a:lnTo>
                  <a:pt x="5109" y="0"/>
                </a:lnTo>
                <a:lnTo>
                  <a:pt x="5109" y="54"/>
                </a:lnTo>
                <a:lnTo>
                  <a:pt x="4951" y="54"/>
                </a:lnTo>
                <a:moveTo>
                  <a:pt x="4686" y="54"/>
                </a:moveTo>
                <a:lnTo>
                  <a:pt x="4686" y="0"/>
                </a:lnTo>
                <a:lnTo>
                  <a:pt x="4845" y="0"/>
                </a:lnTo>
                <a:lnTo>
                  <a:pt x="4845" y="54"/>
                </a:lnTo>
                <a:lnTo>
                  <a:pt x="4686" y="54"/>
                </a:lnTo>
                <a:moveTo>
                  <a:pt x="4421" y="54"/>
                </a:moveTo>
                <a:lnTo>
                  <a:pt x="4421" y="0"/>
                </a:lnTo>
                <a:lnTo>
                  <a:pt x="4580" y="0"/>
                </a:lnTo>
                <a:lnTo>
                  <a:pt x="4580" y="54"/>
                </a:lnTo>
                <a:lnTo>
                  <a:pt x="4421" y="54"/>
                </a:lnTo>
                <a:moveTo>
                  <a:pt x="4157" y="54"/>
                </a:moveTo>
                <a:lnTo>
                  <a:pt x="4157" y="0"/>
                </a:lnTo>
                <a:lnTo>
                  <a:pt x="4316" y="0"/>
                </a:lnTo>
                <a:lnTo>
                  <a:pt x="4316" y="54"/>
                </a:lnTo>
                <a:lnTo>
                  <a:pt x="4157" y="54"/>
                </a:lnTo>
                <a:moveTo>
                  <a:pt x="3892" y="54"/>
                </a:moveTo>
                <a:lnTo>
                  <a:pt x="3892" y="0"/>
                </a:lnTo>
                <a:lnTo>
                  <a:pt x="4051" y="0"/>
                </a:lnTo>
                <a:lnTo>
                  <a:pt x="4051" y="54"/>
                </a:lnTo>
                <a:lnTo>
                  <a:pt x="3892" y="54"/>
                </a:lnTo>
                <a:moveTo>
                  <a:pt x="3628" y="54"/>
                </a:moveTo>
                <a:lnTo>
                  <a:pt x="3628" y="0"/>
                </a:lnTo>
                <a:lnTo>
                  <a:pt x="3786" y="0"/>
                </a:lnTo>
                <a:lnTo>
                  <a:pt x="3786" y="54"/>
                </a:lnTo>
                <a:lnTo>
                  <a:pt x="3628" y="54"/>
                </a:lnTo>
                <a:moveTo>
                  <a:pt x="3363" y="54"/>
                </a:moveTo>
                <a:lnTo>
                  <a:pt x="3363" y="0"/>
                </a:lnTo>
                <a:lnTo>
                  <a:pt x="3522" y="0"/>
                </a:lnTo>
                <a:lnTo>
                  <a:pt x="3522" y="54"/>
                </a:lnTo>
                <a:lnTo>
                  <a:pt x="3363" y="54"/>
                </a:lnTo>
                <a:moveTo>
                  <a:pt x="3098" y="54"/>
                </a:moveTo>
                <a:lnTo>
                  <a:pt x="3098" y="0"/>
                </a:lnTo>
                <a:lnTo>
                  <a:pt x="3256" y="0"/>
                </a:lnTo>
                <a:lnTo>
                  <a:pt x="3256" y="54"/>
                </a:lnTo>
                <a:lnTo>
                  <a:pt x="3098" y="54"/>
                </a:lnTo>
                <a:moveTo>
                  <a:pt x="2833" y="54"/>
                </a:moveTo>
                <a:lnTo>
                  <a:pt x="2833" y="0"/>
                </a:lnTo>
                <a:lnTo>
                  <a:pt x="2992" y="0"/>
                </a:lnTo>
                <a:lnTo>
                  <a:pt x="2992" y="54"/>
                </a:lnTo>
                <a:lnTo>
                  <a:pt x="2833" y="54"/>
                </a:lnTo>
                <a:moveTo>
                  <a:pt x="2568" y="54"/>
                </a:moveTo>
                <a:lnTo>
                  <a:pt x="2568" y="0"/>
                </a:lnTo>
                <a:lnTo>
                  <a:pt x="2727" y="0"/>
                </a:lnTo>
                <a:lnTo>
                  <a:pt x="2727" y="54"/>
                </a:lnTo>
                <a:lnTo>
                  <a:pt x="2568" y="54"/>
                </a:lnTo>
                <a:moveTo>
                  <a:pt x="2304" y="54"/>
                </a:moveTo>
                <a:lnTo>
                  <a:pt x="2304" y="0"/>
                </a:lnTo>
                <a:lnTo>
                  <a:pt x="2463" y="0"/>
                </a:lnTo>
                <a:lnTo>
                  <a:pt x="2463" y="54"/>
                </a:lnTo>
                <a:lnTo>
                  <a:pt x="2304" y="54"/>
                </a:lnTo>
                <a:moveTo>
                  <a:pt x="2039" y="54"/>
                </a:moveTo>
                <a:lnTo>
                  <a:pt x="2039" y="0"/>
                </a:lnTo>
                <a:lnTo>
                  <a:pt x="2198" y="0"/>
                </a:lnTo>
                <a:lnTo>
                  <a:pt x="2198" y="54"/>
                </a:lnTo>
                <a:lnTo>
                  <a:pt x="2039" y="54"/>
                </a:lnTo>
                <a:moveTo>
                  <a:pt x="1775" y="54"/>
                </a:moveTo>
                <a:lnTo>
                  <a:pt x="1775" y="0"/>
                </a:lnTo>
                <a:lnTo>
                  <a:pt x="1933" y="0"/>
                </a:lnTo>
                <a:lnTo>
                  <a:pt x="1933" y="54"/>
                </a:lnTo>
                <a:lnTo>
                  <a:pt x="1775" y="54"/>
                </a:lnTo>
                <a:moveTo>
                  <a:pt x="1510" y="54"/>
                </a:moveTo>
                <a:lnTo>
                  <a:pt x="1510" y="0"/>
                </a:lnTo>
                <a:lnTo>
                  <a:pt x="1669" y="0"/>
                </a:lnTo>
                <a:lnTo>
                  <a:pt x="1669" y="54"/>
                </a:lnTo>
                <a:lnTo>
                  <a:pt x="1510" y="54"/>
                </a:lnTo>
                <a:moveTo>
                  <a:pt x="1245" y="54"/>
                </a:moveTo>
                <a:lnTo>
                  <a:pt x="1245" y="0"/>
                </a:lnTo>
                <a:lnTo>
                  <a:pt x="1404" y="0"/>
                </a:lnTo>
                <a:lnTo>
                  <a:pt x="1404" y="54"/>
                </a:lnTo>
                <a:lnTo>
                  <a:pt x="1245" y="54"/>
                </a:lnTo>
                <a:moveTo>
                  <a:pt x="981" y="54"/>
                </a:moveTo>
                <a:lnTo>
                  <a:pt x="981" y="0"/>
                </a:lnTo>
                <a:lnTo>
                  <a:pt x="1140" y="0"/>
                </a:lnTo>
                <a:lnTo>
                  <a:pt x="1140" y="54"/>
                </a:lnTo>
                <a:lnTo>
                  <a:pt x="981" y="54"/>
                </a:lnTo>
                <a:moveTo>
                  <a:pt x="716" y="54"/>
                </a:moveTo>
                <a:lnTo>
                  <a:pt x="716" y="0"/>
                </a:lnTo>
                <a:lnTo>
                  <a:pt x="875" y="0"/>
                </a:lnTo>
                <a:lnTo>
                  <a:pt x="875" y="54"/>
                </a:lnTo>
                <a:lnTo>
                  <a:pt x="716" y="54"/>
                </a:lnTo>
                <a:moveTo>
                  <a:pt x="452" y="54"/>
                </a:moveTo>
                <a:lnTo>
                  <a:pt x="452" y="0"/>
                </a:lnTo>
                <a:lnTo>
                  <a:pt x="610" y="0"/>
                </a:lnTo>
                <a:lnTo>
                  <a:pt x="610" y="54"/>
                </a:lnTo>
                <a:lnTo>
                  <a:pt x="452" y="54"/>
                </a:lnTo>
                <a:moveTo>
                  <a:pt x="187" y="54"/>
                </a:moveTo>
                <a:cubicBezTo>
                  <a:pt x="186" y="54"/>
                  <a:pt x="184" y="54"/>
                  <a:pt x="183" y="54"/>
                </a:cubicBezTo>
                <a:lnTo>
                  <a:pt x="182" y="0"/>
                </a:lnTo>
                <a:cubicBezTo>
                  <a:pt x="184" y="0"/>
                  <a:pt x="185" y="0"/>
                  <a:pt x="187" y="0"/>
                </a:cubicBezTo>
                <a:lnTo>
                  <a:pt x="346" y="0"/>
                </a:lnTo>
                <a:lnTo>
                  <a:pt x="346" y="54"/>
                </a:lnTo>
                <a:lnTo>
                  <a:pt x="187" y="54"/>
                </a:lnTo>
                <a:moveTo>
                  <a:pt x="37" y="116"/>
                </a:moveTo>
                <a:lnTo>
                  <a:pt x="0" y="79"/>
                </a:lnTo>
                <a:cubicBezTo>
                  <a:pt x="20" y="59"/>
                  <a:pt x="43" y="42"/>
                  <a:pt x="68" y="30"/>
                </a:cubicBezTo>
                <a:lnTo>
                  <a:pt x="92" y="77"/>
                </a:lnTo>
                <a:cubicBezTo>
                  <a:pt x="72" y="87"/>
                  <a:pt x="54" y="100"/>
                  <a:pt x="37" y="116"/>
                </a:cubicBez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7096320" y="2130840"/>
            <a:ext cx="2346840" cy="41040"/>
          </a:xfrm>
          <a:custGeom>
            <a:avLst/>
            <a:gdLst/>
            <a:ahLst/>
            <a:rect l="0" t="0" r="r" b="b"/>
            <a:pathLst>
              <a:path w="6519" h="114">
                <a:moveTo>
                  <a:pt x="103" y="44"/>
                </a:moveTo>
                <a:cubicBezTo>
                  <a:pt x="123" y="52"/>
                  <a:pt x="143" y="57"/>
                  <a:pt x="164" y="59"/>
                </a:cubicBezTo>
                <a:lnTo>
                  <a:pt x="159" y="113"/>
                </a:lnTo>
                <a:cubicBezTo>
                  <a:pt x="133" y="110"/>
                  <a:pt x="107" y="104"/>
                  <a:pt x="83" y="94"/>
                </a:cubicBezTo>
                <a:cubicBezTo>
                  <a:pt x="52" y="81"/>
                  <a:pt x="24" y="62"/>
                  <a:pt x="0" y="38"/>
                </a:cubicBezTo>
                <a:lnTo>
                  <a:pt x="36" y="0"/>
                </a:lnTo>
                <a:cubicBezTo>
                  <a:pt x="56" y="19"/>
                  <a:pt x="78" y="34"/>
                  <a:pt x="103" y="44"/>
                </a:cubicBezTo>
                <a:moveTo>
                  <a:pt x="425" y="60"/>
                </a:moveTo>
                <a:lnTo>
                  <a:pt x="425" y="114"/>
                </a:lnTo>
                <a:lnTo>
                  <a:pt x="266" y="114"/>
                </a:lnTo>
                <a:lnTo>
                  <a:pt x="266" y="60"/>
                </a:lnTo>
                <a:lnTo>
                  <a:pt x="425" y="60"/>
                </a:lnTo>
                <a:moveTo>
                  <a:pt x="689" y="60"/>
                </a:moveTo>
                <a:lnTo>
                  <a:pt x="689" y="114"/>
                </a:lnTo>
                <a:lnTo>
                  <a:pt x="531" y="114"/>
                </a:lnTo>
                <a:lnTo>
                  <a:pt x="531" y="60"/>
                </a:lnTo>
                <a:lnTo>
                  <a:pt x="689" y="60"/>
                </a:lnTo>
                <a:moveTo>
                  <a:pt x="954" y="60"/>
                </a:moveTo>
                <a:lnTo>
                  <a:pt x="954" y="114"/>
                </a:lnTo>
                <a:lnTo>
                  <a:pt x="795" y="114"/>
                </a:lnTo>
                <a:lnTo>
                  <a:pt x="795" y="60"/>
                </a:lnTo>
                <a:lnTo>
                  <a:pt x="954" y="60"/>
                </a:lnTo>
                <a:moveTo>
                  <a:pt x="1218" y="60"/>
                </a:moveTo>
                <a:lnTo>
                  <a:pt x="1218" y="114"/>
                </a:lnTo>
                <a:lnTo>
                  <a:pt x="1060" y="114"/>
                </a:lnTo>
                <a:lnTo>
                  <a:pt x="1060" y="60"/>
                </a:lnTo>
                <a:lnTo>
                  <a:pt x="1218" y="60"/>
                </a:lnTo>
                <a:moveTo>
                  <a:pt x="1483" y="60"/>
                </a:moveTo>
                <a:lnTo>
                  <a:pt x="1483" y="114"/>
                </a:lnTo>
                <a:lnTo>
                  <a:pt x="1324" y="114"/>
                </a:lnTo>
                <a:lnTo>
                  <a:pt x="1324" y="60"/>
                </a:lnTo>
                <a:lnTo>
                  <a:pt x="1483" y="60"/>
                </a:lnTo>
                <a:moveTo>
                  <a:pt x="1748" y="60"/>
                </a:moveTo>
                <a:lnTo>
                  <a:pt x="1748" y="114"/>
                </a:lnTo>
                <a:lnTo>
                  <a:pt x="1589" y="114"/>
                </a:lnTo>
                <a:lnTo>
                  <a:pt x="1589" y="60"/>
                </a:lnTo>
                <a:lnTo>
                  <a:pt x="1748" y="60"/>
                </a:lnTo>
                <a:moveTo>
                  <a:pt x="2012" y="60"/>
                </a:moveTo>
                <a:lnTo>
                  <a:pt x="2012" y="114"/>
                </a:lnTo>
                <a:lnTo>
                  <a:pt x="1853" y="114"/>
                </a:lnTo>
                <a:lnTo>
                  <a:pt x="1853" y="60"/>
                </a:lnTo>
                <a:lnTo>
                  <a:pt x="2012" y="60"/>
                </a:lnTo>
                <a:moveTo>
                  <a:pt x="2277" y="60"/>
                </a:moveTo>
                <a:lnTo>
                  <a:pt x="2277" y="114"/>
                </a:lnTo>
                <a:lnTo>
                  <a:pt x="2118" y="114"/>
                </a:lnTo>
                <a:lnTo>
                  <a:pt x="2118" y="60"/>
                </a:lnTo>
                <a:lnTo>
                  <a:pt x="2277" y="60"/>
                </a:lnTo>
                <a:moveTo>
                  <a:pt x="2541" y="60"/>
                </a:moveTo>
                <a:lnTo>
                  <a:pt x="2541" y="114"/>
                </a:lnTo>
                <a:lnTo>
                  <a:pt x="2383" y="114"/>
                </a:lnTo>
                <a:lnTo>
                  <a:pt x="2383" y="60"/>
                </a:lnTo>
                <a:lnTo>
                  <a:pt x="2541" y="60"/>
                </a:lnTo>
                <a:moveTo>
                  <a:pt x="2806" y="60"/>
                </a:moveTo>
                <a:lnTo>
                  <a:pt x="2806" y="114"/>
                </a:lnTo>
                <a:lnTo>
                  <a:pt x="2647" y="114"/>
                </a:lnTo>
                <a:lnTo>
                  <a:pt x="2647" y="60"/>
                </a:lnTo>
                <a:lnTo>
                  <a:pt x="2806" y="60"/>
                </a:lnTo>
                <a:moveTo>
                  <a:pt x="3071" y="60"/>
                </a:moveTo>
                <a:lnTo>
                  <a:pt x="3071" y="114"/>
                </a:lnTo>
                <a:lnTo>
                  <a:pt x="2912" y="114"/>
                </a:lnTo>
                <a:lnTo>
                  <a:pt x="2912" y="60"/>
                </a:lnTo>
                <a:lnTo>
                  <a:pt x="3071" y="60"/>
                </a:lnTo>
                <a:moveTo>
                  <a:pt x="3336" y="60"/>
                </a:moveTo>
                <a:lnTo>
                  <a:pt x="3336" y="114"/>
                </a:lnTo>
                <a:lnTo>
                  <a:pt x="3177" y="114"/>
                </a:lnTo>
                <a:lnTo>
                  <a:pt x="3177" y="60"/>
                </a:lnTo>
                <a:lnTo>
                  <a:pt x="3336" y="60"/>
                </a:lnTo>
                <a:moveTo>
                  <a:pt x="3601" y="60"/>
                </a:moveTo>
                <a:lnTo>
                  <a:pt x="3601" y="114"/>
                </a:lnTo>
                <a:lnTo>
                  <a:pt x="3442" y="114"/>
                </a:lnTo>
                <a:lnTo>
                  <a:pt x="3442" y="60"/>
                </a:lnTo>
                <a:lnTo>
                  <a:pt x="3601" y="60"/>
                </a:lnTo>
                <a:moveTo>
                  <a:pt x="3865" y="60"/>
                </a:moveTo>
                <a:lnTo>
                  <a:pt x="3865" y="114"/>
                </a:lnTo>
                <a:lnTo>
                  <a:pt x="3707" y="114"/>
                </a:lnTo>
                <a:lnTo>
                  <a:pt x="3707" y="60"/>
                </a:lnTo>
                <a:lnTo>
                  <a:pt x="3865" y="60"/>
                </a:lnTo>
                <a:moveTo>
                  <a:pt x="4130" y="60"/>
                </a:moveTo>
                <a:lnTo>
                  <a:pt x="4130" y="114"/>
                </a:lnTo>
                <a:lnTo>
                  <a:pt x="3971" y="114"/>
                </a:lnTo>
                <a:lnTo>
                  <a:pt x="3971" y="60"/>
                </a:lnTo>
                <a:lnTo>
                  <a:pt x="4130" y="60"/>
                </a:lnTo>
                <a:moveTo>
                  <a:pt x="4394" y="60"/>
                </a:moveTo>
                <a:lnTo>
                  <a:pt x="4394" y="114"/>
                </a:lnTo>
                <a:lnTo>
                  <a:pt x="4236" y="114"/>
                </a:lnTo>
                <a:lnTo>
                  <a:pt x="4236" y="60"/>
                </a:lnTo>
                <a:lnTo>
                  <a:pt x="4394" y="60"/>
                </a:lnTo>
                <a:moveTo>
                  <a:pt x="4659" y="60"/>
                </a:moveTo>
                <a:lnTo>
                  <a:pt x="4659" y="114"/>
                </a:lnTo>
                <a:lnTo>
                  <a:pt x="4500" y="114"/>
                </a:lnTo>
                <a:lnTo>
                  <a:pt x="4500" y="60"/>
                </a:lnTo>
                <a:lnTo>
                  <a:pt x="4659" y="60"/>
                </a:lnTo>
                <a:moveTo>
                  <a:pt x="4924" y="60"/>
                </a:moveTo>
                <a:lnTo>
                  <a:pt x="4924" y="114"/>
                </a:lnTo>
                <a:lnTo>
                  <a:pt x="4765" y="114"/>
                </a:lnTo>
                <a:lnTo>
                  <a:pt x="4765" y="60"/>
                </a:lnTo>
                <a:lnTo>
                  <a:pt x="4924" y="60"/>
                </a:lnTo>
                <a:moveTo>
                  <a:pt x="5188" y="60"/>
                </a:moveTo>
                <a:lnTo>
                  <a:pt x="5188" y="114"/>
                </a:lnTo>
                <a:lnTo>
                  <a:pt x="5029" y="114"/>
                </a:lnTo>
                <a:lnTo>
                  <a:pt x="5029" y="60"/>
                </a:lnTo>
                <a:lnTo>
                  <a:pt x="5188" y="60"/>
                </a:lnTo>
                <a:moveTo>
                  <a:pt x="5453" y="60"/>
                </a:moveTo>
                <a:lnTo>
                  <a:pt x="5453" y="114"/>
                </a:lnTo>
                <a:lnTo>
                  <a:pt x="5294" y="114"/>
                </a:lnTo>
                <a:lnTo>
                  <a:pt x="5294" y="60"/>
                </a:lnTo>
                <a:lnTo>
                  <a:pt x="5453" y="60"/>
                </a:lnTo>
                <a:moveTo>
                  <a:pt x="5717" y="60"/>
                </a:moveTo>
                <a:lnTo>
                  <a:pt x="5717" y="114"/>
                </a:lnTo>
                <a:lnTo>
                  <a:pt x="5559" y="114"/>
                </a:lnTo>
                <a:lnTo>
                  <a:pt x="5559" y="60"/>
                </a:lnTo>
                <a:lnTo>
                  <a:pt x="5717" y="60"/>
                </a:lnTo>
                <a:moveTo>
                  <a:pt x="5982" y="60"/>
                </a:moveTo>
                <a:lnTo>
                  <a:pt x="5982" y="114"/>
                </a:lnTo>
                <a:lnTo>
                  <a:pt x="5823" y="114"/>
                </a:lnTo>
                <a:lnTo>
                  <a:pt x="5823" y="60"/>
                </a:lnTo>
                <a:lnTo>
                  <a:pt x="5982" y="60"/>
                </a:lnTo>
                <a:moveTo>
                  <a:pt x="6247" y="60"/>
                </a:moveTo>
                <a:lnTo>
                  <a:pt x="6247" y="114"/>
                </a:lnTo>
                <a:lnTo>
                  <a:pt x="6088" y="114"/>
                </a:lnTo>
                <a:lnTo>
                  <a:pt x="6088" y="60"/>
                </a:lnTo>
                <a:lnTo>
                  <a:pt x="6247" y="60"/>
                </a:lnTo>
                <a:moveTo>
                  <a:pt x="6376" y="60"/>
                </a:moveTo>
                <a:cubicBezTo>
                  <a:pt x="6404" y="60"/>
                  <a:pt x="6431" y="55"/>
                  <a:pt x="6457" y="44"/>
                </a:cubicBezTo>
                <a:cubicBezTo>
                  <a:pt x="6469" y="39"/>
                  <a:pt x="6480" y="34"/>
                  <a:pt x="6490" y="27"/>
                </a:cubicBezTo>
                <a:lnTo>
                  <a:pt x="6519" y="72"/>
                </a:lnTo>
                <a:cubicBezTo>
                  <a:pt x="6506" y="81"/>
                  <a:pt x="6492" y="88"/>
                  <a:pt x="6478" y="94"/>
                </a:cubicBezTo>
                <a:cubicBezTo>
                  <a:pt x="6445" y="107"/>
                  <a:pt x="6411" y="114"/>
                  <a:pt x="6376" y="114"/>
                </a:cubicBezTo>
                <a:lnTo>
                  <a:pt x="6352" y="114"/>
                </a:lnTo>
                <a:lnTo>
                  <a:pt x="6352" y="60"/>
                </a:lnTo>
                <a:lnTo>
                  <a:pt x="6376" y="6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9445320" y="1313640"/>
            <a:ext cx="41760" cy="812880"/>
          </a:xfrm>
          <a:custGeom>
            <a:avLst/>
            <a:gdLst/>
            <a:ahLst/>
            <a:rect l="0" t="0" r="r" b="b"/>
            <a:pathLst>
              <a:path w="116" h="2258">
                <a:moveTo>
                  <a:pt x="47" y="2200"/>
                </a:moveTo>
                <a:cubicBezTo>
                  <a:pt x="58" y="2174"/>
                  <a:pt x="63" y="2147"/>
                  <a:pt x="63" y="2119"/>
                </a:cubicBezTo>
                <a:lnTo>
                  <a:pt x="63" y="2092"/>
                </a:lnTo>
                <a:lnTo>
                  <a:pt x="116" y="2092"/>
                </a:lnTo>
                <a:lnTo>
                  <a:pt x="116" y="2119"/>
                </a:lnTo>
                <a:cubicBezTo>
                  <a:pt x="116" y="2155"/>
                  <a:pt x="109" y="2188"/>
                  <a:pt x="96" y="2221"/>
                </a:cubicBezTo>
                <a:cubicBezTo>
                  <a:pt x="90" y="2234"/>
                  <a:pt x="84" y="2246"/>
                  <a:pt x="77" y="2258"/>
                </a:cubicBezTo>
                <a:lnTo>
                  <a:pt x="31" y="2230"/>
                </a:lnTo>
                <a:cubicBezTo>
                  <a:pt x="37" y="2221"/>
                  <a:pt x="43" y="2211"/>
                  <a:pt x="47" y="2200"/>
                </a:cubicBezTo>
                <a:moveTo>
                  <a:pt x="63" y="1826"/>
                </a:moveTo>
                <a:lnTo>
                  <a:pt x="116" y="1826"/>
                </a:lnTo>
                <a:lnTo>
                  <a:pt x="116" y="1985"/>
                </a:lnTo>
                <a:lnTo>
                  <a:pt x="63" y="1985"/>
                </a:lnTo>
                <a:lnTo>
                  <a:pt x="63" y="1826"/>
                </a:lnTo>
                <a:moveTo>
                  <a:pt x="63" y="1562"/>
                </a:moveTo>
                <a:lnTo>
                  <a:pt x="116" y="1562"/>
                </a:lnTo>
                <a:lnTo>
                  <a:pt x="116" y="1720"/>
                </a:lnTo>
                <a:lnTo>
                  <a:pt x="63" y="1720"/>
                </a:lnTo>
                <a:lnTo>
                  <a:pt x="63" y="1562"/>
                </a:lnTo>
                <a:moveTo>
                  <a:pt x="63" y="1297"/>
                </a:moveTo>
                <a:lnTo>
                  <a:pt x="116" y="1297"/>
                </a:lnTo>
                <a:lnTo>
                  <a:pt x="116" y="1456"/>
                </a:lnTo>
                <a:lnTo>
                  <a:pt x="63" y="1456"/>
                </a:lnTo>
                <a:lnTo>
                  <a:pt x="63" y="1297"/>
                </a:lnTo>
                <a:moveTo>
                  <a:pt x="63" y="1032"/>
                </a:moveTo>
                <a:lnTo>
                  <a:pt x="116" y="1032"/>
                </a:lnTo>
                <a:lnTo>
                  <a:pt x="116" y="1191"/>
                </a:lnTo>
                <a:lnTo>
                  <a:pt x="63" y="1191"/>
                </a:lnTo>
                <a:lnTo>
                  <a:pt x="63" y="1032"/>
                </a:lnTo>
                <a:moveTo>
                  <a:pt x="63" y="768"/>
                </a:moveTo>
                <a:lnTo>
                  <a:pt x="116" y="768"/>
                </a:lnTo>
                <a:lnTo>
                  <a:pt x="116" y="927"/>
                </a:lnTo>
                <a:lnTo>
                  <a:pt x="63" y="927"/>
                </a:lnTo>
                <a:lnTo>
                  <a:pt x="63" y="768"/>
                </a:lnTo>
                <a:moveTo>
                  <a:pt x="63" y="503"/>
                </a:moveTo>
                <a:lnTo>
                  <a:pt x="116" y="503"/>
                </a:lnTo>
                <a:lnTo>
                  <a:pt x="116" y="662"/>
                </a:lnTo>
                <a:lnTo>
                  <a:pt x="63" y="662"/>
                </a:lnTo>
                <a:lnTo>
                  <a:pt x="63" y="503"/>
                </a:lnTo>
                <a:moveTo>
                  <a:pt x="63" y="239"/>
                </a:moveTo>
                <a:lnTo>
                  <a:pt x="116" y="239"/>
                </a:lnTo>
                <a:lnTo>
                  <a:pt x="116" y="397"/>
                </a:lnTo>
                <a:lnTo>
                  <a:pt x="63" y="397"/>
                </a:lnTo>
                <a:lnTo>
                  <a:pt x="63" y="239"/>
                </a:lnTo>
                <a:moveTo>
                  <a:pt x="47" y="106"/>
                </a:moveTo>
                <a:cubicBezTo>
                  <a:pt x="35" y="80"/>
                  <a:pt x="20" y="57"/>
                  <a:pt x="0" y="37"/>
                </a:cubicBezTo>
                <a:lnTo>
                  <a:pt x="38" y="0"/>
                </a:lnTo>
                <a:cubicBezTo>
                  <a:pt x="63" y="25"/>
                  <a:pt x="82" y="53"/>
                  <a:pt x="96" y="86"/>
                </a:cubicBezTo>
                <a:cubicBezTo>
                  <a:pt x="102" y="100"/>
                  <a:pt x="106" y="114"/>
                  <a:pt x="109" y="128"/>
                </a:cubicBezTo>
                <a:lnTo>
                  <a:pt x="58" y="140"/>
                </a:lnTo>
                <a:cubicBezTo>
                  <a:pt x="55" y="128"/>
                  <a:pt x="52" y="117"/>
                  <a:pt x="47" y="106"/>
                </a:cubicBez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7056000" y="1274400"/>
            <a:ext cx="2442600" cy="909000"/>
          </a:xfrm>
          <a:custGeom>
            <a:avLst/>
            <a:gdLst/>
            <a:ahLst/>
            <a:rect l="0" t="0" r="r" b="b"/>
            <a:pathLst>
              <a:path w="6785" h="2525">
                <a:moveTo>
                  <a:pt x="561" y="0"/>
                </a:moveTo>
                <a:lnTo>
                  <a:pt x="719" y="0"/>
                </a:lnTo>
                <a:lnTo>
                  <a:pt x="719" y="116"/>
                </a:lnTo>
                <a:lnTo>
                  <a:pt x="561" y="116"/>
                </a:lnTo>
                <a:lnTo>
                  <a:pt x="561" y="0"/>
                </a:lnTo>
                <a:moveTo>
                  <a:pt x="825" y="0"/>
                </a:moveTo>
                <a:lnTo>
                  <a:pt x="984" y="0"/>
                </a:lnTo>
                <a:lnTo>
                  <a:pt x="984" y="116"/>
                </a:lnTo>
                <a:lnTo>
                  <a:pt x="825" y="116"/>
                </a:lnTo>
                <a:lnTo>
                  <a:pt x="825" y="0"/>
                </a:lnTo>
                <a:moveTo>
                  <a:pt x="1090" y="0"/>
                </a:moveTo>
                <a:lnTo>
                  <a:pt x="1249" y="0"/>
                </a:lnTo>
                <a:lnTo>
                  <a:pt x="1249" y="116"/>
                </a:lnTo>
                <a:lnTo>
                  <a:pt x="1090" y="116"/>
                </a:lnTo>
                <a:lnTo>
                  <a:pt x="1090" y="0"/>
                </a:lnTo>
                <a:moveTo>
                  <a:pt x="1354" y="0"/>
                </a:moveTo>
                <a:lnTo>
                  <a:pt x="1513" y="0"/>
                </a:lnTo>
                <a:lnTo>
                  <a:pt x="1513" y="116"/>
                </a:lnTo>
                <a:lnTo>
                  <a:pt x="1354" y="116"/>
                </a:lnTo>
                <a:lnTo>
                  <a:pt x="1354" y="0"/>
                </a:lnTo>
                <a:moveTo>
                  <a:pt x="1619" y="0"/>
                </a:moveTo>
                <a:lnTo>
                  <a:pt x="1778" y="0"/>
                </a:lnTo>
                <a:lnTo>
                  <a:pt x="1778" y="116"/>
                </a:lnTo>
                <a:lnTo>
                  <a:pt x="1619" y="116"/>
                </a:lnTo>
                <a:lnTo>
                  <a:pt x="1619" y="0"/>
                </a:lnTo>
                <a:moveTo>
                  <a:pt x="1884" y="0"/>
                </a:moveTo>
                <a:lnTo>
                  <a:pt x="2042" y="0"/>
                </a:lnTo>
                <a:lnTo>
                  <a:pt x="2042" y="116"/>
                </a:lnTo>
                <a:lnTo>
                  <a:pt x="1884" y="116"/>
                </a:lnTo>
                <a:lnTo>
                  <a:pt x="1884" y="0"/>
                </a:lnTo>
                <a:moveTo>
                  <a:pt x="2148" y="0"/>
                </a:moveTo>
                <a:lnTo>
                  <a:pt x="2307" y="0"/>
                </a:lnTo>
                <a:lnTo>
                  <a:pt x="2307" y="116"/>
                </a:lnTo>
                <a:lnTo>
                  <a:pt x="2148" y="116"/>
                </a:lnTo>
                <a:lnTo>
                  <a:pt x="2148" y="0"/>
                </a:lnTo>
                <a:moveTo>
                  <a:pt x="2413" y="0"/>
                </a:moveTo>
                <a:lnTo>
                  <a:pt x="2572" y="0"/>
                </a:lnTo>
                <a:lnTo>
                  <a:pt x="2572" y="116"/>
                </a:lnTo>
                <a:lnTo>
                  <a:pt x="2413" y="116"/>
                </a:lnTo>
                <a:lnTo>
                  <a:pt x="2413" y="0"/>
                </a:lnTo>
                <a:moveTo>
                  <a:pt x="2677" y="0"/>
                </a:moveTo>
                <a:lnTo>
                  <a:pt x="2836" y="0"/>
                </a:lnTo>
                <a:lnTo>
                  <a:pt x="2836" y="116"/>
                </a:lnTo>
                <a:lnTo>
                  <a:pt x="2677" y="116"/>
                </a:lnTo>
                <a:lnTo>
                  <a:pt x="2677" y="0"/>
                </a:lnTo>
                <a:moveTo>
                  <a:pt x="2942" y="0"/>
                </a:moveTo>
                <a:lnTo>
                  <a:pt x="3101" y="0"/>
                </a:lnTo>
                <a:lnTo>
                  <a:pt x="3101" y="116"/>
                </a:lnTo>
                <a:lnTo>
                  <a:pt x="2942" y="116"/>
                </a:lnTo>
                <a:lnTo>
                  <a:pt x="2942" y="0"/>
                </a:lnTo>
                <a:moveTo>
                  <a:pt x="3207" y="0"/>
                </a:moveTo>
                <a:lnTo>
                  <a:pt x="3365" y="0"/>
                </a:lnTo>
                <a:lnTo>
                  <a:pt x="3365" y="116"/>
                </a:lnTo>
                <a:lnTo>
                  <a:pt x="3207" y="116"/>
                </a:lnTo>
                <a:lnTo>
                  <a:pt x="3207" y="0"/>
                </a:lnTo>
                <a:moveTo>
                  <a:pt x="3471" y="0"/>
                </a:moveTo>
                <a:lnTo>
                  <a:pt x="3630" y="0"/>
                </a:lnTo>
                <a:lnTo>
                  <a:pt x="3630" y="116"/>
                </a:lnTo>
                <a:lnTo>
                  <a:pt x="3471" y="116"/>
                </a:lnTo>
                <a:lnTo>
                  <a:pt x="3471" y="0"/>
                </a:lnTo>
                <a:moveTo>
                  <a:pt x="3736" y="0"/>
                </a:moveTo>
                <a:lnTo>
                  <a:pt x="3894" y="0"/>
                </a:lnTo>
                <a:lnTo>
                  <a:pt x="3894" y="116"/>
                </a:lnTo>
                <a:lnTo>
                  <a:pt x="3736" y="116"/>
                </a:lnTo>
                <a:lnTo>
                  <a:pt x="3736" y="0"/>
                </a:lnTo>
                <a:moveTo>
                  <a:pt x="4000" y="0"/>
                </a:moveTo>
                <a:lnTo>
                  <a:pt x="4160" y="0"/>
                </a:lnTo>
                <a:lnTo>
                  <a:pt x="4160" y="116"/>
                </a:lnTo>
                <a:lnTo>
                  <a:pt x="4000" y="116"/>
                </a:lnTo>
                <a:lnTo>
                  <a:pt x="4000" y="0"/>
                </a:lnTo>
                <a:moveTo>
                  <a:pt x="4266" y="0"/>
                </a:moveTo>
                <a:lnTo>
                  <a:pt x="4425" y="0"/>
                </a:lnTo>
                <a:lnTo>
                  <a:pt x="4425" y="116"/>
                </a:lnTo>
                <a:lnTo>
                  <a:pt x="4266" y="116"/>
                </a:lnTo>
                <a:lnTo>
                  <a:pt x="4266" y="0"/>
                </a:lnTo>
                <a:moveTo>
                  <a:pt x="4530" y="0"/>
                </a:moveTo>
                <a:lnTo>
                  <a:pt x="4689" y="0"/>
                </a:lnTo>
                <a:lnTo>
                  <a:pt x="4689" y="116"/>
                </a:lnTo>
                <a:lnTo>
                  <a:pt x="4530" y="116"/>
                </a:lnTo>
                <a:lnTo>
                  <a:pt x="4530" y="0"/>
                </a:lnTo>
                <a:moveTo>
                  <a:pt x="4795" y="0"/>
                </a:moveTo>
                <a:lnTo>
                  <a:pt x="4954" y="0"/>
                </a:lnTo>
                <a:lnTo>
                  <a:pt x="4954" y="116"/>
                </a:lnTo>
                <a:lnTo>
                  <a:pt x="4795" y="116"/>
                </a:lnTo>
                <a:lnTo>
                  <a:pt x="4795" y="0"/>
                </a:lnTo>
                <a:moveTo>
                  <a:pt x="5060" y="0"/>
                </a:moveTo>
                <a:lnTo>
                  <a:pt x="5218" y="0"/>
                </a:lnTo>
                <a:lnTo>
                  <a:pt x="5218" y="116"/>
                </a:lnTo>
                <a:lnTo>
                  <a:pt x="5060" y="116"/>
                </a:lnTo>
                <a:lnTo>
                  <a:pt x="5060" y="0"/>
                </a:lnTo>
                <a:moveTo>
                  <a:pt x="5324" y="0"/>
                </a:moveTo>
                <a:lnTo>
                  <a:pt x="5483" y="0"/>
                </a:lnTo>
                <a:lnTo>
                  <a:pt x="5483" y="116"/>
                </a:lnTo>
                <a:lnTo>
                  <a:pt x="5324" y="116"/>
                </a:lnTo>
                <a:lnTo>
                  <a:pt x="5324" y="0"/>
                </a:lnTo>
                <a:moveTo>
                  <a:pt x="5589" y="0"/>
                </a:moveTo>
                <a:lnTo>
                  <a:pt x="5748" y="0"/>
                </a:lnTo>
                <a:lnTo>
                  <a:pt x="5748" y="116"/>
                </a:lnTo>
                <a:lnTo>
                  <a:pt x="5589" y="116"/>
                </a:lnTo>
                <a:lnTo>
                  <a:pt x="5589" y="0"/>
                </a:lnTo>
                <a:moveTo>
                  <a:pt x="5853" y="0"/>
                </a:moveTo>
                <a:lnTo>
                  <a:pt x="6012" y="0"/>
                </a:lnTo>
                <a:lnTo>
                  <a:pt x="6012" y="116"/>
                </a:lnTo>
                <a:lnTo>
                  <a:pt x="5853" y="116"/>
                </a:lnTo>
                <a:lnTo>
                  <a:pt x="5853" y="0"/>
                </a:lnTo>
                <a:moveTo>
                  <a:pt x="6118" y="0"/>
                </a:moveTo>
                <a:lnTo>
                  <a:pt x="6277" y="0"/>
                </a:lnTo>
                <a:lnTo>
                  <a:pt x="6277" y="116"/>
                </a:lnTo>
                <a:lnTo>
                  <a:pt x="6118" y="116"/>
                </a:lnTo>
                <a:lnTo>
                  <a:pt x="6118" y="0"/>
                </a:lnTo>
                <a:moveTo>
                  <a:pt x="6383" y="0"/>
                </a:moveTo>
                <a:lnTo>
                  <a:pt x="6488" y="0"/>
                </a:lnTo>
                <a:cubicBezTo>
                  <a:pt x="6510" y="0"/>
                  <a:pt x="6531" y="2"/>
                  <a:pt x="6553" y="7"/>
                </a:cubicBezTo>
                <a:lnTo>
                  <a:pt x="6527" y="120"/>
                </a:lnTo>
                <a:cubicBezTo>
                  <a:pt x="6515" y="117"/>
                  <a:pt x="6502" y="116"/>
                  <a:pt x="6488" y="116"/>
                </a:cubicBezTo>
                <a:lnTo>
                  <a:pt x="6383" y="116"/>
                </a:lnTo>
                <a:lnTo>
                  <a:pt x="6383" y="0"/>
                </a:lnTo>
                <a:moveTo>
                  <a:pt x="6672" y="64"/>
                </a:moveTo>
                <a:cubicBezTo>
                  <a:pt x="6727" y="107"/>
                  <a:pt x="6762" y="162"/>
                  <a:pt x="6777" y="230"/>
                </a:cubicBezTo>
                <a:lnTo>
                  <a:pt x="6664" y="257"/>
                </a:lnTo>
                <a:cubicBezTo>
                  <a:pt x="6654" y="215"/>
                  <a:pt x="6633" y="181"/>
                  <a:pt x="6600" y="155"/>
                </a:cubicBezTo>
                <a:lnTo>
                  <a:pt x="6672" y="64"/>
                </a:lnTo>
                <a:moveTo>
                  <a:pt x="6785" y="349"/>
                </a:moveTo>
                <a:lnTo>
                  <a:pt x="6785" y="507"/>
                </a:lnTo>
                <a:lnTo>
                  <a:pt x="6668" y="507"/>
                </a:lnTo>
                <a:lnTo>
                  <a:pt x="6668" y="349"/>
                </a:lnTo>
                <a:lnTo>
                  <a:pt x="6785" y="349"/>
                </a:lnTo>
                <a:moveTo>
                  <a:pt x="6785" y="613"/>
                </a:moveTo>
                <a:lnTo>
                  <a:pt x="6785" y="772"/>
                </a:lnTo>
                <a:lnTo>
                  <a:pt x="6668" y="772"/>
                </a:lnTo>
                <a:lnTo>
                  <a:pt x="6668" y="613"/>
                </a:lnTo>
                <a:lnTo>
                  <a:pt x="6785" y="613"/>
                </a:lnTo>
                <a:moveTo>
                  <a:pt x="6785" y="878"/>
                </a:moveTo>
                <a:lnTo>
                  <a:pt x="6785" y="1037"/>
                </a:lnTo>
                <a:lnTo>
                  <a:pt x="6668" y="1037"/>
                </a:lnTo>
                <a:lnTo>
                  <a:pt x="6668" y="878"/>
                </a:lnTo>
                <a:lnTo>
                  <a:pt x="6785" y="878"/>
                </a:lnTo>
                <a:moveTo>
                  <a:pt x="6785" y="1142"/>
                </a:moveTo>
                <a:lnTo>
                  <a:pt x="6785" y="1301"/>
                </a:lnTo>
                <a:lnTo>
                  <a:pt x="6668" y="1301"/>
                </a:lnTo>
                <a:lnTo>
                  <a:pt x="6668" y="1142"/>
                </a:lnTo>
                <a:lnTo>
                  <a:pt x="6785" y="1142"/>
                </a:lnTo>
                <a:moveTo>
                  <a:pt x="6785" y="1407"/>
                </a:moveTo>
                <a:lnTo>
                  <a:pt x="6785" y="1566"/>
                </a:lnTo>
                <a:lnTo>
                  <a:pt x="6668" y="1566"/>
                </a:lnTo>
                <a:lnTo>
                  <a:pt x="6668" y="1407"/>
                </a:lnTo>
                <a:lnTo>
                  <a:pt x="6785" y="1407"/>
                </a:lnTo>
                <a:moveTo>
                  <a:pt x="6785" y="1672"/>
                </a:moveTo>
                <a:lnTo>
                  <a:pt x="6785" y="1830"/>
                </a:lnTo>
                <a:lnTo>
                  <a:pt x="6668" y="1830"/>
                </a:lnTo>
                <a:lnTo>
                  <a:pt x="6668" y="1672"/>
                </a:lnTo>
                <a:lnTo>
                  <a:pt x="6785" y="1672"/>
                </a:lnTo>
                <a:moveTo>
                  <a:pt x="6785" y="1936"/>
                </a:moveTo>
                <a:lnTo>
                  <a:pt x="6785" y="2095"/>
                </a:lnTo>
                <a:lnTo>
                  <a:pt x="6668" y="2095"/>
                </a:lnTo>
                <a:lnTo>
                  <a:pt x="6668" y="1936"/>
                </a:lnTo>
                <a:lnTo>
                  <a:pt x="6785" y="1936"/>
                </a:lnTo>
                <a:moveTo>
                  <a:pt x="6785" y="2201"/>
                </a:moveTo>
                <a:lnTo>
                  <a:pt x="6785" y="2228"/>
                </a:lnTo>
                <a:cubicBezTo>
                  <a:pt x="6785" y="2284"/>
                  <a:pt x="6770" y="2336"/>
                  <a:pt x="6741" y="2384"/>
                </a:cubicBezTo>
                <a:lnTo>
                  <a:pt x="6642" y="2323"/>
                </a:lnTo>
                <a:cubicBezTo>
                  <a:pt x="6659" y="2294"/>
                  <a:pt x="6668" y="2262"/>
                  <a:pt x="6668" y="2228"/>
                </a:cubicBezTo>
                <a:lnTo>
                  <a:pt x="6668" y="2201"/>
                </a:lnTo>
                <a:lnTo>
                  <a:pt x="6785" y="2201"/>
                </a:lnTo>
                <a:moveTo>
                  <a:pt x="6648" y="2478"/>
                </a:moveTo>
                <a:cubicBezTo>
                  <a:pt x="6599" y="2509"/>
                  <a:pt x="6546" y="2525"/>
                  <a:pt x="6488" y="2525"/>
                </a:cubicBezTo>
                <a:lnTo>
                  <a:pt x="6464" y="2525"/>
                </a:lnTo>
                <a:lnTo>
                  <a:pt x="6464" y="2408"/>
                </a:lnTo>
                <a:lnTo>
                  <a:pt x="6488" y="2408"/>
                </a:lnTo>
                <a:cubicBezTo>
                  <a:pt x="6523" y="2408"/>
                  <a:pt x="6556" y="2399"/>
                  <a:pt x="6585" y="2380"/>
                </a:cubicBezTo>
                <a:lnTo>
                  <a:pt x="6648" y="2478"/>
                </a:lnTo>
                <a:moveTo>
                  <a:pt x="6359" y="2525"/>
                </a:moveTo>
                <a:lnTo>
                  <a:pt x="6200" y="2525"/>
                </a:lnTo>
                <a:lnTo>
                  <a:pt x="6200" y="2408"/>
                </a:lnTo>
                <a:lnTo>
                  <a:pt x="6359" y="2408"/>
                </a:lnTo>
                <a:lnTo>
                  <a:pt x="6359" y="2525"/>
                </a:lnTo>
                <a:moveTo>
                  <a:pt x="6094" y="2525"/>
                </a:moveTo>
                <a:lnTo>
                  <a:pt x="5935" y="2525"/>
                </a:lnTo>
                <a:lnTo>
                  <a:pt x="5935" y="2408"/>
                </a:lnTo>
                <a:lnTo>
                  <a:pt x="6094" y="2408"/>
                </a:lnTo>
                <a:lnTo>
                  <a:pt x="6094" y="2525"/>
                </a:lnTo>
                <a:moveTo>
                  <a:pt x="5829" y="2525"/>
                </a:moveTo>
                <a:lnTo>
                  <a:pt x="5671" y="2525"/>
                </a:lnTo>
                <a:lnTo>
                  <a:pt x="5671" y="2408"/>
                </a:lnTo>
                <a:lnTo>
                  <a:pt x="5829" y="2408"/>
                </a:lnTo>
                <a:lnTo>
                  <a:pt x="5829" y="2525"/>
                </a:lnTo>
                <a:moveTo>
                  <a:pt x="5565" y="2525"/>
                </a:moveTo>
                <a:lnTo>
                  <a:pt x="5406" y="2525"/>
                </a:lnTo>
                <a:lnTo>
                  <a:pt x="5406" y="2408"/>
                </a:lnTo>
                <a:lnTo>
                  <a:pt x="5565" y="2408"/>
                </a:lnTo>
                <a:lnTo>
                  <a:pt x="5565" y="2525"/>
                </a:lnTo>
                <a:moveTo>
                  <a:pt x="5300" y="2525"/>
                </a:moveTo>
                <a:lnTo>
                  <a:pt x="5141" y="2525"/>
                </a:lnTo>
                <a:lnTo>
                  <a:pt x="5141" y="2408"/>
                </a:lnTo>
                <a:lnTo>
                  <a:pt x="5300" y="2408"/>
                </a:lnTo>
                <a:lnTo>
                  <a:pt x="5300" y="2525"/>
                </a:lnTo>
                <a:moveTo>
                  <a:pt x="5036" y="2525"/>
                </a:moveTo>
                <a:lnTo>
                  <a:pt x="4877" y="2525"/>
                </a:lnTo>
                <a:lnTo>
                  <a:pt x="4877" y="2408"/>
                </a:lnTo>
                <a:lnTo>
                  <a:pt x="5036" y="2408"/>
                </a:lnTo>
                <a:lnTo>
                  <a:pt x="5036" y="2525"/>
                </a:lnTo>
                <a:moveTo>
                  <a:pt x="4771" y="2525"/>
                </a:moveTo>
                <a:lnTo>
                  <a:pt x="4612" y="2525"/>
                </a:lnTo>
                <a:lnTo>
                  <a:pt x="4612" y="2408"/>
                </a:lnTo>
                <a:lnTo>
                  <a:pt x="4771" y="2408"/>
                </a:lnTo>
                <a:lnTo>
                  <a:pt x="4771" y="2525"/>
                </a:lnTo>
                <a:moveTo>
                  <a:pt x="4506" y="2525"/>
                </a:moveTo>
                <a:lnTo>
                  <a:pt x="4348" y="2525"/>
                </a:lnTo>
                <a:lnTo>
                  <a:pt x="4348" y="2408"/>
                </a:lnTo>
                <a:lnTo>
                  <a:pt x="4506" y="2408"/>
                </a:lnTo>
                <a:lnTo>
                  <a:pt x="4506" y="2525"/>
                </a:lnTo>
                <a:moveTo>
                  <a:pt x="4242" y="2525"/>
                </a:moveTo>
                <a:lnTo>
                  <a:pt x="4082" y="2525"/>
                </a:lnTo>
                <a:lnTo>
                  <a:pt x="4082" y="2408"/>
                </a:lnTo>
                <a:lnTo>
                  <a:pt x="4242" y="2408"/>
                </a:lnTo>
                <a:lnTo>
                  <a:pt x="4242" y="2525"/>
                </a:lnTo>
                <a:moveTo>
                  <a:pt x="3976" y="2525"/>
                </a:moveTo>
                <a:lnTo>
                  <a:pt x="3818" y="2525"/>
                </a:lnTo>
                <a:lnTo>
                  <a:pt x="3818" y="2408"/>
                </a:lnTo>
                <a:lnTo>
                  <a:pt x="3976" y="2408"/>
                </a:lnTo>
                <a:lnTo>
                  <a:pt x="3976" y="2525"/>
                </a:lnTo>
                <a:moveTo>
                  <a:pt x="3712" y="2525"/>
                </a:moveTo>
                <a:lnTo>
                  <a:pt x="3553" y="2525"/>
                </a:lnTo>
                <a:lnTo>
                  <a:pt x="3553" y="2408"/>
                </a:lnTo>
                <a:lnTo>
                  <a:pt x="3712" y="2408"/>
                </a:lnTo>
                <a:lnTo>
                  <a:pt x="3712" y="2525"/>
                </a:lnTo>
                <a:moveTo>
                  <a:pt x="3447" y="2525"/>
                </a:moveTo>
                <a:lnTo>
                  <a:pt x="3288" y="2525"/>
                </a:lnTo>
                <a:lnTo>
                  <a:pt x="3288" y="2408"/>
                </a:lnTo>
                <a:lnTo>
                  <a:pt x="3447" y="2408"/>
                </a:lnTo>
                <a:lnTo>
                  <a:pt x="3447" y="2525"/>
                </a:lnTo>
                <a:moveTo>
                  <a:pt x="3183" y="2525"/>
                </a:moveTo>
                <a:lnTo>
                  <a:pt x="3024" y="2525"/>
                </a:lnTo>
                <a:lnTo>
                  <a:pt x="3024" y="2408"/>
                </a:lnTo>
                <a:lnTo>
                  <a:pt x="3183" y="2408"/>
                </a:lnTo>
                <a:lnTo>
                  <a:pt x="3183" y="2525"/>
                </a:lnTo>
                <a:moveTo>
                  <a:pt x="2918" y="2525"/>
                </a:moveTo>
                <a:lnTo>
                  <a:pt x="2759" y="2525"/>
                </a:lnTo>
                <a:lnTo>
                  <a:pt x="2759" y="2408"/>
                </a:lnTo>
                <a:lnTo>
                  <a:pt x="2918" y="2408"/>
                </a:lnTo>
                <a:lnTo>
                  <a:pt x="2918" y="2525"/>
                </a:lnTo>
                <a:moveTo>
                  <a:pt x="2653" y="2525"/>
                </a:moveTo>
                <a:lnTo>
                  <a:pt x="2495" y="2525"/>
                </a:lnTo>
                <a:lnTo>
                  <a:pt x="2495" y="2408"/>
                </a:lnTo>
                <a:lnTo>
                  <a:pt x="2653" y="2408"/>
                </a:lnTo>
                <a:lnTo>
                  <a:pt x="2653" y="2525"/>
                </a:lnTo>
                <a:moveTo>
                  <a:pt x="2389" y="2525"/>
                </a:moveTo>
                <a:lnTo>
                  <a:pt x="2230" y="2525"/>
                </a:lnTo>
                <a:lnTo>
                  <a:pt x="2230" y="2408"/>
                </a:lnTo>
                <a:lnTo>
                  <a:pt x="2389" y="2408"/>
                </a:lnTo>
                <a:lnTo>
                  <a:pt x="2389" y="2525"/>
                </a:lnTo>
                <a:moveTo>
                  <a:pt x="2124" y="2525"/>
                </a:moveTo>
                <a:lnTo>
                  <a:pt x="1965" y="2525"/>
                </a:lnTo>
                <a:lnTo>
                  <a:pt x="1965" y="2408"/>
                </a:lnTo>
                <a:lnTo>
                  <a:pt x="2124" y="2408"/>
                </a:lnTo>
                <a:lnTo>
                  <a:pt x="2124" y="2525"/>
                </a:lnTo>
                <a:moveTo>
                  <a:pt x="1860" y="2525"/>
                </a:moveTo>
                <a:lnTo>
                  <a:pt x="1701" y="2525"/>
                </a:lnTo>
                <a:lnTo>
                  <a:pt x="1701" y="2408"/>
                </a:lnTo>
                <a:lnTo>
                  <a:pt x="1860" y="2408"/>
                </a:lnTo>
                <a:lnTo>
                  <a:pt x="1860" y="2525"/>
                </a:lnTo>
                <a:moveTo>
                  <a:pt x="1595" y="2525"/>
                </a:moveTo>
                <a:lnTo>
                  <a:pt x="1436" y="2525"/>
                </a:lnTo>
                <a:lnTo>
                  <a:pt x="1436" y="2408"/>
                </a:lnTo>
                <a:lnTo>
                  <a:pt x="1595" y="2408"/>
                </a:lnTo>
                <a:lnTo>
                  <a:pt x="1595" y="2525"/>
                </a:lnTo>
                <a:moveTo>
                  <a:pt x="1330" y="2525"/>
                </a:moveTo>
                <a:lnTo>
                  <a:pt x="1172" y="2525"/>
                </a:lnTo>
                <a:lnTo>
                  <a:pt x="1172" y="2408"/>
                </a:lnTo>
                <a:lnTo>
                  <a:pt x="1330" y="2408"/>
                </a:lnTo>
                <a:lnTo>
                  <a:pt x="1330" y="2525"/>
                </a:lnTo>
                <a:moveTo>
                  <a:pt x="1066" y="2525"/>
                </a:moveTo>
                <a:lnTo>
                  <a:pt x="907" y="2525"/>
                </a:lnTo>
                <a:lnTo>
                  <a:pt x="907" y="2408"/>
                </a:lnTo>
                <a:lnTo>
                  <a:pt x="1066" y="2408"/>
                </a:lnTo>
                <a:lnTo>
                  <a:pt x="1066" y="2525"/>
                </a:lnTo>
                <a:moveTo>
                  <a:pt x="801" y="2525"/>
                </a:moveTo>
                <a:lnTo>
                  <a:pt x="643" y="2525"/>
                </a:lnTo>
                <a:lnTo>
                  <a:pt x="643" y="2408"/>
                </a:lnTo>
                <a:lnTo>
                  <a:pt x="801" y="2408"/>
                </a:lnTo>
                <a:lnTo>
                  <a:pt x="801" y="2525"/>
                </a:lnTo>
                <a:moveTo>
                  <a:pt x="537" y="2525"/>
                </a:moveTo>
                <a:lnTo>
                  <a:pt x="378" y="2525"/>
                </a:lnTo>
                <a:lnTo>
                  <a:pt x="378" y="2408"/>
                </a:lnTo>
                <a:lnTo>
                  <a:pt x="537" y="2408"/>
                </a:lnTo>
                <a:lnTo>
                  <a:pt x="537" y="2525"/>
                </a:lnTo>
                <a:moveTo>
                  <a:pt x="267" y="2523"/>
                </a:moveTo>
                <a:cubicBezTo>
                  <a:pt x="198" y="2517"/>
                  <a:pt x="139" y="2489"/>
                  <a:pt x="89" y="2441"/>
                </a:cubicBezTo>
                <a:lnTo>
                  <a:pt x="171" y="2357"/>
                </a:lnTo>
                <a:cubicBezTo>
                  <a:pt x="201" y="2387"/>
                  <a:pt x="237" y="2403"/>
                  <a:pt x="279" y="2407"/>
                </a:cubicBezTo>
                <a:lnTo>
                  <a:pt x="267" y="2523"/>
                </a:lnTo>
                <a:moveTo>
                  <a:pt x="18" y="2330"/>
                </a:moveTo>
                <a:cubicBezTo>
                  <a:pt x="6" y="2297"/>
                  <a:pt x="0" y="2263"/>
                  <a:pt x="0" y="2228"/>
                </a:cubicBezTo>
                <a:lnTo>
                  <a:pt x="0" y="2153"/>
                </a:lnTo>
                <a:lnTo>
                  <a:pt x="116" y="2153"/>
                </a:lnTo>
                <a:lnTo>
                  <a:pt x="116" y="2228"/>
                </a:lnTo>
                <a:cubicBezTo>
                  <a:pt x="116" y="2250"/>
                  <a:pt x="120" y="2270"/>
                  <a:pt x="127" y="2290"/>
                </a:cubicBezTo>
                <a:lnTo>
                  <a:pt x="18" y="2330"/>
                </a:lnTo>
                <a:moveTo>
                  <a:pt x="0" y="2047"/>
                </a:moveTo>
                <a:lnTo>
                  <a:pt x="0" y="1888"/>
                </a:lnTo>
                <a:lnTo>
                  <a:pt x="116" y="1888"/>
                </a:lnTo>
                <a:lnTo>
                  <a:pt x="116" y="2047"/>
                </a:lnTo>
                <a:lnTo>
                  <a:pt x="0" y="2047"/>
                </a:lnTo>
                <a:moveTo>
                  <a:pt x="0" y="1782"/>
                </a:moveTo>
                <a:lnTo>
                  <a:pt x="0" y="1624"/>
                </a:lnTo>
                <a:lnTo>
                  <a:pt x="116" y="1624"/>
                </a:lnTo>
                <a:lnTo>
                  <a:pt x="116" y="1782"/>
                </a:lnTo>
                <a:lnTo>
                  <a:pt x="0" y="1782"/>
                </a:lnTo>
                <a:moveTo>
                  <a:pt x="0" y="1518"/>
                </a:moveTo>
                <a:lnTo>
                  <a:pt x="0" y="1359"/>
                </a:lnTo>
                <a:lnTo>
                  <a:pt x="116" y="1359"/>
                </a:lnTo>
                <a:lnTo>
                  <a:pt x="116" y="1518"/>
                </a:lnTo>
                <a:lnTo>
                  <a:pt x="0" y="1518"/>
                </a:lnTo>
                <a:moveTo>
                  <a:pt x="0" y="1253"/>
                </a:moveTo>
                <a:lnTo>
                  <a:pt x="0" y="1094"/>
                </a:lnTo>
                <a:lnTo>
                  <a:pt x="116" y="1094"/>
                </a:lnTo>
                <a:lnTo>
                  <a:pt x="116" y="1253"/>
                </a:lnTo>
                <a:lnTo>
                  <a:pt x="0" y="1253"/>
                </a:lnTo>
                <a:moveTo>
                  <a:pt x="0" y="989"/>
                </a:moveTo>
                <a:lnTo>
                  <a:pt x="0" y="830"/>
                </a:lnTo>
                <a:lnTo>
                  <a:pt x="116" y="830"/>
                </a:lnTo>
                <a:lnTo>
                  <a:pt x="116" y="989"/>
                </a:lnTo>
                <a:lnTo>
                  <a:pt x="0" y="989"/>
                </a:lnTo>
                <a:moveTo>
                  <a:pt x="0" y="724"/>
                </a:moveTo>
                <a:lnTo>
                  <a:pt x="0" y="565"/>
                </a:lnTo>
                <a:lnTo>
                  <a:pt x="116" y="565"/>
                </a:lnTo>
                <a:lnTo>
                  <a:pt x="116" y="724"/>
                </a:lnTo>
                <a:lnTo>
                  <a:pt x="0" y="724"/>
                </a:lnTo>
                <a:moveTo>
                  <a:pt x="0" y="459"/>
                </a:moveTo>
                <a:lnTo>
                  <a:pt x="0" y="301"/>
                </a:lnTo>
                <a:lnTo>
                  <a:pt x="116" y="301"/>
                </a:lnTo>
                <a:lnTo>
                  <a:pt x="116" y="459"/>
                </a:lnTo>
                <a:lnTo>
                  <a:pt x="0" y="459"/>
                </a:lnTo>
                <a:moveTo>
                  <a:pt x="27" y="172"/>
                </a:moveTo>
                <a:cubicBezTo>
                  <a:pt x="56" y="109"/>
                  <a:pt x="101" y="62"/>
                  <a:pt x="163" y="31"/>
                </a:cubicBezTo>
                <a:lnTo>
                  <a:pt x="215" y="135"/>
                </a:lnTo>
                <a:cubicBezTo>
                  <a:pt x="178" y="154"/>
                  <a:pt x="150" y="183"/>
                  <a:pt x="133" y="221"/>
                </a:cubicBezTo>
                <a:lnTo>
                  <a:pt x="27" y="172"/>
                </a:lnTo>
                <a:moveTo>
                  <a:pt x="290" y="0"/>
                </a:moveTo>
                <a:cubicBezTo>
                  <a:pt x="292" y="0"/>
                  <a:pt x="294" y="0"/>
                  <a:pt x="296" y="0"/>
                </a:cubicBezTo>
                <a:lnTo>
                  <a:pt x="455" y="0"/>
                </a:lnTo>
                <a:lnTo>
                  <a:pt x="455" y="116"/>
                </a:lnTo>
                <a:lnTo>
                  <a:pt x="296" y="116"/>
                </a:lnTo>
                <a:cubicBezTo>
                  <a:pt x="295" y="116"/>
                  <a:pt x="294" y="116"/>
                  <a:pt x="293" y="116"/>
                </a:cubicBezTo>
                <a:lnTo>
                  <a:pt x="290" y="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6532920" y="1520280"/>
            <a:ext cx="369748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700" b="0" u="none" strike="noStrike">
                <a:solidFill>
                  <a:srgbClr val="999999"/>
                </a:solidFill>
                <a:effectLst/>
                <a:uFillTx/>
                <a:latin typeface="DejaVuSans"/>
                <a:ea typeface="DejaVuSans"/>
              </a:rPr>
              <a:t>↗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7437240" y="1461960"/>
            <a:ext cx="1819972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0" u="none" strike="noStrike">
                <a:solidFill>
                  <a:srgbClr val="aaaaaa"/>
                </a:solidFill>
                <a:effectLst/>
                <a:uFillTx/>
                <a:latin typeface="Arial"/>
                <a:ea typeface="Arial"/>
              </a:rPr>
              <a:t>ColorConverter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8033760" y="1815480"/>
            <a:ext cx="524491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bbbbbb"/>
                </a:solidFill>
                <a:effectLst/>
                <a:uFillTx/>
                <a:latin typeface="Arial"/>
                <a:ea typeface="Arial"/>
              </a:rPr>
              <a:t>default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7076880" y="2276280"/>
            <a:ext cx="2400840" cy="857520"/>
          </a:xfrm>
          <a:custGeom>
            <a:avLst/>
            <a:gdLst/>
            <a:ahLst/>
            <a:rect l="0" t="0" r="r" b="b"/>
            <a:pathLst>
              <a:path w="6669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6430" y="0"/>
                </a:lnTo>
                <a:cubicBezTo>
                  <a:pt x="6446" y="0"/>
                  <a:pt x="6462" y="2"/>
                  <a:pt x="6477" y="5"/>
                </a:cubicBezTo>
                <a:cubicBezTo>
                  <a:pt x="6492" y="8"/>
                  <a:pt x="6507" y="12"/>
                  <a:pt x="6522" y="18"/>
                </a:cubicBezTo>
                <a:cubicBezTo>
                  <a:pt x="6536" y="24"/>
                  <a:pt x="6550" y="31"/>
                  <a:pt x="6563" y="40"/>
                </a:cubicBezTo>
                <a:cubicBezTo>
                  <a:pt x="6576" y="49"/>
                  <a:pt x="6588" y="59"/>
                  <a:pt x="6599" y="70"/>
                </a:cubicBezTo>
                <a:cubicBezTo>
                  <a:pt x="6610" y="81"/>
                  <a:pt x="6620" y="93"/>
                  <a:pt x="6628" y="106"/>
                </a:cubicBezTo>
                <a:cubicBezTo>
                  <a:pt x="6637" y="119"/>
                  <a:pt x="6644" y="133"/>
                  <a:pt x="6650" y="147"/>
                </a:cubicBezTo>
                <a:cubicBezTo>
                  <a:pt x="6656" y="161"/>
                  <a:pt x="6661" y="176"/>
                  <a:pt x="6664" y="192"/>
                </a:cubicBezTo>
                <a:cubicBezTo>
                  <a:pt x="6667" y="207"/>
                  <a:pt x="6669" y="223"/>
                  <a:pt x="6669" y="238"/>
                </a:cubicBezTo>
                <a:lnTo>
                  <a:pt x="6669" y="2144"/>
                </a:lnTo>
                <a:cubicBezTo>
                  <a:pt x="6669" y="2160"/>
                  <a:pt x="6667" y="2175"/>
                  <a:pt x="6664" y="2191"/>
                </a:cubicBezTo>
                <a:cubicBezTo>
                  <a:pt x="6661" y="2206"/>
                  <a:pt x="6656" y="2221"/>
                  <a:pt x="6650" y="2235"/>
                </a:cubicBezTo>
                <a:cubicBezTo>
                  <a:pt x="6644" y="2250"/>
                  <a:pt x="6637" y="2263"/>
                  <a:pt x="6628" y="2276"/>
                </a:cubicBezTo>
                <a:cubicBezTo>
                  <a:pt x="6620" y="2289"/>
                  <a:pt x="6610" y="2301"/>
                  <a:pt x="6599" y="2313"/>
                </a:cubicBezTo>
                <a:cubicBezTo>
                  <a:pt x="6588" y="2324"/>
                  <a:pt x="6576" y="2333"/>
                  <a:pt x="6563" y="2342"/>
                </a:cubicBezTo>
                <a:cubicBezTo>
                  <a:pt x="6550" y="2351"/>
                  <a:pt x="6536" y="2358"/>
                  <a:pt x="6522" y="2364"/>
                </a:cubicBezTo>
                <a:cubicBezTo>
                  <a:pt x="6507" y="2370"/>
                  <a:pt x="6492" y="2375"/>
                  <a:pt x="6477" y="2378"/>
                </a:cubicBezTo>
                <a:cubicBezTo>
                  <a:pt x="6462" y="2381"/>
                  <a:pt x="6446" y="2382"/>
                  <a:pt x="6430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3"/>
                  <a:pt x="81" y="2324"/>
                  <a:pt x="70" y="2313"/>
                </a:cubicBezTo>
                <a:cubicBezTo>
                  <a:pt x="59" y="2301"/>
                  <a:pt x="49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8" y="2206"/>
                  <a:pt x="5" y="2191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7076880" y="2276280"/>
            <a:ext cx="2400840" cy="857520"/>
          </a:xfrm>
          <a:custGeom>
            <a:avLst/>
            <a:gdLst/>
            <a:ahLst/>
            <a:rect l="0" t="0" r="r" b="b"/>
            <a:pathLst>
              <a:path w="6669" h="2382">
                <a:moveTo>
                  <a:pt x="0" y="214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6430" y="0"/>
                </a:lnTo>
                <a:cubicBezTo>
                  <a:pt x="6446" y="0"/>
                  <a:pt x="6462" y="2"/>
                  <a:pt x="6477" y="5"/>
                </a:cubicBezTo>
                <a:cubicBezTo>
                  <a:pt x="6492" y="8"/>
                  <a:pt x="6507" y="12"/>
                  <a:pt x="6522" y="18"/>
                </a:cubicBezTo>
                <a:cubicBezTo>
                  <a:pt x="6536" y="24"/>
                  <a:pt x="6550" y="31"/>
                  <a:pt x="6563" y="40"/>
                </a:cubicBezTo>
                <a:cubicBezTo>
                  <a:pt x="6576" y="49"/>
                  <a:pt x="6588" y="59"/>
                  <a:pt x="6599" y="70"/>
                </a:cubicBezTo>
                <a:cubicBezTo>
                  <a:pt x="6610" y="81"/>
                  <a:pt x="6620" y="93"/>
                  <a:pt x="6628" y="106"/>
                </a:cubicBezTo>
                <a:cubicBezTo>
                  <a:pt x="6637" y="119"/>
                  <a:pt x="6644" y="133"/>
                  <a:pt x="6650" y="147"/>
                </a:cubicBezTo>
                <a:cubicBezTo>
                  <a:pt x="6656" y="161"/>
                  <a:pt x="6661" y="176"/>
                  <a:pt x="6664" y="192"/>
                </a:cubicBezTo>
                <a:cubicBezTo>
                  <a:pt x="6667" y="207"/>
                  <a:pt x="6669" y="223"/>
                  <a:pt x="6669" y="238"/>
                </a:cubicBezTo>
                <a:lnTo>
                  <a:pt x="6669" y="2144"/>
                </a:lnTo>
                <a:cubicBezTo>
                  <a:pt x="6669" y="2160"/>
                  <a:pt x="6667" y="2175"/>
                  <a:pt x="6664" y="2191"/>
                </a:cubicBezTo>
                <a:cubicBezTo>
                  <a:pt x="6661" y="2206"/>
                  <a:pt x="6656" y="2221"/>
                  <a:pt x="6650" y="2235"/>
                </a:cubicBezTo>
                <a:cubicBezTo>
                  <a:pt x="6644" y="2250"/>
                  <a:pt x="6637" y="2263"/>
                  <a:pt x="6628" y="2276"/>
                </a:cubicBezTo>
                <a:cubicBezTo>
                  <a:pt x="6620" y="2289"/>
                  <a:pt x="6610" y="2301"/>
                  <a:pt x="6599" y="2313"/>
                </a:cubicBezTo>
                <a:cubicBezTo>
                  <a:pt x="6588" y="2324"/>
                  <a:pt x="6576" y="2333"/>
                  <a:pt x="6563" y="2342"/>
                </a:cubicBezTo>
                <a:cubicBezTo>
                  <a:pt x="6550" y="2351"/>
                  <a:pt x="6536" y="2358"/>
                  <a:pt x="6522" y="2364"/>
                </a:cubicBezTo>
                <a:cubicBezTo>
                  <a:pt x="6507" y="2370"/>
                  <a:pt x="6492" y="2375"/>
                  <a:pt x="6477" y="2378"/>
                </a:cubicBezTo>
                <a:cubicBezTo>
                  <a:pt x="6462" y="2381"/>
                  <a:pt x="6446" y="2382"/>
                  <a:pt x="6430" y="2382"/>
                </a:cubicBezTo>
                <a:lnTo>
                  <a:pt x="238" y="2382"/>
                </a:lnTo>
                <a:cubicBezTo>
                  <a:pt x="223" y="2382"/>
                  <a:pt x="207" y="2381"/>
                  <a:pt x="192" y="2378"/>
                </a:cubicBezTo>
                <a:cubicBezTo>
                  <a:pt x="176" y="2375"/>
                  <a:pt x="161" y="2370"/>
                  <a:pt x="147" y="2364"/>
                </a:cubicBezTo>
                <a:cubicBezTo>
                  <a:pt x="133" y="2358"/>
                  <a:pt x="119" y="2351"/>
                  <a:pt x="106" y="2342"/>
                </a:cubicBezTo>
                <a:cubicBezTo>
                  <a:pt x="93" y="2333"/>
                  <a:pt x="81" y="2324"/>
                  <a:pt x="70" y="2313"/>
                </a:cubicBezTo>
                <a:cubicBezTo>
                  <a:pt x="59" y="2301"/>
                  <a:pt x="49" y="2289"/>
                  <a:pt x="40" y="2276"/>
                </a:cubicBezTo>
                <a:cubicBezTo>
                  <a:pt x="31" y="2263"/>
                  <a:pt x="24" y="2250"/>
                  <a:pt x="18" y="2235"/>
                </a:cubicBezTo>
                <a:cubicBezTo>
                  <a:pt x="12" y="2221"/>
                  <a:pt x="8" y="2206"/>
                  <a:pt x="5" y="2191"/>
                </a:cubicBezTo>
                <a:cubicBezTo>
                  <a:pt x="2" y="2175"/>
                  <a:pt x="0" y="2160"/>
                  <a:pt x="0" y="2144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6532920" y="2501280"/>
            <a:ext cx="369748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700" b="0" u="none" strike="noStrike">
                <a:solidFill>
                  <a:srgbClr val="ee4c2c"/>
                </a:solidFill>
                <a:effectLst/>
                <a:uFillTx/>
                <a:latin typeface="DejaVuSans"/>
                <a:ea typeface="DejaVuSans"/>
              </a:rPr>
              <a:t>↘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7327080" y="2442960"/>
            <a:ext cx="2057918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9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your own kernel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7257600" y="2796840"/>
            <a:ext cx="2197108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YUV → RGB + resize, fused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828720" y="3460680"/>
            <a:ext cx="5803617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raw_frame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packet_decoder.decode(packet):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828720" y="3679920"/>
            <a:ext cx="10865793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Y, U, V = raw_frame.planes     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the decoder's own planes: no conversion, no copy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981000" y="4600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4"/>
                </a:cubicBezTo>
                <a:cubicBezTo>
                  <a:pt x="52" y="199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828720" y="3898800"/>
            <a:ext cx="10495656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out = my_yuv_to_rgb_and_resize(Y, U, V, size=(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224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224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))   </a:t>
            </a:r>
            <a:r>
              <a:rPr lang="en-US" sz="150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e.g. a Triton kernel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1200240" y="4473360"/>
            <a:ext cx="1090234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Fuse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color conversion with your transforms (e.g. resize) in one kernel, or train directly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981000" y="5467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1200240" y="4873680"/>
            <a:ext cx="89735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 YUV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981000" y="59338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1200240" y="5340240"/>
            <a:ext cx="264189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Or just train on YUV!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933640" y="5810040"/>
            <a:ext cx="1000440" cy="352800"/>
          </a:xfrm>
          <a:custGeom>
            <a:avLst/>
            <a:gdLst/>
            <a:ahLst/>
            <a:rect l="0" t="0" r="r" b="b"/>
            <a:pathLst>
              <a:path w="2779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620" y="0"/>
                </a:lnTo>
                <a:cubicBezTo>
                  <a:pt x="2630" y="0"/>
                  <a:pt x="2641" y="1"/>
                  <a:pt x="2651" y="3"/>
                </a:cubicBezTo>
                <a:cubicBezTo>
                  <a:pt x="2661" y="5"/>
                  <a:pt x="2671" y="8"/>
                  <a:pt x="2681" y="12"/>
                </a:cubicBezTo>
                <a:cubicBezTo>
                  <a:pt x="2690" y="16"/>
                  <a:pt x="2700" y="21"/>
                  <a:pt x="2708" y="27"/>
                </a:cubicBezTo>
                <a:cubicBezTo>
                  <a:pt x="2717" y="33"/>
                  <a:pt x="2725" y="39"/>
                  <a:pt x="2732" y="47"/>
                </a:cubicBezTo>
                <a:cubicBezTo>
                  <a:pt x="2740" y="54"/>
                  <a:pt x="2746" y="62"/>
                  <a:pt x="2752" y="71"/>
                </a:cubicBezTo>
                <a:cubicBezTo>
                  <a:pt x="2758" y="79"/>
                  <a:pt x="2763" y="88"/>
                  <a:pt x="2767" y="98"/>
                </a:cubicBezTo>
                <a:cubicBezTo>
                  <a:pt x="2771" y="108"/>
                  <a:pt x="2774" y="118"/>
                  <a:pt x="2776" y="128"/>
                </a:cubicBezTo>
                <a:cubicBezTo>
                  <a:pt x="2778" y="138"/>
                  <a:pt x="2779" y="148"/>
                  <a:pt x="2779" y="159"/>
                </a:cubicBezTo>
                <a:lnTo>
                  <a:pt x="2779" y="820"/>
                </a:lnTo>
                <a:cubicBezTo>
                  <a:pt x="2779" y="831"/>
                  <a:pt x="2778" y="841"/>
                  <a:pt x="2776" y="851"/>
                </a:cubicBezTo>
                <a:cubicBezTo>
                  <a:pt x="2774" y="861"/>
                  <a:pt x="2771" y="871"/>
                  <a:pt x="2767" y="881"/>
                </a:cubicBezTo>
                <a:cubicBezTo>
                  <a:pt x="2763" y="891"/>
                  <a:pt x="2758" y="900"/>
                  <a:pt x="2752" y="908"/>
                </a:cubicBezTo>
                <a:cubicBezTo>
                  <a:pt x="2746" y="917"/>
                  <a:pt x="2740" y="925"/>
                  <a:pt x="2732" y="933"/>
                </a:cubicBezTo>
                <a:cubicBezTo>
                  <a:pt x="2725" y="940"/>
                  <a:pt x="2717" y="946"/>
                  <a:pt x="2708" y="952"/>
                </a:cubicBezTo>
                <a:cubicBezTo>
                  <a:pt x="2700" y="958"/>
                  <a:pt x="2690" y="963"/>
                  <a:pt x="2681" y="967"/>
                </a:cubicBezTo>
                <a:cubicBezTo>
                  <a:pt x="2671" y="971"/>
                  <a:pt x="2661" y="974"/>
                  <a:pt x="2651" y="977"/>
                </a:cubicBezTo>
                <a:cubicBezTo>
                  <a:pt x="2641" y="979"/>
                  <a:pt x="2630" y="980"/>
                  <a:pt x="2620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8"/>
                  <a:pt x="70" y="952"/>
                </a:cubicBezTo>
                <a:cubicBezTo>
                  <a:pt x="62" y="946"/>
                  <a:pt x="54" y="940"/>
                  <a:pt x="46" y="933"/>
                </a:cubicBezTo>
                <a:cubicBezTo>
                  <a:pt x="39" y="925"/>
                  <a:pt x="32" y="917"/>
                  <a:pt x="26" y="908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1200240" y="5807160"/>
            <a:ext cx="187362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10-bit HDR →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3024720" y="5857200"/>
            <a:ext cx="883742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uint16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3931560" y="5807160"/>
            <a:ext cx="2946715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planes, every bit intact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880200" y="6397920"/>
            <a:ext cx="3699432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Raw frames and raw audio samples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914640" y="2219040"/>
            <a:ext cx="867240" cy="629280"/>
          </a:xfrm>
          <a:custGeom>
            <a:avLst/>
            <a:gdLst/>
            <a:ahLst/>
            <a:rect l="0" t="0" r="r" b="b"/>
            <a:pathLst>
              <a:path w="2409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2169" y="0"/>
                </a:lnTo>
                <a:cubicBezTo>
                  <a:pt x="2185" y="0"/>
                  <a:pt x="2201" y="2"/>
                  <a:pt x="2216" y="5"/>
                </a:cubicBezTo>
                <a:cubicBezTo>
                  <a:pt x="2231" y="8"/>
                  <a:pt x="2246" y="12"/>
                  <a:pt x="2261" y="18"/>
                </a:cubicBezTo>
                <a:cubicBezTo>
                  <a:pt x="2275" y="24"/>
                  <a:pt x="2289" y="32"/>
                  <a:pt x="2302" y="40"/>
                </a:cubicBezTo>
                <a:cubicBezTo>
                  <a:pt x="2315" y="49"/>
                  <a:pt x="2327" y="59"/>
                  <a:pt x="2338" y="70"/>
                </a:cubicBezTo>
                <a:cubicBezTo>
                  <a:pt x="2349" y="81"/>
                  <a:pt x="2359" y="93"/>
                  <a:pt x="2368" y="106"/>
                </a:cubicBezTo>
                <a:cubicBezTo>
                  <a:pt x="2377" y="119"/>
                  <a:pt x="2384" y="133"/>
                  <a:pt x="2390" y="147"/>
                </a:cubicBezTo>
                <a:cubicBezTo>
                  <a:pt x="2396" y="162"/>
                  <a:pt x="2401" y="177"/>
                  <a:pt x="2404" y="192"/>
                </a:cubicBezTo>
                <a:cubicBezTo>
                  <a:pt x="2407" y="207"/>
                  <a:pt x="2409" y="223"/>
                  <a:pt x="2409" y="238"/>
                </a:cubicBezTo>
                <a:lnTo>
                  <a:pt x="2409" y="1508"/>
                </a:lnTo>
                <a:cubicBezTo>
                  <a:pt x="2409" y="1524"/>
                  <a:pt x="2407" y="1540"/>
                  <a:pt x="2404" y="1555"/>
                </a:cubicBezTo>
                <a:cubicBezTo>
                  <a:pt x="2401" y="1570"/>
                  <a:pt x="2396" y="1585"/>
                  <a:pt x="2390" y="1600"/>
                </a:cubicBezTo>
                <a:cubicBezTo>
                  <a:pt x="2384" y="1614"/>
                  <a:pt x="2377" y="1628"/>
                  <a:pt x="2368" y="1641"/>
                </a:cubicBezTo>
                <a:cubicBezTo>
                  <a:pt x="2359" y="1654"/>
                  <a:pt x="2349" y="1666"/>
                  <a:pt x="2338" y="1677"/>
                </a:cubicBezTo>
                <a:cubicBezTo>
                  <a:pt x="2327" y="1688"/>
                  <a:pt x="2315" y="1699"/>
                  <a:pt x="2302" y="1707"/>
                </a:cubicBezTo>
                <a:cubicBezTo>
                  <a:pt x="2289" y="1716"/>
                  <a:pt x="2275" y="1723"/>
                  <a:pt x="2261" y="1729"/>
                </a:cubicBezTo>
                <a:cubicBezTo>
                  <a:pt x="2246" y="1735"/>
                  <a:pt x="2231" y="1740"/>
                  <a:pt x="2216" y="1743"/>
                </a:cubicBezTo>
                <a:cubicBezTo>
                  <a:pt x="2201" y="1746"/>
                  <a:pt x="2185" y="1748"/>
                  <a:pt x="2169" y="1748"/>
                </a:cubicBezTo>
                <a:lnTo>
                  <a:pt x="238" y="1748"/>
                </a:lnTo>
                <a:cubicBezTo>
                  <a:pt x="222" y="1748"/>
                  <a:pt x="207" y="1746"/>
                  <a:pt x="192" y="1743"/>
                </a:cubicBezTo>
                <a:cubicBezTo>
                  <a:pt x="176" y="1740"/>
                  <a:pt x="161" y="1735"/>
                  <a:pt x="147" y="1729"/>
                </a:cubicBezTo>
                <a:cubicBezTo>
                  <a:pt x="132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8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914640" y="2219040"/>
            <a:ext cx="867240" cy="629280"/>
          </a:xfrm>
          <a:custGeom>
            <a:avLst/>
            <a:gdLst/>
            <a:ahLst/>
            <a:rect l="0" t="0" r="r" b="b"/>
            <a:pathLst>
              <a:path w="2409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2169" y="0"/>
                </a:lnTo>
                <a:cubicBezTo>
                  <a:pt x="2185" y="0"/>
                  <a:pt x="2201" y="2"/>
                  <a:pt x="2216" y="5"/>
                </a:cubicBezTo>
                <a:cubicBezTo>
                  <a:pt x="2231" y="8"/>
                  <a:pt x="2246" y="12"/>
                  <a:pt x="2261" y="18"/>
                </a:cubicBezTo>
                <a:cubicBezTo>
                  <a:pt x="2275" y="24"/>
                  <a:pt x="2289" y="32"/>
                  <a:pt x="2302" y="40"/>
                </a:cubicBezTo>
                <a:cubicBezTo>
                  <a:pt x="2315" y="49"/>
                  <a:pt x="2327" y="59"/>
                  <a:pt x="2338" y="70"/>
                </a:cubicBezTo>
                <a:cubicBezTo>
                  <a:pt x="2349" y="81"/>
                  <a:pt x="2359" y="93"/>
                  <a:pt x="2368" y="106"/>
                </a:cubicBezTo>
                <a:cubicBezTo>
                  <a:pt x="2377" y="119"/>
                  <a:pt x="2384" y="133"/>
                  <a:pt x="2390" y="147"/>
                </a:cubicBezTo>
                <a:cubicBezTo>
                  <a:pt x="2396" y="162"/>
                  <a:pt x="2401" y="177"/>
                  <a:pt x="2404" y="192"/>
                </a:cubicBezTo>
                <a:cubicBezTo>
                  <a:pt x="2407" y="207"/>
                  <a:pt x="2409" y="223"/>
                  <a:pt x="2409" y="238"/>
                </a:cubicBezTo>
                <a:lnTo>
                  <a:pt x="2409" y="1508"/>
                </a:lnTo>
                <a:cubicBezTo>
                  <a:pt x="2409" y="1524"/>
                  <a:pt x="2407" y="1540"/>
                  <a:pt x="2404" y="1555"/>
                </a:cubicBezTo>
                <a:cubicBezTo>
                  <a:pt x="2401" y="1570"/>
                  <a:pt x="2396" y="1585"/>
                  <a:pt x="2390" y="1600"/>
                </a:cubicBezTo>
                <a:cubicBezTo>
                  <a:pt x="2384" y="1614"/>
                  <a:pt x="2377" y="1628"/>
                  <a:pt x="2368" y="1641"/>
                </a:cubicBezTo>
                <a:cubicBezTo>
                  <a:pt x="2359" y="1654"/>
                  <a:pt x="2349" y="1666"/>
                  <a:pt x="2338" y="1677"/>
                </a:cubicBezTo>
                <a:cubicBezTo>
                  <a:pt x="2327" y="1688"/>
                  <a:pt x="2315" y="1699"/>
                  <a:pt x="2302" y="1707"/>
                </a:cubicBezTo>
                <a:cubicBezTo>
                  <a:pt x="2289" y="1716"/>
                  <a:pt x="2275" y="1723"/>
                  <a:pt x="2261" y="1729"/>
                </a:cubicBezTo>
                <a:cubicBezTo>
                  <a:pt x="2246" y="1735"/>
                  <a:pt x="2231" y="1740"/>
                  <a:pt x="2216" y="1743"/>
                </a:cubicBezTo>
                <a:cubicBezTo>
                  <a:pt x="2201" y="1746"/>
                  <a:pt x="2185" y="1748"/>
                  <a:pt x="2169" y="1748"/>
                </a:cubicBezTo>
                <a:lnTo>
                  <a:pt x="238" y="1748"/>
                </a:lnTo>
                <a:cubicBezTo>
                  <a:pt x="222" y="1748"/>
                  <a:pt x="207" y="1746"/>
                  <a:pt x="192" y="1743"/>
                </a:cubicBezTo>
                <a:cubicBezTo>
                  <a:pt x="176" y="1740"/>
                  <a:pt x="161" y="1735"/>
                  <a:pt x="147" y="1729"/>
                </a:cubicBezTo>
                <a:cubicBezTo>
                  <a:pt x="132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7" y="1570"/>
                  <a:pt x="4" y="1555"/>
                </a:cubicBezTo>
                <a:cubicBezTo>
                  <a:pt x="1" y="1540"/>
                  <a:pt x="0" y="1524"/>
                  <a:pt x="0" y="1508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4095000" y="2403000"/>
            <a:ext cx="55015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5257440" y="2219040"/>
            <a:ext cx="1114920" cy="629280"/>
          </a:xfrm>
          <a:custGeom>
            <a:avLst/>
            <a:gdLst/>
            <a:ahLst/>
            <a:rect l="0" t="0" r="r" b="b"/>
            <a:pathLst>
              <a:path w="3097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3" y="162"/>
                  <a:pt x="19" y="147"/>
                </a:cubicBezTo>
                <a:cubicBezTo>
                  <a:pt x="25" y="133"/>
                  <a:pt x="32" y="119"/>
                  <a:pt x="41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8" y="2"/>
                  <a:pt x="223" y="0"/>
                  <a:pt x="239" y="0"/>
                </a:cubicBezTo>
                <a:lnTo>
                  <a:pt x="2859" y="0"/>
                </a:lnTo>
                <a:cubicBezTo>
                  <a:pt x="2875" y="0"/>
                  <a:pt x="2890" y="2"/>
                  <a:pt x="2905" y="5"/>
                </a:cubicBezTo>
                <a:cubicBezTo>
                  <a:pt x="2921" y="8"/>
                  <a:pt x="2936" y="12"/>
                  <a:pt x="2950" y="18"/>
                </a:cubicBezTo>
                <a:cubicBezTo>
                  <a:pt x="2965" y="24"/>
                  <a:pt x="2978" y="32"/>
                  <a:pt x="2991" y="40"/>
                </a:cubicBezTo>
                <a:cubicBezTo>
                  <a:pt x="3004" y="49"/>
                  <a:pt x="3016" y="59"/>
                  <a:pt x="3027" y="70"/>
                </a:cubicBezTo>
                <a:cubicBezTo>
                  <a:pt x="3038" y="81"/>
                  <a:pt x="3048" y="93"/>
                  <a:pt x="3057" y="106"/>
                </a:cubicBezTo>
                <a:cubicBezTo>
                  <a:pt x="3066" y="119"/>
                  <a:pt x="3073" y="133"/>
                  <a:pt x="3079" y="147"/>
                </a:cubicBezTo>
                <a:cubicBezTo>
                  <a:pt x="3085" y="162"/>
                  <a:pt x="3089" y="177"/>
                  <a:pt x="3093" y="192"/>
                </a:cubicBezTo>
                <a:cubicBezTo>
                  <a:pt x="3096" y="207"/>
                  <a:pt x="3097" y="223"/>
                  <a:pt x="3097" y="238"/>
                </a:cubicBezTo>
                <a:lnTo>
                  <a:pt x="3097" y="1508"/>
                </a:lnTo>
                <a:cubicBezTo>
                  <a:pt x="3097" y="1524"/>
                  <a:pt x="3096" y="1540"/>
                  <a:pt x="3093" y="1555"/>
                </a:cubicBezTo>
                <a:cubicBezTo>
                  <a:pt x="3089" y="1570"/>
                  <a:pt x="3085" y="1585"/>
                  <a:pt x="3079" y="1600"/>
                </a:cubicBezTo>
                <a:cubicBezTo>
                  <a:pt x="3073" y="1614"/>
                  <a:pt x="3066" y="1628"/>
                  <a:pt x="3057" y="1641"/>
                </a:cubicBezTo>
                <a:cubicBezTo>
                  <a:pt x="3048" y="1654"/>
                  <a:pt x="3038" y="1666"/>
                  <a:pt x="3027" y="1677"/>
                </a:cubicBezTo>
                <a:cubicBezTo>
                  <a:pt x="3016" y="1688"/>
                  <a:pt x="3004" y="1699"/>
                  <a:pt x="2991" y="1707"/>
                </a:cubicBezTo>
                <a:cubicBezTo>
                  <a:pt x="2978" y="1716"/>
                  <a:pt x="2965" y="1723"/>
                  <a:pt x="2950" y="1729"/>
                </a:cubicBezTo>
                <a:cubicBezTo>
                  <a:pt x="2936" y="1735"/>
                  <a:pt x="2921" y="1740"/>
                  <a:pt x="2905" y="1743"/>
                </a:cubicBezTo>
                <a:cubicBezTo>
                  <a:pt x="2890" y="1746"/>
                  <a:pt x="2875" y="1748"/>
                  <a:pt x="2859" y="1748"/>
                </a:cubicBezTo>
                <a:lnTo>
                  <a:pt x="239" y="1748"/>
                </a:lnTo>
                <a:cubicBezTo>
                  <a:pt x="223" y="1748"/>
                  <a:pt x="208" y="1746"/>
                  <a:pt x="192" y="1743"/>
                </a:cubicBezTo>
                <a:cubicBezTo>
                  <a:pt x="177" y="1740"/>
                  <a:pt x="162" y="1735"/>
                  <a:pt x="147" y="1729"/>
                </a:cubicBezTo>
                <a:cubicBezTo>
                  <a:pt x="133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0"/>
                  <a:pt x="5" y="1555"/>
                </a:cubicBezTo>
                <a:cubicBezTo>
                  <a:pt x="2" y="1540"/>
                  <a:pt x="0" y="1524"/>
                  <a:pt x="0" y="1508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5257440" y="2219040"/>
            <a:ext cx="1114920" cy="629280"/>
          </a:xfrm>
          <a:custGeom>
            <a:avLst/>
            <a:gdLst/>
            <a:ahLst/>
            <a:rect l="0" t="0" r="r" b="b"/>
            <a:pathLst>
              <a:path w="3097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3" y="162"/>
                  <a:pt x="19" y="147"/>
                </a:cubicBezTo>
                <a:cubicBezTo>
                  <a:pt x="25" y="133"/>
                  <a:pt x="32" y="119"/>
                  <a:pt x="41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8" y="2"/>
                  <a:pt x="223" y="0"/>
                  <a:pt x="239" y="0"/>
                </a:cubicBezTo>
                <a:lnTo>
                  <a:pt x="2859" y="0"/>
                </a:lnTo>
                <a:cubicBezTo>
                  <a:pt x="2875" y="0"/>
                  <a:pt x="2890" y="2"/>
                  <a:pt x="2905" y="5"/>
                </a:cubicBezTo>
                <a:cubicBezTo>
                  <a:pt x="2921" y="8"/>
                  <a:pt x="2936" y="12"/>
                  <a:pt x="2950" y="18"/>
                </a:cubicBezTo>
                <a:cubicBezTo>
                  <a:pt x="2965" y="24"/>
                  <a:pt x="2978" y="32"/>
                  <a:pt x="2991" y="40"/>
                </a:cubicBezTo>
                <a:cubicBezTo>
                  <a:pt x="3004" y="49"/>
                  <a:pt x="3016" y="59"/>
                  <a:pt x="3027" y="70"/>
                </a:cubicBezTo>
                <a:cubicBezTo>
                  <a:pt x="3038" y="81"/>
                  <a:pt x="3048" y="93"/>
                  <a:pt x="3057" y="106"/>
                </a:cubicBezTo>
                <a:cubicBezTo>
                  <a:pt x="3066" y="119"/>
                  <a:pt x="3073" y="133"/>
                  <a:pt x="3079" y="147"/>
                </a:cubicBezTo>
                <a:cubicBezTo>
                  <a:pt x="3085" y="162"/>
                  <a:pt x="3089" y="177"/>
                  <a:pt x="3093" y="192"/>
                </a:cubicBezTo>
                <a:cubicBezTo>
                  <a:pt x="3096" y="207"/>
                  <a:pt x="3097" y="223"/>
                  <a:pt x="3097" y="238"/>
                </a:cubicBezTo>
                <a:lnTo>
                  <a:pt x="3097" y="1508"/>
                </a:lnTo>
                <a:cubicBezTo>
                  <a:pt x="3097" y="1524"/>
                  <a:pt x="3096" y="1540"/>
                  <a:pt x="3093" y="1555"/>
                </a:cubicBezTo>
                <a:cubicBezTo>
                  <a:pt x="3089" y="1570"/>
                  <a:pt x="3085" y="1585"/>
                  <a:pt x="3079" y="1600"/>
                </a:cubicBezTo>
                <a:cubicBezTo>
                  <a:pt x="3073" y="1614"/>
                  <a:pt x="3066" y="1628"/>
                  <a:pt x="3057" y="1641"/>
                </a:cubicBezTo>
                <a:cubicBezTo>
                  <a:pt x="3048" y="1654"/>
                  <a:pt x="3038" y="1666"/>
                  <a:pt x="3027" y="1677"/>
                </a:cubicBezTo>
                <a:cubicBezTo>
                  <a:pt x="3016" y="1688"/>
                  <a:pt x="3004" y="1699"/>
                  <a:pt x="2991" y="1707"/>
                </a:cubicBezTo>
                <a:cubicBezTo>
                  <a:pt x="2978" y="1716"/>
                  <a:pt x="2965" y="1723"/>
                  <a:pt x="2950" y="1729"/>
                </a:cubicBezTo>
                <a:cubicBezTo>
                  <a:pt x="2936" y="1735"/>
                  <a:pt x="2921" y="1740"/>
                  <a:pt x="2905" y="1743"/>
                </a:cubicBezTo>
                <a:cubicBezTo>
                  <a:pt x="2890" y="1746"/>
                  <a:pt x="2875" y="1748"/>
                  <a:pt x="2859" y="1748"/>
                </a:cubicBezTo>
                <a:lnTo>
                  <a:pt x="239" y="1748"/>
                </a:lnTo>
                <a:cubicBezTo>
                  <a:pt x="223" y="1748"/>
                  <a:pt x="208" y="1746"/>
                  <a:pt x="192" y="1743"/>
                </a:cubicBezTo>
                <a:cubicBezTo>
                  <a:pt x="177" y="1740"/>
                  <a:pt x="162" y="1735"/>
                  <a:pt x="147" y="1729"/>
                </a:cubicBezTo>
                <a:cubicBezTo>
                  <a:pt x="133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1" y="1641"/>
                </a:cubicBezTo>
                <a:cubicBezTo>
                  <a:pt x="32" y="1628"/>
                  <a:pt x="25" y="1614"/>
                  <a:pt x="19" y="1600"/>
                </a:cubicBezTo>
                <a:cubicBezTo>
                  <a:pt x="13" y="1585"/>
                  <a:pt x="8" y="1570"/>
                  <a:pt x="5" y="1555"/>
                </a:cubicBezTo>
                <a:cubicBezTo>
                  <a:pt x="2" y="1540"/>
                  <a:pt x="0" y="1524"/>
                  <a:pt x="0" y="1508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4889160" y="237816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5441760" y="2403000"/>
            <a:ext cx="81064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6848280" y="2219040"/>
            <a:ext cx="1429200" cy="629280"/>
          </a:xfrm>
          <a:custGeom>
            <a:avLst/>
            <a:gdLst/>
            <a:ahLst/>
            <a:rect l="0" t="0" r="r" b="b"/>
            <a:pathLst>
              <a:path w="3970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3732" y="0"/>
                </a:lnTo>
                <a:cubicBezTo>
                  <a:pt x="3747" y="0"/>
                  <a:pt x="3763" y="2"/>
                  <a:pt x="3778" y="5"/>
                </a:cubicBezTo>
                <a:cubicBezTo>
                  <a:pt x="3793" y="8"/>
                  <a:pt x="3808" y="12"/>
                  <a:pt x="3823" y="18"/>
                </a:cubicBezTo>
                <a:cubicBezTo>
                  <a:pt x="3837" y="24"/>
                  <a:pt x="3851" y="32"/>
                  <a:pt x="3864" y="40"/>
                </a:cubicBezTo>
                <a:cubicBezTo>
                  <a:pt x="3877" y="49"/>
                  <a:pt x="3889" y="59"/>
                  <a:pt x="3900" y="70"/>
                </a:cubicBezTo>
                <a:cubicBezTo>
                  <a:pt x="3911" y="81"/>
                  <a:pt x="3921" y="93"/>
                  <a:pt x="3930" y="106"/>
                </a:cubicBezTo>
                <a:cubicBezTo>
                  <a:pt x="3938" y="119"/>
                  <a:pt x="3946" y="133"/>
                  <a:pt x="3952" y="147"/>
                </a:cubicBezTo>
                <a:cubicBezTo>
                  <a:pt x="3958" y="162"/>
                  <a:pt x="3962" y="177"/>
                  <a:pt x="3965" y="192"/>
                </a:cubicBezTo>
                <a:cubicBezTo>
                  <a:pt x="3968" y="207"/>
                  <a:pt x="3970" y="223"/>
                  <a:pt x="3970" y="238"/>
                </a:cubicBezTo>
                <a:lnTo>
                  <a:pt x="3970" y="1508"/>
                </a:lnTo>
                <a:cubicBezTo>
                  <a:pt x="3970" y="1524"/>
                  <a:pt x="3968" y="1540"/>
                  <a:pt x="3965" y="1555"/>
                </a:cubicBezTo>
                <a:cubicBezTo>
                  <a:pt x="3962" y="1570"/>
                  <a:pt x="3958" y="1585"/>
                  <a:pt x="3952" y="1600"/>
                </a:cubicBezTo>
                <a:cubicBezTo>
                  <a:pt x="3946" y="1614"/>
                  <a:pt x="3938" y="1628"/>
                  <a:pt x="3930" y="1641"/>
                </a:cubicBezTo>
                <a:cubicBezTo>
                  <a:pt x="3921" y="1654"/>
                  <a:pt x="3911" y="1666"/>
                  <a:pt x="3900" y="1677"/>
                </a:cubicBezTo>
                <a:cubicBezTo>
                  <a:pt x="3889" y="1688"/>
                  <a:pt x="3877" y="1699"/>
                  <a:pt x="3864" y="1707"/>
                </a:cubicBezTo>
                <a:cubicBezTo>
                  <a:pt x="3851" y="1716"/>
                  <a:pt x="3837" y="1723"/>
                  <a:pt x="3823" y="1729"/>
                </a:cubicBezTo>
                <a:cubicBezTo>
                  <a:pt x="3808" y="1735"/>
                  <a:pt x="3793" y="1740"/>
                  <a:pt x="3778" y="1743"/>
                </a:cubicBezTo>
                <a:cubicBezTo>
                  <a:pt x="3763" y="1746"/>
                  <a:pt x="3747" y="1748"/>
                  <a:pt x="3732" y="1748"/>
                </a:cubicBezTo>
                <a:lnTo>
                  <a:pt x="238" y="1748"/>
                </a:lnTo>
                <a:cubicBezTo>
                  <a:pt x="223" y="1748"/>
                  <a:pt x="207" y="1746"/>
                  <a:pt x="192" y="1743"/>
                </a:cubicBezTo>
                <a:cubicBezTo>
                  <a:pt x="176" y="1740"/>
                  <a:pt x="161" y="1735"/>
                  <a:pt x="147" y="1729"/>
                </a:cubicBezTo>
                <a:cubicBezTo>
                  <a:pt x="133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8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6848280" y="2219040"/>
            <a:ext cx="1429200" cy="629280"/>
          </a:xfrm>
          <a:custGeom>
            <a:avLst/>
            <a:gdLst/>
            <a:ahLst/>
            <a:rect l="0" t="0" r="r" b="b"/>
            <a:pathLst>
              <a:path w="3970" h="1748">
                <a:moveTo>
                  <a:pt x="0" y="1508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3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3732" y="0"/>
                </a:lnTo>
                <a:cubicBezTo>
                  <a:pt x="3747" y="0"/>
                  <a:pt x="3763" y="2"/>
                  <a:pt x="3778" y="5"/>
                </a:cubicBezTo>
                <a:cubicBezTo>
                  <a:pt x="3793" y="8"/>
                  <a:pt x="3808" y="12"/>
                  <a:pt x="3823" y="18"/>
                </a:cubicBezTo>
                <a:cubicBezTo>
                  <a:pt x="3837" y="24"/>
                  <a:pt x="3851" y="32"/>
                  <a:pt x="3864" y="40"/>
                </a:cubicBezTo>
                <a:cubicBezTo>
                  <a:pt x="3877" y="49"/>
                  <a:pt x="3889" y="59"/>
                  <a:pt x="3900" y="70"/>
                </a:cubicBezTo>
                <a:cubicBezTo>
                  <a:pt x="3911" y="81"/>
                  <a:pt x="3921" y="93"/>
                  <a:pt x="3930" y="106"/>
                </a:cubicBezTo>
                <a:cubicBezTo>
                  <a:pt x="3938" y="119"/>
                  <a:pt x="3946" y="133"/>
                  <a:pt x="3952" y="147"/>
                </a:cubicBezTo>
                <a:cubicBezTo>
                  <a:pt x="3958" y="162"/>
                  <a:pt x="3962" y="177"/>
                  <a:pt x="3965" y="192"/>
                </a:cubicBezTo>
                <a:cubicBezTo>
                  <a:pt x="3968" y="207"/>
                  <a:pt x="3970" y="223"/>
                  <a:pt x="3970" y="238"/>
                </a:cubicBezTo>
                <a:lnTo>
                  <a:pt x="3970" y="1508"/>
                </a:lnTo>
                <a:cubicBezTo>
                  <a:pt x="3970" y="1524"/>
                  <a:pt x="3968" y="1540"/>
                  <a:pt x="3965" y="1555"/>
                </a:cubicBezTo>
                <a:cubicBezTo>
                  <a:pt x="3962" y="1570"/>
                  <a:pt x="3958" y="1585"/>
                  <a:pt x="3952" y="1600"/>
                </a:cubicBezTo>
                <a:cubicBezTo>
                  <a:pt x="3946" y="1614"/>
                  <a:pt x="3938" y="1628"/>
                  <a:pt x="3930" y="1641"/>
                </a:cubicBezTo>
                <a:cubicBezTo>
                  <a:pt x="3921" y="1654"/>
                  <a:pt x="3911" y="1666"/>
                  <a:pt x="3900" y="1677"/>
                </a:cubicBezTo>
                <a:cubicBezTo>
                  <a:pt x="3889" y="1688"/>
                  <a:pt x="3877" y="1699"/>
                  <a:pt x="3864" y="1707"/>
                </a:cubicBezTo>
                <a:cubicBezTo>
                  <a:pt x="3851" y="1716"/>
                  <a:pt x="3837" y="1723"/>
                  <a:pt x="3823" y="1729"/>
                </a:cubicBezTo>
                <a:cubicBezTo>
                  <a:pt x="3808" y="1735"/>
                  <a:pt x="3793" y="1740"/>
                  <a:pt x="3778" y="1743"/>
                </a:cubicBezTo>
                <a:cubicBezTo>
                  <a:pt x="3763" y="1746"/>
                  <a:pt x="3747" y="1748"/>
                  <a:pt x="3732" y="1748"/>
                </a:cubicBezTo>
                <a:lnTo>
                  <a:pt x="238" y="1748"/>
                </a:lnTo>
                <a:cubicBezTo>
                  <a:pt x="223" y="1748"/>
                  <a:pt x="207" y="1746"/>
                  <a:pt x="192" y="1743"/>
                </a:cubicBezTo>
                <a:cubicBezTo>
                  <a:pt x="176" y="1740"/>
                  <a:pt x="161" y="1735"/>
                  <a:pt x="147" y="1729"/>
                </a:cubicBezTo>
                <a:cubicBezTo>
                  <a:pt x="133" y="1723"/>
                  <a:pt x="119" y="1716"/>
                  <a:pt x="106" y="1707"/>
                </a:cubicBezTo>
                <a:cubicBezTo>
                  <a:pt x="93" y="1699"/>
                  <a:pt x="81" y="1688"/>
                  <a:pt x="70" y="1677"/>
                </a:cubicBezTo>
                <a:cubicBezTo>
                  <a:pt x="59" y="1666"/>
                  <a:pt x="49" y="1654"/>
                  <a:pt x="40" y="1641"/>
                </a:cubicBezTo>
                <a:cubicBezTo>
                  <a:pt x="31" y="1628"/>
                  <a:pt x="24" y="1614"/>
                  <a:pt x="18" y="1600"/>
                </a:cubicBezTo>
                <a:cubicBezTo>
                  <a:pt x="12" y="1585"/>
                  <a:pt x="8" y="1570"/>
                  <a:pt x="5" y="1555"/>
                </a:cubicBezTo>
                <a:cubicBezTo>
                  <a:pt x="2" y="1540"/>
                  <a:pt x="0" y="1524"/>
                  <a:pt x="0" y="1508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6477480" y="2378160"/>
            <a:ext cx="28887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7029720" y="2403000"/>
            <a:ext cx="11531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148280" y="3182040"/>
            <a:ext cx="4243752" cy="681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48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Transforming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3360960" y="4292640"/>
            <a:ext cx="5908204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(mostly images, but this applies to videos too!)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400040" y="1809720"/>
            <a:ext cx="2724480" cy="609840"/>
          </a:xfrm>
          <a:custGeom>
            <a:avLst/>
            <a:gdLst/>
            <a:ahLst/>
            <a:rect l="0" t="0" r="r" b="b"/>
            <a:pathLst>
              <a:path w="7568" h="1694">
                <a:moveTo>
                  <a:pt x="0" y="145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1"/>
                  <a:pt x="7375" y="4"/>
                </a:cubicBezTo>
                <a:cubicBezTo>
                  <a:pt x="7391" y="7"/>
                  <a:pt x="7406" y="12"/>
                  <a:pt x="7420" y="18"/>
                </a:cubicBezTo>
                <a:cubicBezTo>
                  <a:pt x="7434" y="24"/>
                  <a:pt x="7448" y="31"/>
                  <a:pt x="7461" y="40"/>
                </a:cubicBezTo>
                <a:cubicBezTo>
                  <a:pt x="7475" y="48"/>
                  <a:pt x="7487" y="58"/>
                  <a:pt x="7498" y="69"/>
                </a:cubicBezTo>
                <a:cubicBezTo>
                  <a:pt x="7509" y="80"/>
                  <a:pt x="7519" y="92"/>
                  <a:pt x="7528" y="105"/>
                </a:cubicBezTo>
                <a:cubicBezTo>
                  <a:pt x="7537" y="118"/>
                  <a:pt x="7544" y="132"/>
                  <a:pt x="7550" y="147"/>
                </a:cubicBezTo>
                <a:cubicBezTo>
                  <a:pt x="7556" y="161"/>
                  <a:pt x="7560" y="176"/>
                  <a:pt x="7563" y="191"/>
                </a:cubicBezTo>
                <a:cubicBezTo>
                  <a:pt x="7566" y="207"/>
                  <a:pt x="7568" y="222"/>
                  <a:pt x="7568" y="238"/>
                </a:cubicBezTo>
                <a:lnTo>
                  <a:pt x="7568" y="1456"/>
                </a:lnTo>
                <a:cubicBezTo>
                  <a:pt x="7568" y="1471"/>
                  <a:pt x="7566" y="1487"/>
                  <a:pt x="7563" y="1502"/>
                </a:cubicBezTo>
                <a:cubicBezTo>
                  <a:pt x="7560" y="1518"/>
                  <a:pt x="7556" y="1532"/>
                  <a:pt x="7550" y="1547"/>
                </a:cubicBezTo>
                <a:cubicBezTo>
                  <a:pt x="7544" y="1561"/>
                  <a:pt x="7537" y="1575"/>
                  <a:pt x="7528" y="1588"/>
                </a:cubicBezTo>
                <a:cubicBezTo>
                  <a:pt x="7519" y="1601"/>
                  <a:pt x="7509" y="1613"/>
                  <a:pt x="7498" y="1624"/>
                </a:cubicBezTo>
                <a:cubicBezTo>
                  <a:pt x="7487" y="1635"/>
                  <a:pt x="7475" y="1645"/>
                  <a:pt x="7461" y="1654"/>
                </a:cubicBezTo>
                <a:cubicBezTo>
                  <a:pt x="7448" y="1662"/>
                  <a:pt x="7434" y="1670"/>
                  <a:pt x="7420" y="1676"/>
                </a:cubicBezTo>
                <a:cubicBezTo>
                  <a:pt x="7406" y="1682"/>
                  <a:pt x="7391" y="1686"/>
                  <a:pt x="7375" y="1689"/>
                </a:cubicBezTo>
                <a:cubicBezTo>
                  <a:pt x="7360" y="1692"/>
                  <a:pt x="7344" y="1694"/>
                  <a:pt x="7329" y="1694"/>
                </a:cubicBezTo>
                <a:lnTo>
                  <a:pt x="238" y="1694"/>
                </a:lnTo>
                <a:cubicBezTo>
                  <a:pt x="222" y="1694"/>
                  <a:pt x="207" y="1692"/>
                  <a:pt x="192" y="1689"/>
                </a:cubicBezTo>
                <a:cubicBezTo>
                  <a:pt x="176" y="1686"/>
                  <a:pt x="161" y="1682"/>
                  <a:pt x="147" y="1676"/>
                </a:cubicBezTo>
                <a:cubicBezTo>
                  <a:pt x="132" y="1670"/>
                  <a:pt x="119" y="1662"/>
                  <a:pt x="106" y="1654"/>
                </a:cubicBezTo>
                <a:cubicBezTo>
                  <a:pt x="93" y="1645"/>
                  <a:pt x="81" y="1635"/>
                  <a:pt x="70" y="1624"/>
                </a:cubicBezTo>
                <a:cubicBezTo>
                  <a:pt x="59" y="1613"/>
                  <a:pt x="49" y="1601"/>
                  <a:pt x="40" y="1588"/>
                </a:cubicBezTo>
                <a:cubicBezTo>
                  <a:pt x="31" y="1575"/>
                  <a:pt x="24" y="1561"/>
                  <a:pt x="18" y="1547"/>
                </a:cubicBezTo>
                <a:cubicBezTo>
                  <a:pt x="12" y="1532"/>
                  <a:pt x="8" y="1518"/>
                  <a:pt x="4" y="1502"/>
                </a:cubicBezTo>
                <a:cubicBezTo>
                  <a:pt x="1" y="1487"/>
                  <a:pt x="0" y="1471"/>
                  <a:pt x="0" y="1456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400040" y="1809720"/>
            <a:ext cx="2724480" cy="609840"/>
          </a:xfrm>
          <a:custGeom>
            <a:avLst/>
            <a:gdLst/>
            <a:ahLst/>
            <a:rect l="0" t="0" r="r" b="b"/>
            <a:pathLst>
              <a:path w="7568" h="1694">
                <a:moveTo>
                  <a:pt x="0" y="1456"/>
                </a:moveTo>
                <a:lnTo>
                  <a:pt x="0" y="238"/>
                </a:lnTo>
                <a:cubicBezTo>
                  <a:pt x="0" y="222"/>
                  <a:pt x="1" y="207"/>
                  <a:pt x="4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1"/>
                  <a:pt x="7375" y="4"/>
                </a:cubicBezTo>
                <a:cubicBezTo>
                  <a:pt x="7391" y="7"/>
                  <a:pt x="7406" y="12"/>
                  <a:pt x="7420" y="18"/>
                </a:cubicBezTo>
                <a:cubicBezTo>
                  <a:pt x="7434" y="24"/>
                  <a:pt x="7448" y="31"/>
                  <a:pt x="7461" y="40"/>
                </a:cubicBezTo>
                <a:cubicBezTo>
                  <a:pt x="7475" y="48"/>
                  <a:pt x="7487" y="58"/>
                  <a:pt x="7498" y="69"/>
                </a:cubicBezTo>
                <a:cubicBezTo>
                  <a:pt x="7509" y="80"/>
                  <a:pt x="7519" y="92"/>
                  <a:pt x="7528" y="105"/>
                </a:cubicBezTo>
                <a:cubicBezTo>
                  <a:pt x="7537" y="118"/>
                  <a:pt x="7544" y="132"/>
                  <a:pt x="7550" y="147"/>
                </a:cubicBezTo>
                <a:cubicBezTo>
                  <a:pt x="7556" y="161"/>
                  <a:pt x="7560" y="176"/>
                  <a:pt x="7563" y="191"/>
                </a:cubicBezTo>
                <a:cubicBezTo>
                  <a:pt x="7566" y="207"/>
                  <a:pt x="7568" y="222"/>
                  <a:pt x="7568" y="238"/>
                </a:cubicBezTo>
                <a:lnTo>
                  <a:pt x="7568" y="1456"/>
                </a:lnTo>
                <a:cubicBezTo>
                  <a:pt x="7568" y="1471"/>
                  <a:pt x="7566" y="1487"/>
                  <a:pt x="7563" y="1502"/>
                </a:cubicBezTo>
                <a:cubicBezTo>
                  <a:pt x="7560" y="1518"/>
                  <a:pt x="7556" y="1532"/>
                  <a:pt x="7550" y="1547"/>
                </a:cubicBezTo>
                <a:cubicBezTo>
                  <a:pt x="7544" y="1561"/>
                  <a:pt x="7537" y="1575"/>
                  <a:pt x="7528" y="1588"/>
                </a:cubicBezTo>
                <a:cubicBezTo>
                  <a:pt x="7519" y="1601"/>
                  <a:pt x="7509" y="1613"/>
                  <a:pt x="7498" y="1624"/>
                </a:cubicBezTo>
                <a:cubicBezTo>
                  <a:pt x="7487" y="1635"/>
                  <a:pt x="7475" y="1645"/>
                  <a:pt x="7461" y="1654"/>
                </a:cubicBezTo>
                <a:cubicBezTo>
                  <a:pt x="7448" y="1662"/>
                  <a:pt x="7434" y="1670"/>
                  <a:pt x="7420" y="1676"/>
                </a:cubicBezTo>
                <a:cubicBezTo>
                  <a:pt x="7406" y="1682"/>
                  <a:pt x="7391" y="1686"/>
                  <a:pt x="7375" y="1689"/>
                </a:cubicBezTo>
                <a:cubicBezTo>
                  <a:pt x="7360" y="1692"/>
                  <a:pt x="7344" y="1694"/>
                  <a:pt x="7329" y="1694"/>
                </a:cubicBezTo>
                <a:lnTo>
                  <a:pt x="238" y="1694"/>
                </a:lnTo>
                <a:cubicBezTo>
                  <a:pt x="222" y="1694"/>
                  <a:pt x="207" y="1692"/>
                  <a:pt x="192" y="1689"/>
                </a:cubicBezTo>
                <a:cubicBezTo>
                  <a:pt x="176" y="1686"/>
                  <a:pt x="161" y="1682"/>
                  <a:pt x="147" y="1676"/>
                </a:cubicBezTo>
                <a:cubicBezTo>
                  <a:pt x="132" y="1670"/>
                  <a:pt x="119" y="1662"/>
                  <a:pt x="106" y="1654"/>
                </a:cubicBezTo>
                <a:cubicBezTo>
                  <a:pt x="93" y="1645"/>
                  <a:pt x="81" y="1635"/>
                  <a:pt x="70" y="1624"/>
                </a:cubicBezTo>
                <a:cubicBezTo>
                  <a:pt x="59" y="1613"/>
                  <a:pt x="49" y="1601"/>
                  <a:pt x="40" y="1588"/>
                </a:cubicBezTo>
                <a:cubicBezTo>
                  <a:pt x="31" y="1575"/>
                  <a:pt x="24" y="1561"/>
                  <a:pt x="18" y="1547"/>
                </a:cubicBezTo>
                <a:cubicBezTo>
                  <a:pt x="12" y="1532"/>
                  <a:pt x="8" y="1518"/>
                  <a:pt x="4" y="1502"/>
                </a:cubicBezTo>
                <a:cubicBezTo>
                  <a:pt x="1" y="1487"/>
                  <a:pt x="0" y="1471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666720" y="1083960"/>
            <a:ext cx="788914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The bare minimum for an image pipeline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599120" y="1896480"/>
            <a:ext cx="1567252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decode_image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3112200" y="1947960"/>
            <a:ext cx="89735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TorchCodec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2362680" y="2193840"/>
            <a:ext cx="812592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EXPENSIVE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802880" y="244692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400040" y="2695320"/>
            <a:ext cx="2724480" cy="610200"/>
          </a:xfrm>
          <a:custGeom>
            <a:avLst/>
            <a:gdLst/>
            <a:ahLst/>
            <a:rect l="0" t="0" r="r" b="b"/>
            <a:pathLst>
              <a:path w="7568" h="1695">
                <a:moveTo>
                  <a:pt x="0" y="1456"/>
                </a:moveTo>
                <a:lnTo>
                  <a:pt x="0" y="239"/>
                </a:lnTo>
                <a:cubicBezTo>
                  <a:pt x="0" y="224"/>
                  <a:pt x="1" y="208"/>
                  <a:pt x="4" y="193"/>
                </a:cubicBezTo>
                <a:cubicBezTo>
                  <a:pt x="8" y="178"/>
                  <a:pt x="12" y="163"/>
                  <a:pt x="18" y="148"/>
                </a:cubicBezTo>
                <a:cubicBezTo>
                  <a:pt x="24" y="134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2"/>
                  <a:pt x="7375" y="5"/>
                </a:cubicBezTo>
                <a:cubicBezTo>
                  <a:pt x="7391" y="8"/>
                  <a:pt x="7406" y="12"/>
                  <a:pt x="7420" y="18"/>
                </a:cubicBezTo>
                <a:cubicBezTo>
                  <a:pt x="7434" y="24"/>
                  <a:pt x="7448" y="32"/>
                  <a:pt x="7461" y="40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4"/>
                  <a:pt x="7550" y="148"/>
                </a:cubicBezTo>
                <a:cubicBezTo>
                  <a:pt x="7556" y="163"/>
                  <a:pt x="7560" y="178"/>
                  <a:pt x="7563" y="193"/>
                </a:cubicBezTo>
                <a:cubicBezTo>
                  <a:pt x="7566" y="208"/>
                  <a:pt x="7568" y="224"/>
                  <a:pt x="7568" y="239"/>
                </a:cubicBezTo>
                <a:lnTo>
                  <a:pt x="7568" y="1456"/>
                </a:lnTo>
                <a:cubicBezTo>
                  <a:pt x="7568" y="1472"/>
                  <a:pt x="7566" y="1488"/>
                  <a:pt x="7563" y="1503"/>
                </a:cubicBezTo>
                <a:cubicBezTo>
                  <a:pt x="7560" y="1518"/>
                  <a:pt x="7556" y="1533"/>
                  <a:pt x="7550" y="1548"/>
                </a:cubicBezTo>
                <a:cubicBezTo>
                  <a:pt x="7544" y="1562"/>
                  <a:pt x="7537" y="1576"/>
                  <a:pt x="7528" y="1589"/>
                </a:cubicBezTo>
                <a:cubicBezTo>
                  <a:pt x="7519" y="1602"/>
                  <a:pt x="7509" y="1614"/>
                  <a:pt x="7498" y="1625"/>
                </a:cubicBezTo>
                <a:cubicBezTo>
                  <a:pt x="7487" y="1636"/>
                  <a:pt x="7475" y="1646"/>
                  <a:pt x="7461" y="1654"/>
                </a:cubicBezTo>
                <a:cubicBezTo>
                  <a:pt x="7448" y="1663"/>
                  <a:pt x="7434" y="1670"/>
                  <a:pt x="7420" y="1676"/>
                </a:cubicBezTo>
                <a:cubicBezTo>
                  <a:pt x="7406" y="1682"/>
                  <a:pt x="7391" y="1687"/>
                  <a:pt x="7375" y="1690"/>
                </a:cubicBezTo>
                <a:cubicBezTo>
                  <a:pt x="7360" y="1693"/>
                  <a:pt x="7344" y="1695"/>
                  <a:pt x="7329" y="1695"/>
                </a:cubicBezTo>
                <a:lnTo>
                  <a:pt x="238" y="1695"/>
                </a:lnTo>
                <a:cubicBezTo>
                  <a:pt x="222" y="1695"/>
                  <a:pt x="207" y="1693"/>
                  <a:pt x="192" y="1690"/>
                </a:cubicBezTo>
                <a:cubicBezTo>
                  <a:pt x="176" y="1687"/>
                  <a:pt x="161" y="1682"/>
                  <a:pt x="147" y="1676"/>
                </a:cubicBezTo>
                <a:cubicBezTo>
                  <a:pt x="132" y="1670"/>
                  <a:pt x="119" y="1663"/>
                  <a:pt x="106" y="1654"/>
                </a:cubicBezTo>
                <a:cubicBezTo>
                  <a:pt x="93" y="1646"/>
                  <a:pt x="81" y="1636"/>
                  <a:pt x="70" y="1625"/>
                </a:cubicBezTo>
                <a:cubicBezTo>
                  <a:pt x="59" y="1614"/>
                  <a:pt x="49" y="1602"/>
                  <a:pt x="40" y="1589"/>
                </a:cubicBezTo>
                <a:cubicBezTo>
                  <a:pt x="31" y="1576"/>
                  <a:pt x="24" y="1562"/>
                  <a:pt x="18" y="1548"/>
                </a:cubicBezTo>
                <a:cubicBezTo>
                  <a:pt x="12" y="1533"/>
                  <a:pt x="8" y="1518"/>
                  <a:pt x="4" y="1503"/>
                </a:cubicBezTo>
                <a:cubicBezTo>
                  <a:pt x="1" y="1488"/>
                  <a:pt x="0" y="1472"/>
                  <a:pt x="0" y="1456"/>
                </a:cubicBezTo>
                <a:close/>
              </a:path>
            </a:pathLst>
          </a:custGeom>
          <a:solidFill>
            <a:srgbClr val="fde8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400040" y="2695320"/>
            <a:ext cx="2724480" cy="610200"/>
          </a:xfrm>
          <a:custGeom>
            <a:avLst/>
            <a:gdLst/>
            <a:ahLst/>
            <a:rect l="0" t="0" r="r" b="b"/>
            <a:pathLst>
              <a:path w="7568" h="1695">
                <a:moveTo>
                  <a:pt x="0" y="1456"/>
                </a:moveTo>
                <a:lnTo>
                  <a:pt x="0" y="239"/>
                </a:lnTo>
                <a:cubicBezTo>
                  <a:pt x="0" y="224"/>
                  <a:pt x="1" y="208"/>
                  <a:pt x="4" y="193"/>
                </a:cubicBezTo>
                <a:cubicBezTo>
                  <a:pt x="8" y="178"/>
                  <a:pt x="12" y="163"/>
                  <a:pt x="18" y="148"/>
                </a:cubicBezTo>
                <a:cubicBezTo>
                  <a:pt x="24" y="134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2"/>
                  <a:pt x="132" y="24"/>
                  <a:pt x="147" y="18"/>
                </a:cubicBezTo>
                <a:cubicBezTo>
                  <a:pt x="161" y="12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2"/>
                  <a:pt x="7375" y="5"/>
                </a:cubicBezTo>
                <a:cubicBezTo>
                  <a:pt x="7391" y="8"/>
                  <a:pt x="7406" y="12"/>
                  <a:pt x="7420" y="18"/>
                </a:cubicBezTo>
                <a:cubicBezTo>
                  <a:pt x="7434" y="24"/>
                  <a:pt x="7448" y="32"/>
                  <a:pt x="7461" y="40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4"/>
                  <a:pt x="7550" y="148"/>
                </a:cubicBezTo>
                <a:cubicBezTo>
                  <a:pt x="7556" y="163"/>
                  <a:pt x="7560" y="178"/>
                  <a:pt x="7563" y="193"/>
                </a:cubicBezTo>
                <a:cubicBezTo>
                  <a:pt x="7566" y="208"/>
                  <a:pt x="7568" y="224"/>
                  <a:pt x="7568" y="239"/>
                </a:cubicBezTo>
                <a:lnTo>
                  <a:pt x="7568" y="1456"/>
                </a:lnTo>
                <a:cubicBezTo>
                  <a:pt x="7568" y="1472"/>
                  <a:pt x="7566" y="1488"/>
                  <a:pt x="7563" y="1503"/>
                </a:cubicBezTo>
                <a:cubicBezTo>
                  <a:pt x="7560" y="1518"/>
                  <a:pt x="7556" y="1533"/>
                  <a:pt x="7550" y="1548"/>
                </a:cubicBezTo>
                <a:cubicBezTo>
                  <a:pt x="7544" y="1562"/>
                  <a:pt x="7537" y="1576"/>
                  <a:pt x="7528" y="1589"/>
                </a:cubicBezTo>
                <a:cubicBezTo>
                  <a:pt x="7519" y="1602"/>
                  <a:pt x="7509" y="1614"/>
                  <a:pt x="7498" y="1625"/>
                </a:cubicBezTo>
                <a:cubicBezTo>
                  <a:pt x="7487" y="1636"/>
                  <a:pt x="7475" y="1646"/>
                  <a:pt x="7461" y="1654"/>
                </a:cubicBezTo>
                <a:cubicBezTo>
                  <a:pt x="7448" y="1663"/>
                  <a:pt x="7434" y="1670"/>
                  <a:pt x="7420" y="1676"/>
                </a:cubicBezTo>
                <a:cubicBezTo>
                  <a:pt x="7406" y="1682"/>
                  <a:pt x="7391" y="1687"/>
                  <a:pt x="7375" y="1690"/>
                </a:cubicBezTo>
                <a:cubicBezTo>
                  <a:pt x="7360" y="1693"/>
                  <a:pt x="7344" y="1695"/>
                  <a:pt x="7329" y="1695"/>
                </a:cubicBezTo>
                <a:lnTo>
                  <a:pt x="238" y="1695"/>
                </a:lnTo>
                <a:cubicBezTo>
                  <a:pt x="222" y="1695"/>
                  <a:pt x="207" y="1693"/>
                  <a:pt x="192" y="1690"/>
                </a:cubicBezTo>
                <a:cubicBezTo>
                  <a:pt x="176" y="1687"/>
                  <a:pt x="161" y="1682"/>
                  <a:pt x="147" y="1676"/>
                </a:cubicBezTo>
                <a:cubicBezTo>
                  <a:pt x="132" y="1670"/>
                  <a:pt x="119" y="1663"/>
                  <a:pt x="106" y="1654"/>
                </a:cubicBezTo>
                <a:cubicBezTo>
                  <a:pt x="93" y="1646"/>
                  <a:pt x="81" y="1636"/>
                  <a:pt x="70" y="1625"/>
                </a:cubicBezTo>
                <a:cubicBezTo>
                  <a:pt x="59" y="1614"/>
                  <a:pt x="49" y="1602"/>
                  <a:pt x="40" y="1589"/>
                </a:cubicBezTo>
                <a:cubicBezTo>
                  <a:pt x="31" y="1576"/>
                  <a:pt x="24" y="1562"/>
                  <a:pt x="18" y="1548"/>
                </a:cubicBezTo>
                <a:cubicBezTo>
                  <a:pt x="12" y="1533"/>
                  <a:pt x="8" y="1518"/>
                  <a:pt x="4" y="1503"/>
                </a:cubicBezTo>
                <a:cubicBezTo>
                  <a:pt x="1" y="1488"/>
                  <a:pt x="0" y="1472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ee4c2c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1950840" y="2481480"/>
            <a:ext cx="1922227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uint8 tensor, channels-last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942200" y="2782080"/>
            <a:ext cx="639964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resize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2593800" y="2833920"/>
            <a:ext cx="1089417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TorchVision v2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2362680" y="3079800"/>
            <a:ext cx="812592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EXPENSIVE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400040" y="3581280"/>
            <a:ext cx="2724480" cy="609840"/>
          </a:xfrm>
          <a:custGeom>
            <a:avLst/>
            <a:gdLst/>
            <a:ahLst/>
            <a:rect l="0" t="0" r="r" b="b"/>
            <a:pathLst>
              <a:path w="7568" h="1694">
                <a:moveTo>
                  <a:pt x="0" y="1456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1"/>
                  <a:pt x="7375" y="4"/>
                </a:cubicBezTo>
                <a:cubicBezTo>
                  <a:pt x="7391" y="7"/>
                  <a:pt x="7406" y="12"/>
                  <a:pt x="7420" y="18"/>
                </a:cubicBezTo>
                <a:cubicBezTo>
                  <a:pt x="7434" y="24"/>
                  <a:pt x="7448" y="31"/>
                  <a:pt x="7461" y="40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2"/>
                  <a:pt x="7550" y="147"/>
                </a:cubicBezTo>
                <a:cubicBezTo>
                  <a:pt x="7556" y="161"/>
                  <a:pt x="7560" y="176"/>
                  <a:pt x="7563" y="192"/>
                </a:cubicBezTo>
                <a:cubicBezTo>
                  <a:pt x="7566" y="207"/>
                  <a:pt x="7568" y="222"/>
                  <a:pt x="7568" y="238"/>
                </a:cubicBezTo>
                <a:lnTo>
                  <a:pt x="7568" y="1456"/>
                </a:lnTo>
                <a:cubicBezTo>
                  <a:pt x="7568" y="1472"/>
                  <a:pt x="7566" y="1487"/>
                  <a:pt x="7563" y="1502"/>
                </a:cubicBezTo>
                <a:cubicBezTo>
                  <a:pt x="7560" y="1518"/>
                  <a:pt x="7556" y="1533"/>
                  <a:pt x="7550" y="1547"/>
                </a:cubicBezTo>
                <a:cubicBezTo>
                  <a:pt x="7544" y="1562"/>
                  <a:pt x="7537" y="1575"/>
                  <a:pt x="7528" y="1588"/>
                </a:cubicBezTo>
                <a:cubicBezTo>
                  <a:pt x="7519" y="1601"/>
                  <a:pt x="7509" y="1613"/>
                  <a:pt x="7498" y="1624"/>
                </a:cubicBezTo>
                <a:cubicBezTo>
                  <a:pt x="7487" y="1635"/>
                  <a:pt x="7475" y="1645"/>
                  <a:pt x="7461" y="1654"/>
                </a:cubicBezTo>
                <a:cubicBezTo>
                  <a:pt x="7448" y="1663"/>
                  <a:pt x="7434" y="1670"/>
                  <a:pt x="7420" y="1676"/>
                </a:cubicBezTo>
                <a:cubicBezTo>
                  <a:pt x="7406" y="1682"/>
                  <a:pt x="7391" y="1687"/>
                  <a:pt x="7375" y="1690"/>
                </a:cubicBezTo>
                <a:cubicBezTo>
                  <a:pt x="7360" y="1693"/>
                  <a:pt x="7344" y="1694"/>
                  <a:pt x="7329" y="1694"/>
                </a:cubicBezTo>
                <a:lnTo>
                  <a:pt x="238" y="1694"/>
                </a:lnTo>
                <a:cubicBezTo>
                  <a:pt x="222" y="1694"/>
                  <a:pt x="207" y="1693"/>
                  <a:pt x="192" y="1690"/>
                </a:cubicBezTo>
                <a:cubicBezTo>
                  <a:pt x="176" y="1687"/>
                  <a:pt x="161" y="1682"/>
                  <a:pt x="147" y="1676"/>
                </a:cubicBezTo>
                <a:cubicBezTo>
                  <a:pt x="132" y="1670"/>
                  <a:pt x="119" y="1663"/>
                  <a:pt x="106" y="1654"/>
                </a:cubicBezTo>
                <a:cubicBezTo>
                  <a:pt x="93" y="1645"/>
                  <a:pt x="81" y="1635"/>
                  <a:pt x="70" y="1624"/>
                </a:cubicBezTo>
                <a:cubicBezTo>
                  <a:pt x="59" y="1613"/>
                  <a:pt x="49" y="1601"/>
                  <a:pt x="40" y="1588"/>
                </a:cubicBezTo>
                <a:cubicBezTo>
                  <a:pt x="31" y="1575"/>
                  <a:pt x="24" y="1562"/>
                  <a:pt x="18" y="1547"/>
                </a:cubicBezTo>
                <a:cubicBezTo>
                  <a:pt x="12" y="1533"/>
                  <a:pt x="8" y="1518"/>
                  <a:pt x="4" y="1502"/>
                </a:cubicBezTo>
                <a:cubicBezTo>
                  <a:pt x="1" y="1487"/>
                  <a:pt x="0" y="1472"/>
                  <a:pt x="0" y="1456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1400040" y="3581280"/>
            <a:ext cx="2724480" cy="609840"/>
          </a:xfrm>
          <a:custGeom>
            <a:avLst/>
            <a:gdLst/>
            <a:ahLst/>
            <a:rect l="0" t="0" r="r" b="b"/>
            <a:pathLst>
              <a:path w="7568" h="1694">
                <a:moveTo>
                  <a:pt x="0" y="1456"/>
                </a:moveTo>
                <a:lnTo>
                  <a:pt x="0" y="238"/>
                </a:lnTo>
                <a:cubicBezTo>
                  <a:pt x="0" y="222"/>
                  <a:pt x="1" y="207"/>
                  <a:pt x="4" y="192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0"/>
                </a:cubicBezTo>
                <a:cubicBezTo>
                  <a:pt x="119" y="31"/>
                  <a:pt x="132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1"/>
                  <a:pt x="7375" y="4"/>
                </a:cubicBezTo>
                <a:cubicBezTo>
                  <a:pt x="7391" y="7"/>
                  <a:pt x="7406" y="12"/>
                  <a:pt x="7420" y="18"/>
                </a:cubicBezTo>
                <a:cubicBezTo>
                  <a:pt x="7434" y="24"/>
                  <a:pt x="7448" y="31"/>
                  <a:pt x="7461" y="40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2"/>
                  <a:pt x="7550" y="147"/>
                </a:cubicBezTo>
                <a:cubicBezTo>
                  <a:pt x="7556" y="161"/>
                  <a:pt x="7560" y="176"/>
                  <a:pt x="7563" y="192"/>
                </a:cubicBezTo>
                <a:cubicBezTo>
                  <a:pt x="7566" y="207"/>
                  <a:pt x="7568" y="222"/>
                  <a:pt x="7568" y="238"/>
                </a:cubicBezTo>
                <a:lnTo>
                  <a:pt x="7568" y="1456"/>
                </a:lnTo>
                <a:cubicBezTo>
                  <a:pt x="7568" y="1472"/>
                  <a:pt x="7566" y="1487"/>
                  <a:pt x="7563" y="1502"/>
                </a:cubicBezTo>
                <a:cubicBezTo>
                  <a:pt x="7560" y="1518"/>
                  <a:pt x="7556" y="1533"/>
                  <a:pt x="7550" y="1547"/>
                </a:cubicBezTo>
                <a:cubicBezTo>
                  <a:pt x="7544" y="1562"/>
                  <a:pt x="7537" y="1575"/>
                  <a:pt x="7528" y="1588"/>
                </a:cubicBezTo>
                <a:cubicBezTo>
                  <a:pt x="7519" y="1601"/>
                  <a:pt x="7509" y="1613"/>
                  <a:pt x="7498" y="1624"/>
                </a:cubicBezTo>
                <a:cubicBezTo>
                  <a:pt x="7487" y="1635"/>
                  <a:pt x="7475" y="1645"/>
                  <a:pt x="7461" y="1654"/>
                </a:cubicBezTo>
                <a:cubicBezTo>
                  <a:pt x="7448" y="1663"/>
                  <a:pt x="7434" y="1670"/>
                  <a:pt x="7420" y="1676"/>
                </a:cubicBezTo>
                <a:cubicBezTo>
                  <a:pt x="7406" y="1682"/>
                  <a:pt x="7391" y="1687"/>
                  <a:pt x="7375" y="1690"/>
                </a:cubicBezTo>
                <a:cubicBezTo>
                  <a:pt x="7360" y="1693"/>
                  <a:pt x="7344" y="1694"/>
                  <a:pt x="7329" y="1694"/>
                </a:cubicBezTo>
                <a:lnTo>
                  <a:pt x="238" y="1694"/>
                </a:lnTo>
                <a:cubicBezTo>
                  <a:pt x="222" y="1694"/>
                  <a:pt x="207" y="1693"/>
                  <a:pt x="192" y="1690"/>
                </a:cubicBezTo>
                <a:cubicBezTo>
                  <a:pt x="176" y="1687"/>
                  <a:pt x="161" y="1682"/>
                  <a:pt x="147" y="1676"/>
                </a:cubicBezTo>
                <a:cubicBezTo>
                  <a:pt x="132" y="1670"/>
                  <a:pt x="119" y="1663"/>
                  <a:pt x="106" y="1654"/>
                </a:cubicBezTo>
                <a:cubicBezTo>
                  <a:pt x="93" y="1645"/>
                  <a:pt x="81" y="1635"/>
                  <a:pt x="70" y="1624"/>
                </a:cubicBezTo>
                <a:cubicBezTo>
                  <a:pt x="59" y="1613"/>
                  <a:pt x="49" y="1601"/>
                  <a:pt x="40" y="1588"/>
                </a:cubicBezTo>
                <a:cubicBezTo>
                  <a:pt x="31" y="1575"/>
                  <a:pt x="24" y="1562"/>
                  <a:pt x="18" y="1547"/>
                </a:cubicBezTo>
                <a:cubicBezTo>
                  <a:pt x="12" y="1533"/>
                  <a:pt x="8" y="1518"/>
                  <a:pt x="4" y="1502"/>
                </a:cubicBezTo>
                <a:cubicBezTo>
                  <a:pt x="1" y="1487"/>
                  <a:pt x="0" y="1472"/>
                  <a:pt x="0" y="1456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2714760" y="33328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2120400" y="3668040"/>
            <a:ext cx="853027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ToDtype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2946240" y="3719880"/>
            <a:ext cx="494942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float32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2516760" y="3965400"/>
            <a:ext cx="5019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1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CHEAP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1400040" y="4466880"/>
            <a:ext cx="2724480" cy="610200"/>
          </a:xfrm>
          <a:custGeom>
            <a:avLst/>
            <a:gdLst/>
            <a:ahLst/>
            <a:rect l="0" t="0" r="r" b="b"/>
            <a:pathLst>
              <a:path w="7568" h="1695">
                <a:moveTo>
                  <a:pt x="0" y="1457"/>
                </a:moveTo>
                <a:lnTo>
                  <a:pt x="0" y="239"/>
                </a:lnTo>
                <a:cubicBezTo>
                  <a:pt x="0" y="223"/>
                  <a:pt x="1" y="207"/>
                  <a:pt x="4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2" y="25"/>
                  <a:pt x="147" y="19"/>
                </a:cubicBezTo>
                <a:cubicBezTo>
                  <a:pt x="161" y="13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2"/>
                  <a:pt x="7375" y="5"/>
                </a:cubicBezTo>
                <a:cubicBezTo>
                  <a:pt x="7391" y="8"/>
                  <a:pt x="7406" y="13"/>
                  <a:pt x="7420" y="19"/>
                </a:cubicBezTo>
                <a:cubicBezTo>
                  <a:pt x="7434" y="25"/>
                  <a:pt x="7448" y="32"/>
                  <a:pt x="7461" y="41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3"/>
                  <a:pt x="7550" y="147"/>
                </a:cubicBezTo>
                <a:cubicBezTo>
                  <a:pt x="7556" y="162"/>
                  <a:pt x="7560" y="177"/>
                  <a:pt x="7563" y="192"/>
                </a:cubicBezTo>
                <a:cubicBezTo>
                  <a:pt x="7566" y="207"/>
                  <a:pt x="7568" y="223"/>
                  <a:pt x="7568" y="239"/>
                </a:cubicBezTo>
                <a:lnTo>
                  <a:pt x="7568" y="1457"/>
                </a:lnTo>
                <a:cubicBezTo>
                  <a:pt x="7568" y="1472"/>
                  <a:pt x="7566" y="1488"/>
                  <a:pt x="7563" y="1503"/>
                </a:cubicBezTo>
                <a:cubicBezTo>
                  <a:pt x="7560" y="1518"/>
                  <a:pt x="7556" y="1533"/>
                  <a:pt x="7550" y="1548"/>
                </a:cubicBezTo>
                <a:cubicBezTo>
                  <a:pt x="7544" y="1562"/>
                  <a:pt x="7537" y="1576"/>
                  <a:pt x="7528" y="1589"/>
                </a:cubicBezTo>
                <a:cubicBezTo>
                  <a:pt x="7519" y="1602"/>
                  <a:pt x="7509" y="1614"/>
                  <a:pt x="7498" y="1625"/>
                </a:cubicBezTo>
                <a:cubicBezTo>
                  <a:pt x="7487" y="1636"/>
                  <a:pt x="7475" y="1646"/>
                  <a:pt x="7461" y="1655"/>
                </a:cubicBezTo>
                <a:cubicBezTo>
                  <a:pt x="7448" y="1663"/>
                  <a:pt x="7434" y="1671"/>
                  <a:pt x="7420" y="1677"/>
                </a:cubicBezTo>
                <a:cubicBezTo>
                  <a:pt x="7406" y="1683"/>
                  <a:pt x="7391" y="1687"/>
                  <a:pt x="7375" y="1690"/>
                </a:cubicBezTo>
                <a:cubicBezTo>
                  <a:pt x="7360" y="1693"/>
                  <a:pt x="7344" y="1695"/>
                  <a:pt x="7329" y="1695"/>
                </a:cubicBezTo>
                <a:lnTo>
                  <a:pt x="238" y="1695"/>
                </a:lnTo>
                <a:cubicBezTo>
                  <a:pt x="222" y="1695"/>
                  <a:pt x="207" y="1693"/>
                  <a:pt x="192" y="1690"/>
                </a:cubicBezTo>
                <a:cubicBezTo>
                  <a:pt x="176" y="1687"/>
                  <a:pt x="161" y="1683"/>
                  <a:pt x="147" y="1677"/>
                </a:cubicBezTo>
                <a:cubicBezTo>
                  <a:pt x="132" y="1671"/>
                  <a:pt x="119" y="1663"/>
                  <a:pt x="106" y="1655"/>
                </a:cubicBezTo>
                <a:cubicBezTo>
                  <a:pt x="93" y="1646"/>
                  <a:pt x="81" y="1636"/>
                  <a:pt x="70" y="1625"/>
                </a:cubicBezTo>
                <a:cubicBezTo>
                  <a:pt x="59" y="1614"/>
                  <a:pt x="49" y="1602"/>
                  <a:pt x="40" y="1589"/>
                </a:cubicBezTo>
                <a:cubicBezTo>
                  <a:pt x="31" y="1576"/>
                  <a:pt x="24" y="1562"/>
                  <a:pt x="18" y="1548"/>
                </a:cubicBezTo>
                <a:cubicBezTo>
                  <a:pt x="12" y="1533"/>
                  <a:pt x="8" y="1518"/>
                  <a:pt x="4" y="1503"/>
                </a:cubicBezTo>
                <a:cubicBezTo>
                  <a:pt x="1" y="1488"/>
                  <a:pt x="0" y="1472"/>
                  <a:pt x="0" y="1457"/>
                </a:cubicBez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1400040" y="4466880"/>
            <a:ext cx="2724480" cy="610200"/>
          </a:xfrm>
          <a:custGeom>
            <a:avLst/>
            <a:gdLst/>
            <a:ahLst/>
            <a:rect l="0" t="0" r="r" b="b"/>
            <a:pathLst>
              <a:path w="7568" h="1695">
                <a:moveTo>
                  <a:pt x="0" y="1457"/>
                </a:moveTo>
                <a:lnTo>
                  <a:pt x="0" y="239"/>
                </a:lnTo>
                <a:cubicBezTo>
                  <a:pt x="0" y="223"/>
                  <a:pt x="1" y="207"/>
                  <a:pt x="4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2" y="25"/>
                  <a:pt x="147" y="19"/>
                </a:cubicBezTo>
                <a:cubicBezTo>
                  <a:pt x="161" y="13"/>
                  <a:pt x="176" y="8"/>
                  <a:pt x="192" y="5"/>
                </a:cubicBezTo>
                <a:cubicBezTo>
                  <a:pt x="207" y="2"/>
                  <a:pt x="222" y="0"/>
                  <a:pt x="238" y="0"/>
                </a:cubicBezTo>
                <a:lnTo>
                  <a:pt x="7329" y="0"/>
                </a:lnTo>
                <a:cubicBezTo>
                  <a:pt x="7344" y="0"/>
                  <a:pt x="7360" y="2"/>
                  <a:pt x="7375" y="5"/>
                </a:cubicBezTo>
                <a:cubicBezTo>
                  <a:pt x="7391" y="8"/>
                  <a:pt x="7406" y="13"/>
                  <a:pt x="7420" y="19"/>
                </a:cubicBezTo>
                <a:cubicBezTo>
                  <a:pt x="7434" y="25"/>
                  <a:pt x="7448" y="32"/>
                  <a:pt x="7461" y="41"/>
                </a:cubicBezTo>
                <a:cubicBezTo>
                  <a:pt x="7475" y="49"/>
                  <a:pt x="7487" y="59"/>
                  <a:pt x="7498" y="70"/>
                </a:cubicBezTo>
                <a:cubicBezTo>
                  <a:pt x="7509" y="81"/>
                  <a:pt x="7519" y="93"/>
                  <a:pt x="7528" y="106"/>
                </a:cubicBezTo>
                <a:cubicBezTo>
                  <a:pt x="7537" y="119"/>
                  <a:pt x="7544" y="133"/>
                  <a:pt x="7550" y="147"/>
                </a:cubicBezTo>
                <a:cubicBezTo>
                  <a:pt x="7556" y="162"/>
                  <a:pt x="7560" y="177"/>
                  <a:pt x="7563" y="192"/>
                </a:cubicBezTo>
                <a:cubicBezTo>
                  <a:pt x="7566" y="207"/>
                  <a:pt x="7568" y="223"/>
                  <a:pt x="7568" y="239"/>
                </a:cubicBezTo>
                <a:lnTo>
                  <a:pt x="7568" y="1457"/>
                </a:lnTo>
                <a:cubicBezTo>
                  <a:pt x="7568" y="1472"/>
                  <a:pt x="7566" y="1488"/>
                  <a:pt x="7563" y="1503"/>
                </a:cubicBezTo>
                <a:cubicBezTo>
                  <a:pt x="7560" y="1518"/>
                  <a:pt x="7556" y="1533"/>
                  <a:pt x="7550" y="1548"/>
                </a:cubicBezTo>
                <a:cubicBezTo>
                  <a:pt x="7544" y="1562"/>
                  <a:pt x="7537" y="1576"/>
                  <a:pt x="7528" y="1589"/>
                </a:cubicBezTo>
                <a:cubicBezTo>
                  <a:pt x="7519" y="1602"/>
                  <a:pt x="7509" y="1614"/>
                  <a:pt x="7498" y="1625"/>
                </a:cubicBezTo>
                <a:cubicBezTo>
                  <a:pt x="7487" y="1636"/>
                  <a:pt x="7475" y="1646"/>
                  <a:pt x="7461" y="1655"/>
                </a:cubicBezTo>
                <a:cubicBezTo>
                  <a:pt x="7448" y="1663"/>
                  <a:pt x="7434" y="1671"/>
                  <a:pt x="7420" y="1677"/>
                </a:cubicBezTo>
                <a:cubicBezTo>
                  <a:pt x="7406" y="1683"/>
                  <a:pt x="7391" y="1687"/>
                  <a:pt x="7375" y="1690"/>
                </a:cubicBezTo>
                <a:cubicBezTo>
                  <a:pt x="7360" y="1693"/>
                  <a:pt x="7344" y="1695"/>
                  <a:pt x="7329" y="1695"/>
                </a:cubicBezTo>
                <a:lnTo>
                  <a:pt x="238" y="1695"/>
                </a:lnTo>
                <a:cubicBezTo>
                  <a:pt x="222" y="1695"/>
                  <a:pt x="207" y="1693"/>
                  <a:pt x="192" y="1690"/>
                </a:cubicBezTo>
                <a:cubicBezTo>
                  <a:pt x="176" y="1687"/>
                  <a:pt x="161" y="1683"/>
                  <a:pt x="147" y="1677"/>
                </a:cubicBezTo>
                <a:cubicBezTo>
                  <a:pt x="132" y="1671"/>
                  <a:pt x="119" y="1663"/>
                  <a:pt x="106" y="1655"/>
                </a:cubicBezTo>
                <a:cubicBezTo>
                  <a:pt x="93" y="1646"/>
                  <a:pt x="81" y="1636"/>
                  <a:pt x="70" y="1625"/>
                </a:cubicBezTo>
                <a:cubicBezTo>
                  <a:pt x="59" y="1614"/>
                  <a:pt x="49" y="1602"/>
                  <a:pt x="40" y="1589"/>
                </a:cubicBezTo>
                <a:cubicBezTo>
                  <a:pt x="31" y="1576"/>
                  <a:pt x="24" y="1562"/>
                  <a:pt x="18" y="1548"/>
                </a:cubicBezTo>
                <a:cubicBezTo>
                  <a:pt x="12" y="1533"/>
                  <a:pt x="8" y="1518"/>
                  <a:pt x="4" y="1503"/>
                </a:cubicBezTo>
                <a:cubicBezTo>
                  <a:pt x="1" y="1488"/>
                  <a:pt x="0" y="1472"/>
                  <a:pt x="0" y="1457"/>
                </a:cubicBezTo>
                <a:close/>
              </a:path>
            </a:pathLst>
          </a:custGeom>
          <a:noFill/>
          <a:ln w="18720">
            <a:solidFill>
              <a:srgbClr val="ddddd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714760" y="4218480"/>
            <a:ext cx="20528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290680" y="4553640"/>
            <a:ext cx="1015545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65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Normalize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2516760" y="4851360"/>
            <a:ext cx="5019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050" b="1" u="none" strike="noStrike">
                <a:solidFill>
                  <a:srgbClr val="999999"/>
                </a:solidFill>
                <a:effectLst/>
                <a:uFillTx/>
                <a:latin typeface="Arial"/>
                <a:ea typeface="Arial"/>
              </a:rPr>
              <a:t>CHEAP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5495760" y="2647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8" y="128"/>
                </a:cubicBezTo>
                <a:cubicBezTo>
                  <a:pt x="173" y="140"/>
                  <a:pt x="167" y="150"/>
                  <a:pt x="158" y="159"/>
                </a:cubicBezTo>
                <a:cubicBezTo>
                  <a:pt x="149" y="168"/>
                  <a:pt x="139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39" y="12"/>
                  <a:pt x="149" y="18"/>
                  <a:pt x="158" y="27"/>
                </a:cubicBezTo>
                <a:cubicBezTo>
                  <a:pt x="167" y="36"/>
                  <a:pt x="173" y="46"/>
                  <a:pt x="178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5238720" y="2040840"/>
            <a:ext cx="2772532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What fast resizing needs: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5952960" y="29905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7" y="168"/>
                  <a:pt x="28" y="160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8" y="28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6153120" y="2885760"/>
            <a:ext cx="743040" cy="295920"/>
          </a:xfrm>
          <a:custGeom>
            <a:avLst/>
            <a:gdLst/>
            <a:ahLst/>
            <a:rect l="0" t="0" r="r" b="b"/>
            <a:pathLst>
              <a:path w="2064" h="822">
                <a:moveTo>
                  <a:pt x="0" y="66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06" y="0"/>
                </a:lnTo>
                <a:cubicBezTo>
                  <a:pt x="1916" y="0"/>
                  <a:pt x="1926" y="1"/>
                  <a:pt x="1937" y="3"/>
                </a:cubicBezTo>
                <a:cubicBezTo>
                  <a:pt x="1947" y="5"/>
                  <a:pt x="1957" y="8"/>
                  <a:pt x="1966" y="12"/>
                </a:cubicBezTo>
                <a:cubicBezTo>
                  <a:pt x="1976" y="16"/>
                  <a:pt x="1985" y="21"/>
                  <a:pt x="1994" y="27"/>
                </a:cubicBezTo>
                <a:cubicBezTo>
                  <a:pt x="2002" y="33"/>
                  <a:pt x="2010" y="40"/>
                  <a:pt x="2018" y="47"/>
                </a:cubicBezTo>
                <a:cubicBezTo>
                  <a:pt x="2025" y="54"/>
                  <a:pt x="2032" y="62"/>
                  <a:pt x="2038" y="71"/>
                </a:cubicBezTo>
                <a:cubicBezTo>
                  <a:pt x="2043" y="80"/>
                  <a:pt x="2048" y="89"/>
                  <a:pt x="2052" y="98"/>
                </a:cubicBezTo>
                <a:cubicBezTo>
                  <a:pt x="2056" y="108"/>
                  <a:pt x="2059" y="118"/>
                  <a:pt x="2061" y="128"/>
                </a:cubicBezTo>
                <a:cubicBezTo>
                  <a:pt x="2063" y="138"/>
                  <a:pt x="2064" y="149"/>
                  <a:pt x="2064" y="159"/>
                </a:cubicBezTo>
                <a:lnTo>
                  <a:pt x="2064" y="663"/>
                </a:lnTo>
                <a:cubicBezTo>
                  <a:pt x="2064" y="673"/>
                  <a:pt x="2063" y="684"/>
                  <a:pt x="2061" y="694"/>
                </a:cubicBezTo>
                <a:cubicBezTo>
                  <a:pt x="2059" y="704"/>
                  <a:pt x="2056" y="714"/>
                  <a:pt x="2052" y="724"/>
                </a:cubicBezTo>
                <a:cubicBezTo>
                  <a:pt x="2048" y="733"/>
                  <a:pt x="2043" y="742"/>
                  <a:pt x="2038" y="751"/>
                </a:cubicBezTo>
                <a:cubicBezTo>
                  <a:pt x="2032" y="760"/>
                  <a:pt x="2025" y="768"/>
                  <a:pt x="2018" y="775"/>
                </a:cubicBezTo>
                <a:cubicBezTo>
                  <a:pt x="2010" y="782"/>
                  <a:pt x="2002" y="789"/>
                  <a:pt x="1994" y="795"/>
                </a:cubicBezTo>
                <a:cubicBezTo>
                  <a:pt x="1985" y="801"/>
                  <a:pt x="1976" y="806"/>
                  <a:pt x="1966" y="809"/>
                </a:cubicBezTo>
                <a:cubicBezTo>
                  <a:pt x="1957" y="813"/>
                  <a:pt x="1947" y="816"/>
                  <a:pt x="1937" y="819"/>
                </a:cubicBezTo>
                <a:cubicBezTo>
                  <a:pt x="1926" y="821"/>
                  <a:pt x="1916" y="822"/>
                  <a:pt x="1906" y="822"/>
                </a:cubicBezTo>
                <a:lnTo>
                  <a:pt x="158" y="822"/>
                </a:lnTo>
                <a:cubicBezTo>
                  <a:pt x="148" y="822"/>
                  <a:pt x="138" y="821"/>
                  <a:pt x="127" y="819"/>
                </a:cubicBezTo>
                <a:cubicBezTo>
                  <a:pt x="117" y="816"/>
                  <a:pt x="107" y="813"/>
                  <a:pt x="98" y="809"/>
                </a:cubicBezTo>
                <a:cubicBezTo>
                  <a:pt x="88" y="806"/>
                  <a:pt x="79" y="801"/>
                  <a:pt x="70" y="795"/>
                </a:cubicBezTo>
                <a:cubicBezTo>
                  <a:pt x="61" y="789"/>
                  <a:pt x="53" y="782"/>
                  <a:pt x="46" y="775"/>
                </a:cubicBezTo>
                <a:cubicBezTo>
                  <a:pt x="39" y="768"/>
                  <a:pt x="32" y="760"/>
                  <a:pt x="26" y="751"/>
                </a:cubicBezTo>
                <a:cubicBezTo>
                  <a:pt x="21" y="742"/>
                  <a:pt x="16" y="733"/>
                  <a:pt x="12" y="724"/>
                </a:cubicBezTo>
                <a:cubicBezTo>
                  <a:pt x="8" y="714"/>
                  <a:pt x="5" y="704"/>
                  <a:pt x="3" y="694"/>
                </a:cubicBezTo>
                <a:cubicBezTo>
                  <a:pt x="1" y="684"/>
                  <a:pt x="0" y="673"/>
                  <a:pt x="0" y="66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5695920" y="2536200"/>
            <a:ext cx="4720809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SIMD kernels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(AVX2, NEON), which need: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6230880" y="2925000"/>
            <a:ext cx="632966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uint8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5952960" y="34002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153120" y="3286080"/>
            <a:ext cx="3067200" cy="304920"/>
          </a:xfrm>
          <a:custGeom>
            <a:avLst/>
            <a:gdLst/>
            <a:ahLst/>
            <a:rect l="0" t="0" r="r" b="b"/>
            <a:pathLst>
              <a:path w="8520" h="847">
                <a:moveTo>
                  <a:pt x="0" y="68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361" y="0"/>
                </a:lnTo>
                <a:cubicBezTo>
                  <a:pt x="8372" y="0"/>
                  <a:pt x="8382" y="1"/>
                  <a:pt x="8392" y="3"/>
                </a:cubicBezTo>
                <a:cubicBezTo>
                  <a:pt x="8403" y="5"/>
                  <a:pt x="8413" y="8"/>
                  <a:pt x="8422" y="12"/>
                </a:cubicBezTo>
                <a:cubicBezTo>
                  <a:pt x="8432" y="16"/>
                  <a:pt x="8441" y="21"/>
                  <a:pt x="8450" y="26"/>
                </a:cubicBezTo>
                <a:cubicBezTo>
                  <a:pt x="8458" y="32"/>
                  <a:pt x="8466" y="39"/>
                  <a:pt x="8474" y="46"/>
                </a:cubicBezTo>
                <a:cubicBezTo>
                  <a:pt x="8481" y="53"/>
                  <a:pt x="8488" y="62"/>
                  <a:pt x="8493" y="70"/>
                </a:cubicBezTo>
                <a:cubicBezTo>
                  <a:pt x="8499" y="79"/>
                  <a:pt x="8504" y="88"/>
                  <a:pt x="8508" y="98"/>
                </a:cubicBezTo>
                <a:cubicBezTo>
                  <a:pt x="8512" y="107"/>
                  <a:pt x="8515" y="117"/>
                  <a:pt x="8517" y="127"/>
                </a:cubicBezTo>
                <a:cubicBezTo>
                  <a:pt x="8519" y="138"/>
                  <a:pt x="8520" y="148"/>
                  <a:pt x="8520" y="158"/>
                </a:cubicBezTo>
                <a:lnTo>
                  <a:pt x="8520" y="689"/>
                </a:lnTo>
                <a:cubicBezTo>
                  <a:pt x="8520" y="699"/>
                  <a:pt x="8519" y="709"/>
                  <a:pt x="8517" y="720"/>
                </a:cubicBezTo>
                <a:cubicBezTo>
                  <a:pt x="8515" y="730"/>
                  <a:pt x="8512" y="740"/>
                  <a:pt x="8508" y="749"/>
                </a:cubicBezTo>
                <a:cubicBezTo>
                  <a:pt x="8504" y="759"/>
                  <a:pt x="8499" y="768"/>
                  <a:pt x="8493" y="777"/>
                </a:cubicBezTo>
                <a:cubicBezTo>
                  <a:pt x="8488" y="785"/>
                  <a:pt x="8481" y="793"/>
                  <a:pt x="8474" y="801"/>
                </a:cubicBezTo>
                <a:cubicBezTo>
                  <a:pt x="8466" y="808"/>
                  <a:pt x="8458" y="815"/>
                  <a:pt x="8450" y="821"/>
                </a:cubicBezTo>
                <a:cubicBezTo>
                  <a:pt x="8441" y="826"/>
                  <a:pt x="8432" y="831"/>
                  <a:pt x="8422" y="835"/>
                </a:cubicBezTo>
                <a:cubicBezTo>
                  <a:pt x="8413" y="839"/>
                  <a:pt x="8403" y="842"/>
                  <a:pt x="8392" y="844"/>
                </a:cubicBezTo>
                <a:cubicBezTo>
                  <a:pt x="8382" y="846"/>
                  <a:pt x="8372" y="847"/>
                  <a:pt x="8361" y="847"/>
                </a:cubicBezTo>
                <a:lnTo>
                  <a:pt x="158" y="847"/>
                </a:lnTo>
                <a:cubicBezTo>
                  <a:pt x="148" y="847"/>
                  <a:pt x="138" y="846"/>
                  <a:pt x="127" y="844"/>
                </a:cubicBezTo>
                <a:cubicBezTo>
                  <a:pt x="117" y="842"/>
                  <a:pt x="107" y="839"/>
                  <a:pt x="98" y="835"/>
                </a:cubicBezTo>
                <a:cubicBezTo>
                  <a:pt x="88" y="831"/>
                  <a:pt x="79" y="826"/>
                  <a:pt x="70" y="821"/>
                </a:cubicBezTo>
                <a:cubicBezTo>
                  <a:pt x="61" y="815"/>
                  <a:pt x="53" y="808"/>
                  <a:pt x="46" y="801"/>
                </a:cubicBezTo>
                <a:cubicBezTo>
                  <a:pt x="39" y="793"/>
                  <a:pt x="32" y="785"/>
                  <a:pt x="26" y="777"/>
                </a:cubicBezTo>
                <a:cubicBezTo>
                  <a:pt x="21" y="768"/>
                  <a:pt x="16" y="759"/>
                  <a:pt x="12" y="749"/>
                </a:cubicBezTo>
                <a:cubicBezTo>
                  <a:pt x="8" y="740"/>
                  <a:pt x="5" y="730"/>
                  <a:pt x="3" y="720"/>
                </a:cubicBezTo>
                <a:cubicBezTo>
                  <a:pt x="1" y="709"/>
                  <a:pt x="0" y="699"/>
                  <a:pt x="0" y="68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6891480" y="2879280"/>
            <a:ext cx="60458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5952960" y="38001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7" y="175"/>
                  <a:pt x="37" y="168"/>
                  <a:pt x="28" y="159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8" y="27"/>
                </a:cubicBezTo>
                <a:cubicBezTo>
                  <a:pt x="37" y="19"/>
                  <a:pt x="47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6230880" y="3324960"/>
            <a:ext cx="3161332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torchvision.transforms.</a:t>
            </a:r>
            <a:r>
              <a:rPr lang="en-US" sz="1530" b="1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v2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6153120" y="3688920"/>
            <a:ext cx="5146545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tensors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not PIL images → TorchCodec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5495760" y="45432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8" y="129"/>
                </a:cubicBezTo>
                <a:cubicBezTo>
                  <a:pt x="173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3" y="46"/>
                  <a:pt x="178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6153120" y="4031640"/>
            <a:ext cx="1016323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5695920" y="4431960"/>
            <a:ext cx="2579688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Channels-last 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1445040" y="5320800"/>
            <a:ext cx="10090526" cy="404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85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TorchCodec + TorchVision give you all this by default!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880200" y="6397920"/>
            <a:ext cx="4795459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Docs: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TorchVision transforms performance considerations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71400" y="1490400"/>
            <a:ext cx="10849320" cy="2372040"/>
          </a:xfrm>
          <a:custGeom>
            <a:avLst/>
            <a:gdLst/>
            <a:ahLst/>
            <a:rect l="0" t="0" r="r" b="b"/>
            <a:pathLst>
              <a:path w="30137" h="6589">
                <a:moveTo>
                  <a:pt x="0" y="639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391"/>
                </a:lnTo>
                <a:cubicBezTo>
                  <a:pt x="30137" y="6404"/>
                  <a:pt x="30136" y="6417"/>
                  <a:pt x="30133" y="6430"/>
                </a:cubicBezTo>
                <a:cubicBezTo>
                  <a:pt x="30130" y="6442"/>
                  <a:pt x="30127" y="6455"/>
                  <a:pt x="30122" y="6467"/>
                </a:cubicBezTo>
                <a:cubicBezTo>
                  <a:pt x="30117" y="6479"/>
                  <a:pt x="30111" y="6490"/>
                  <a:pt x="30103" y="6501"/>
                </a:cubicBezTo>
                <a:cubicBezTo>
                  <a:pt x="30096" y="6512"/>
                  <a:pt x="30088" y="6522"/>
                  <a:pt x="30079" y="6531"/>
                </a:cubicBezTo>
                <a:cubicBezTo>
                  <a:pt x="30070" y="6540"/>
                  <a:pt x="30059" y="6549"/>
                  <a:pt x="30049" y="6556"/>
                </a:cubicBezTo>
                <a:cubicBezTo>
                  <a:pt x="30038" y="6563"/>
                  <a:pt x="30026" y="6569"/>
                  <a:pt x="30014" y="6574"/>
                </a:cubicBezTo>
                <a:cubicBezTo>
                  <a:pt x="30002" y="6579"/>
                  <a:pt x="29990" y="6583"/>
                  <a:pt x="29977" y="6586"/>
                </a:cubicBezTo>
                <a:cubicBezTo>
                  <a:pt x="29964" y="6588"/>
                  <a:pt x="29951" y="6589"/>
                  <a:pt x="29938" y="6589"/>
                </a:cubicBezTo>
                <a:lnTo>
                  <a:pt x="198" y="6589"/>
                </a:lnTo>
                <a:cubicBezTo>
                  <a:pt x="185" y="6589"/>
                  <a:pt x="172" y="6588"/>
                  <a:pt x="160" y="6586"/>
                </a:cubicBezTo>
                <a:cubicBezTo>
                  <a:pt x="147" y="6583"/>
                  <a:pt x="134" y="6579"/>
                  <a:pt x="122" y="6574"/>
                </a:cubicBezTo>
                <a:cubicBezTo>
                  <a:pt x="110" y="6569"/>
                  <a:pt x="99" y="6563"/>
                  <a:pt x="88" y="6556"/>
                </a:cubicBezTo>
                <a:cubicBezTo>
                  <a:pt x="77" y="6549"/>
                  <a:pt x="67" y="6540"/>
                  <a:pt x="58" y="6531"/>
                </a:cubicBezTo>
                <a:cubicBezTo>
                  <a:pt x="49" y="6522"/>
                  <a:pt x="40" y="6512"/>
                  <a:pt x="33" y="6501"/>
                </a:cubicBezTo>
                <a:cubicBezTo>
                  <a:pt x="26" y="6490"/>
                  <a:pt x="20" y="6479"/>
                  <a:pt x="15" y="6467"/>
                </a:cubicBezTo>
                <a:cubicBezTo>
                  <a:pt x="10" y="6455"/>
                  <a:pt x="6" y="6442"/>
                  <a:pt x="4" y="6430"/>
                </a:cubicBezTo>
                <a:cubicBezTo>
                  <a:pt x="1" y="6417"/>
                  <a:pt x="0" y="6404"/>
                  <a:pt x="0" y="639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71400" y="1490400"/>
            <a:ext cx="10849320" cy="2372040"/>
          </a:xfrm>
          <a:custGeom>
            <a:avLst/>
            <a:gdLst/>
            <a:ahLst/>
            <a:rect l="0" t="0" r="r" b="b"/>
            <a:pathLst>
              <a:path w="30137" h="6589">
                <a:moveTo>
                  <a:pt x="0" y="639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6391"/>
                </a:lnTo>
                <a:cubicBezTo>
                  <a:pt x="30137" y="6404"/>
                  <a:pt x="30136" y="6417"/>
                  <a:pt x="30133" y="6430"/>
                </a:cubicBezTo>
                <a:cubicBezTo>
                  <a:pt x="30130" y="6442"/>
                  <a:pt x="30127" y="6455"/>
                  <a:pt x="30122" y="6467"/>
                </a:cubicBezTo>
                <a:cubicBezTo>
                  <a:pt x="30117" y="6479"/>
                  <a:pt x="30111" y="6490"/>
                  <a:pt x="30103" y="6501"/>
                </a:cubicBezTo>
                <a:cubicBezTo>
                  <a:pt x="30096" y="6512"/>
                  <a:pt x="30088" y="6522"/>
                  <a:pt x="30079" y="6531"/>
                </a:cubicBezTo>
                <a:cubicBezTo>
                  <a:pt x="30070" y="6540"/>
                  <a:pt x="30059" y="6549"/>
                  <a:pt x="30049" y="6556"/>
                </a:cubicBezTo>
                <a:cubicBezTo>
                  <a:pt x="30038" y="6563"/>
                  <a:pt x="30026" y="6569"/>
                  <a:pt x="30014" y="6574"/>
                </a:cubicBezTo>
                <a:cubicBezTo>
                  <a:pt x="30002" y="6579"/>
                  <a:pt x="29990" y="6583"/>
                  <a:pt x="29977" y="6586"/>
                </a:cubicBezTo>
                <a:cubicBezTo>
                  <a:pt x="29964" y="6588"/>
                  <a:pt x="29951" y="6589"/>
                  <a:pt x="29938" y="6589"/>
                </a:cubicBezTo>
                <a:lnTo>
                  <a:pt x="198" y="6589"/>
                </a:lnTo>
                <a:cubicBezTo>
                  <a:pt x="185" y="6589"/>
                  <a:pt x="172" y="6588"/>
                  <a:pt x="160" y="6586"/>
                </a:cubicBezTo>
                <a:cubicBezTo>
                  <a:pt x="147" y="6583"/>
                  <a:pt x="134" y="6579"/>
                  <a:pt x="122" y="6574"/>
                </a:cubicBezTo>
                <a:cubicBezTo>
                  <a:pt x="110" y="6569"/>
                  <a:pt x="99" y="6563"/>
                  <a:pt x="88" y="6556"/>
                </a:cubicBezTo>
                <a:cubicBezTo>
                  <a:pt x="77" y="6549"/>
                  <a:pt x="67" y="6540"/>
                  <a:pt x="58" y="6531"/>
                </a:cubicBezTo>
                <a:cubicBezTo>
                  <a:pt x="49" y="6522"/>
                  <a:pt x="40" y="6512"/>
                  <a:pt x="33" y="6501"/>
                </a:cubicBezTo>
                <a:cubicBezTo>
                  <a:pt x="26" y="6490"/>
                  <a:pt x="20" y="6479"/>
                  <a:pt x="15" y="6467"/>
                </a:cubicBezTo>
                <a:cubicBezTo>
                  <a:pt x="10" y="6455"/>
                  <a:pt x="6" y="6442"/>
                  <a:pt x="4" y="6430"/>
                </a:cubicBezTo>
                <a:cubicBezTo>
                  <a:pt x="1" y="6417"/>
                  <a:pt x="0" y="6404"/>
                  <a:pt x="0" y="639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676080" y="4028760"/>
            <a:ext cx="10839960" cy="1315080"/>
          </a:xfrm>
          <a:custGeom>
            <a:avLst/>
            <a:gdLst/>
            <a:ahLst/>
            <a:rect l="0" t="0" r="r" b="b"/>
            <a:pathLst>
              <a:path w="30111" h="3653">
                <a:moveTo>
                  <a:pt x="0" y="341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3" y="24"/>
                  <a:pt x="147" y="19"/>
                </a:cubicBezTo>
                <a:cubicBezTo>
                  <a:pt x="161" y="13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3"/>
                  <a:pt x="29964" y="18"/>
                </a:cubicBezTo>
                <a:cubicBezTo>
                  <a:pt x="29978" y="24"/>
                  <a:pt x="29992" y="32"/>
                  <a:pt x="30005" y="41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7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414"/>
                </a:lnTo>
                <a:cubicBezTo>
                  <a:pt x="30111" y="3430"/>
                  <a:pt x="30109" y="3446"/>
                  <a:pt x="30106" y="3461"/>
                </a:cubicBezTo>
                <a:cubicBezTo>
                  <a:pt x="30103" y="3476"/>
                  <a:pt x="30098" y="3491"/>
                  <a:pt x="30092" y="3506"/>
                </a:cubicBezTo>
                <a:cubicBezTo>
                  <a:pt x="30087" y="3520"/>
                  <a:pt x="30079" y="3534"/>
                  <a:pt x="30070" y="3547"/>
                </a:cubicBezTo>
                <a:cubicBezTo>
                  <a:pt x="30062" y="3560"/>
                  <a:pt x="30052" y="3572"/>
                  <a:pt x="30041" y="3583"/>
                </a:cubicBezTo>
                <a:cubicBezTo>
                  <a:pt x="30030" y="3594"/>
                  <a:pt x="30018" y="3604"/>
                  <a:pt x="30005" y="3612"/>
                </a:cubicBezTo>
                <a:cubicBezTo>
                  <a:pt x="29992" y="3621"/>
                  <a:pt x="29978" y="3629"/>
                  <a:pt x="29964" y="3634"/>
                </a:cubicBezTo>
                <a:cubicBezTo>
                  <a:pt x="29949" y="3640"/>
                  <a:pt x="29934" y="3645"/>
                  <a:pt x="29919" y="3648"/>
                </a:cubicBezTo>
                <a:cubicBezTo>
                  <a:pt x="29904" y="3651"/>
                  <a:pt x="29888" y="3653"/>
                  <a:pt x="29872" y="3653"/>
                </a:cubicBezTo>
                <a:lnTo>
                  <a:pt x="238" y="3653"/>
                </a:lnTo>
                <a:cubicBezTo>
                  <a:pt x="223" y="3653"/>
                  <a:pt x="207" y="3651"/>
                  <a:pt x="192" y="3648"/>
                </a:cubicBezTo>
                <a:cubicBezTo>
                  <a:pt x="176" y="3645"/>
                  <a:pt x="161" y="3640"/>
                  <a:pt x="147" y="3634"/>
                </a:cubicBezTo>
                <a:cubicBezTo>
                  <a:pt x="133" y="3629"/>
                  <a:pt x="119" y="3621"/>
                  <a:pt x="106" y="3612"/>
                </a:cubicBezTo>
                <a:cubicBezTo>
                  <a:pt x="93" y="3604"/>
                  <a:pt x="81" y="3594"/>
                  <a:pt x="70" y="3583"/>
                </a:cubicBezTo>
                <a:cubicBezTo>
                  <a:pt x="59" y="3572"/>
                  <a:pt x="49" y="3560"/>
                  <a:pt x="40" y="3547"/>
                </a:cubicBezTo>
                <a:cubicBezTo>
                  <a:pt x="31" y="3534"/>
                  <a:pt x="24" y="3520"/>
                  <a:pt x="18" y="3506"/>
                </a:cubicBezTo>
                <a:cubicBezTo>
                  <a:pt x="12" y="3491"/>
                  <a:pt x="8" y="3476"/>
                  <a:pt x="5" y="3461"/>
                </a:cubicBezTo>
                <a:cubicBezTo>
                  <a:pt x="2" y="3446"/>
                  <a:pt x="0" y="3430"/>
                  <a:pt x="0" y="3414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676080" y="4028760"/>
            <a:ext cx="10839960" cy="1315080"/>
          </a:xfrm>
          <a:custGeom>
            <a:avLst/>
            <a:gdLst/>
            <a:ahLst/>
            <a:rect l="0" t="0" r="r" b="b"/>
            <a:pathLst>
              <a:path w="30111" h="3653">
                <a:moveTo>
                  <a:pt x="0" y="3414"/>
                </a:moveTo>
                <a:lnTo>
                  <a:pt x="0" y="238"/>
                </a:lnTo>
                <a:cubicBezTo>
                  <a:pt x="0" y="223"/>
                  <a:pt x="2" y="207"/>
                  <a:pt x="5" y="192"/>
                </a:cubicBezTo>
                <a:cubicBezTo>
                  <a:pt x="8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9" y="93"/>
                  <a:pt x="59" y="81"/>
                  <a:pt x="70" y="70"/>
                </a:cubicBezTo>
                <a:cubicBezTo>
                  <a:pt x="81" y="59"/>
                  <a:pt x="93" y="49"/>
                  <a:pt x="106" y="41"/>
                </a:cubicBezTo>
                <a:cubicBezTo>
                  <a:pt x="119" y="32"/>
                  <a:pt x="133" y="24"/>
                  <a:pt x="147" y="19"/>
                </a:cubicBezTo>
                <a:cubicBezTo>
                  <a:pt x="161" y="13"/>
                  <a:pt x="176" y="8"/>
                  <a:pt x="192" y="5"/>
                </a:cubicBezTo>
                <a:cubicBezTo>
                  <a:pt x="207" y="2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2"/>
                  <a:pt x="29919" y="5"/>
                </a:cubicBezTo>
                <a:cubicBezTo>
                  <a:pt x="29934" y="8"/>
                  <a:pt x="29949" y="13"/>
                  <a:pt x="29964" y="18"/>
                </a:cubicBezTo>
                <a:cubicBezTo>
                  <a:pt x="29978" y="24"/>
                  <a:pt x="29992" y="32"/>
                  <a:pt x="30005" y="41"/>
                </a:cubicBezTo>
                <a:cubicBezTo>
                  <a:pt x="30018" y="49"/>
                  <a:pt x="30030" y="59"/>
                  <a:pt x="30041" y="70"/>
                </a:cubicBezTo>
                <a:cubicBezTo>
                  <a:pt x="30052" y="81"/>
                  <a:pt x="30062" y="93"/>
                  <a:pt x="30070" y="106"/>
                </a:cubicBezTo>
                <a:cubicBezTo>
                  <a:pt x="30079" y="119"/>
                  <a:pt x="30087" y="133"/>
                  <a:pt x="30092" y="147"/>
                </a:cubicBezTo>
                <a:cubicBezTo>
                  <a:pt x="30098" y="162"/>
                  <a:pt x="30103" y="177"/>
                  <a:pt x="30106" y="192"/>
                </a:cubicBezTo>
                <a:cubicBezTo>
                  <a:pt x="30109" y="207"/>
                  <a:pt x="30111" y="223"/>
                  <a:pt x="30111" y="238"/>
                </a:cubicBezTo>
                <a:lnTo>
                  <a:pt x="30111" y="3414"/>
                </a:lnTo>
                <a:cubicBezTo>
                  <a:pt x="30111" y="3430"/>
                  <a:pt x="30109" y="3446"/>
                  <a:pt x="30106" y="3461"/>
                </a:cubicBezTo>
                <a:cubicBezTo>
                  <a:pt x="30103" y="3476"/>
                  <a:pt x="30098" y="3491"/>
                  <a:pt x="30092" y="3506"/>
                </a:cubicBezTo>
                <a:cubicBezTo>
                  <a:pt x="30087" y="3520"/>
                  <a:pt x="30079" y="3534"/>
                  <a:pt x="30070" y="3547"/>
                </a:cubicBezTo>
                <a:cubicBezTo>
                  <a:pt x="30062" y="3560"/>
                  <a:pt x="30052" y="3572"/>
                  <a:pt x="30041" y="3583"/>
                </a:cubicBezTo>
                <a:cubicBezTo>
                  <a:pt x="30030" y="3594"/>
                  <a:pt x="30018" y="3604"/>
                  <a:pt x="30005" y="3612"/>
                </a:cubicBezTo>
                <a:cubicBezTo>
                  <a:pt x="29992" y="3621"/>
                  <a:pt x="29978" y="3629"/>
                  <a:pt x="29964" y="3634"/>
                </a:cubicBezTo>
                <a:cubicBezTo>
                  <a:pt x="29949" y="3640"/>
                  <a:pt x="29934" y="3645"/>
                  <a:pt x="29919" y="3648"/>
                </a:cubicBezTo>
                <a:cubicBezTo>
                  <a:pt x="29904" y="3651"/>
                  <a:pt x="29888" y="3653"/>
                  <a:pt x="29872" y="3653"/>
                </a:cubicBezTo>
                <a:lnTo>
                  <a:pt x="238" y="3653"/>
                </a:lnTo>
                <a:cubicBezTo>
                  <a:pt x="223" y="3653"/>
                  <a:pt x="207" y="3651"/>
                  <a:pt x="192" y="3648"/>
                </a:cubicBezTo>
                <a:cubicBezTo>
                  <a:pt x="176" y="3645"/>
                  <a:pt x="161" y="3640"/>
                  <a:pt x="147" y="3634"/>
                </a:cubicBezTo>
                <a:cubicBezTo>
                  <a:pt x="133" y="3629"/>
                  <a:pt x="119" y="3621"/>
                  <a:pt x="106" y="3612"/>
                </a:cubicBezTo>
                <a:cubicBezTo>
                  <a:pt x="93" y="3604"/>
                  <a:pt x="81" y="3594"/>
                  <a:pt x="70" y="3583"/>
                </a:cubicBezTo>
                <a:cubicBezTo>
                  <a:pt x="59" y="3572"/>
                  <a:pt x="49" y="3560"/>
                  <a:pt x="40" y="3547"/>
                </a:cubicBezTo>
                <a:cubicBezTo>
                  <a:pt x="31" y="3534"/>
                  <a:pt x="24" y="3520"/>
                  <a:pt x="18" y="3506"/>
                </a:cubicBezTo>
                <a:cubicBezTo>
                  <a:pt x="12" y="3491"/>
                  <a:pt x="8" y="3476"/>
                  <a:pt x="5" y="3461"/>
                </a:cubicBezTo>
                <a:cubicBezTo>
                  <a:pt x="2" y="3446"/>
                  <a:pt x="0" y="3430"/>
                  <a:pt x="0" y="3414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895320" y="4466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895320" y="446688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2238120" y="44668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2247840" y="4466880"/>
            <a:ext cx="1886040" cy="10080"/>
          </a:xfrm>
          <a:custGeom>
            <a:avLst/>
            <a:gdLst/>
            <a:ahLst/>
            <a:rect l="0" t="0" r="r" b="b"/>
            <a:pathLst>
              <a:path w="5239" h="28">
                <a:moveTo>
                  <a:pt x="0" y="0"/>
                </a:moveTo>
                <a:lnTo>
                  <a:pt x="5239" y="0"/>
                </a:lnTo>
                <a:lnTo>
                  <a:pt x="52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4124160" y="4466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4133520" y="4466880"/>
            <a:ext cx="3400920" cy="10080"/>
          </a:xfrm>
          <a:custGeom>
            <a:avLst/>
            <a:gdLst/>
            <a:ahLst/>
            <a:rect l="0" t="0" r="r" b="b"/>
            <a:pathLst>
              <a:path w="9447" h="28">
                <a:moveTo>
                  <a:pt x="0" y="0"/>
                </a:moveTo>
                <a:lnTo>
                  <a:pt x="9447" y="0"/>
                </a:lnTo>
                <a:lnTo>
                  <a:pt x="94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7524720" y="4466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895320" y="4848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895320" y="483840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2238120" y="4848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2247840" y="4838400"/>
            <a:ext cx="1886040" cy="10080"/>
          </a:xfrm>
          <a:custGeom>
            <a:avLst/>
            <a:gdLst/>
            <a:ahLst/>
            <a:rect l="0" t="0" r="r" b="b"/>
            <a:pathLst>
              <a:path w="5239" h="28">
                <a:moveTo>
                  <a:pt x="0" y="0"/>
                </a:moveTo>
                <a:lnTo>
                  <a:pt x="5239" y="0"/>
                </a:lnTo>
                <a:lnTo>
                  <a:pt x="52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4124160" y="4848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4133520" y="4838400"/>
            <a:ext cx="3400920" cy="10080"/>
          </a:xfrm>
          <a:custGeom>
            <a:avLst/>
            <a:gdLst/>
            <a:ahLst/>
            <a:rect l="0" t="0" r="r" b="b"/>
            <a:pathLst>
              <a:path w="9447" h="28">
                <a:moveTo>
                  <a:pt x="0" y="0"/>
                </a:moveTo>
                <a:lnTo>
                  <a:pt x="9447" y="0"/>
                </a:lnTo>
                <a:lnTo>
                  <a:pt x="94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7524720" y="4848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895320" y="520992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2247840" y="5209920"/>
            <a:ext cx="1886040" cy="10080"/>
          </a:xfrm>
          <a:custGeom>
            <a:avLst/>
            <a:gdLst/>
            <a:ahLst/>
            <a:rect l="0" t="0" r="r" b="b"/>
            <a:pathLst>
              <a:path w="5239" h="28">
                <a:moveTo>
                  <a:pt x="0" y="0"/>
                </a:moveTo>
                <a:lnTo>
                  <a:pt x="5239" y="0"/>
                </a:lnTo>
                <a:lnTo>
                  <a:pt x="52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4133520" y="5209920"/>
            <a:ext cx="3400920" cy="10080"/>
          </a:xfrm>
          <a:custGeom>
            <a:avLst/>
            <a:gdLst/>
            <a:ahLst/>
            <a:rect l="0" t="0" r="r" b="b"/>
            <a:pathLst>
              <a:path w="9447" h="28">
                <a:moveTo>
                  <a:pt x="0" y="0"/>
                </a:moveTo>
                <a:lnTo>
                  <a:pt x="9447" y="0"/>
                </a:lnTo>
                <a:lnTo>
                  <a:pt x="94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66720" y="769680"/>
            <a:ext cx="8288827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TorchCodec + TorchVision: fast by default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828720" y="1646280"/>
            <a:ext cx="4607668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decode_image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828720" y="1836720"/>
            <a:ext cx="38747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torchvision.transforms </a:t>
            </a:r>
            <a:r>
              <a:rPr lang="en-US" sz="128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v2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828720" y="2208240"/>
            <a:ext cx="8062156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img = decode_image(</a:t>
            </a:r>
            <a:r>
              <a:rPr lang="en-US" sz="128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"image.jpg"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           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uint8 CHW, channels-last memory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828720" y="2579760"/>
            <a:ext cx="5549731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transforms = v2.Compose([                 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use v2!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828720" y="2760840"/>
            <a:ext cx="7435022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v2.Resize(size=(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224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224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)),           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on uint8: SIMD fast path!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828720" y="2951280"/>
            <a:ext cx="827172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v2.ToDtype(torch.float32, scale=</a:t>
            </a:r>
            <a:r>
              <a:rPr lang="en-US" sz="128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),  </a:t>
            </a:r>
            <a:r>
              <a:rPr lang="en-US" sz="128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convert to float *after* resizing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828720" y="3132360"/>
            <a:ext cx="3769804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v2.Normalize(mean=..., std=...),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828720" y="3322800"/>
            <a:ext cx="2103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828720" y="3503520"/>
            <a:ext cx="2199441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out = transforms(img)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895320" y="417492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108800" y="4178880"/>
            <a:ext cx="6548558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decode + resize + normalize a 1080p JPEG (laptop CPU, 1 thread)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1038240" y="4551840"/>
            <a:ext cx="1155513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PIL pipeline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2379960" y="4551840"/>
            <a:ext cx="1738324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PIL-SIMD pipeline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4265280" y="4551840"/>
            <a:ext cx="341327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 + TorchVision (above)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1038240" y="4923360"/>
            <a:ext cx="732499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10.0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379960" y="4923360"/>
            <a:ext cx="618192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4.4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923760" y="55051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8" y="184"/>
                  <a:pt x="105" y="187"/>
                  <a:pt x="93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0"/>
                  <a:pt x="12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3" y="0"/>
                </a:cubicBezTo>
                <a:cubicBezTo>
                  <a:pt x="105" y="0"/>
                  <a:pt x="118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4265280" y="4923360"/>
            <a:ext cx="64113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4.0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6819840" y="5400360"/>
            <a:ext cx="1552680" cy="295920"/>
          </a:xfrm>
          <a:custGeom>
            <a:avLst/>
            <a:gdLst/>
            <a:ahLst/>
            <a:rect l="0" t="0" r="r" b="b"/>
            <a:pathLst>
              <a:path w="4313" h="822">
                <a:moveTo>
                  <a:pt x="0" y="66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155" y="0"/>
                </a:lnTo>
                <a:cubicBezTo>
                  <a:pt x="4165" y="0"/>
                  <a:pt x="4175" y="1"/>
                  <a:pt x="4186" y="3"/>
                </a:cubicBezTo>
                <a:cubicBezTo>
                  <a:pt x="4196" y="5"/>
                  <a:pt x="4206" y="8"/>
                  <a:pt x="4215" y="12"/>
                </a:cubicBezTo>
                <a:cubicBezTo>
                  <a:pt x="4225" y="16"/>
                  <a:pt x="4234" y="21"/>
                  <a:pt x="4243" y="27"/>
                </a:cubicBezTo>
                <a:cubicBezTo>
                  <a:pt x="4251" y="33"/>
                  <a:pt x="4260" y="39"/>
                  <a:pt x="4267" y="47"/>
                </a:cubicBezTo>
                <a:cubicBezTo>
                  <a:pt x="4274" y="54"/>
                  <a:pt x="4281" y="62"/>
                  <a:pt x="4287" y="71"/>
                </a:cubicBezTo>
                <a:cubicBezTo>
                  <a:pt x="4292" y="80"/>
                  <a:pt x="4297" y="89"/>
                  <a:pt x="4301" y="98"/>
                </a:cubicBezTo>
                <a:cubicBezTo>
                  <a:pt x="4305" y="108"/>
                  <a:pt x="4308" y="118"/>
                  <a:pt x="4310" y="128"/>
                </a:cubicBezTo>
                <a:cubicBezTo>
                  <a:pt x="4312" y="138"/>
                  <a:pt x="4313" y="149"/>
                  <a:pt x="4313" y="159"/>
                </a:cubicBezTo>
                <a:lnTo>
                  <a:pt x="4313" y="663"/>
                </a:lnTo>
                <a:cubicBezTo>
                  <a:pt x="4313" y="673"/>
                  <a:pt x="4312" y="684"/>
                  <a:pt x="4310" y="694"/>
                </a:cubicBezTo>
                <a:cubicBezTo>
                  <a:pt x="4308" y="704"/>
                  <a:pt x="4305" y="714"/>
                  <a:pt x="4301" y="724"/>
                </a:cubicBezTo>
                <a:cubicBezTo>
                  <a:pt x="4297" y="733"/>
                  <a:pt x="4292" y="742"/>
                  <a:pt x="4287" y="751"/>
                </a:cubicBezTo>
                <a:cubicBezTo>
                  <a:pt x="4281" y="760"/>
                  <a:pt x="4274" y="768"/>
                  <a:pt x="4267" y="775"/>
                </a:cubicBezTo>
                <a:cubicBezTo>
                  <a:pt x="4260" y="782"/>
                  <a:pt x="4251" y="789"/>
                  <a:pt x="4243" y="795"/>
                </a:cubicBezTo>
                <a:cubicBezTo>
                  <a:pt x="4234" y="801"/>
                  <a:pt x="4225" y="806"/>
                  <a:pt x="4215" y="809"/>
                </a:cubicBezTo>
                <a:cubicBezTo>
                  <a:pt x="4206" y="813"/>
                  <a:pt x="4196" y="816"/>
                  <a:pt x="4186" y="819"/>
                </a:cubicBezTo>
                <a:cubicBezTo>
                  <a:pt x="4175" y="821"/>
                  <a:pt x="4165" y="822"/>
                  <a:pt x="4155" y="822"/>
                </a:cubicBezTo>
                <a:lnTo>
                  <a:pt x="158" y="822"/>
                </a:lnTo>
                <a:cubicBezTo>
                  <a:pt x="148" y="822"/>
                  <a:pt x="138" y="821"/>
                  <a:pt x="127" y="819"/>
                </a:cubicBezTo>
                <a:cubicBezTo>
                  <a:pt x="117" y="816"/>
                  <a:pt x="107" y="813"/>
                  <a:pt x="98" y="809"/>
                </a:cubicBezTo>
                <a:cubicBezTo>
                  <a:pt x="88" y="806"/>
                  <a:pt x="79" y="801"/>
                  <a:pt x="70" y="795"/>
                </a:cubicBezTo>
                <a:cubicBezTo>
                  <a:pt x="62" y="789"/>
                  <a:pt x="54" y="782"/>
                  <a:pt x="46" y="775"/>
                </a:cubicBezTo>
                <a:cubicBezTo>
                  <a:pt x="39" y="768"/>
                  <a:pt x="32" y="760"/>
                  <a:pt x="26" y="751"/>
                </a:cubicBezTo>
                <a:cubicBezTo>
                  <a:pt x="21" y="742"/>
                  <a:pt x="16" y="733"/>
                  <a:pt x="12" y="724"/>
                </a:cubicBezTo>
                <a:cubicBezTo>
                  <a:pt x="8" y="714"/>
                  <a:pt x="5" y="704"/>
                  <a:pt x="3" y="694"/>
                </a:cubicBezTo>
                <a:cubicBezTo>
                  <a:pt x="1" y="684"/>
                  <a:pt x="0" y="673"/>
                  <a:pt x="0" y="66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1123920" y="5393880"/>
            <a:ext cx="6147705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PIL-SIMD: x86 only (no NEON SIMD), and still pays the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893280" y="5439600"/>
            <a:ext cx="151787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PIL → tensor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923760" y="5914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8" y="184"/>
                  <a:pt x="105" y="186"/>
                  <a:pt x="93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2" y="141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2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3" y="0"/>
                </a:cubicBezTo>
                <a:cubicBezTo>
                  <a:pt x="105" y="0"/>
                  <a:pt x="118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1123920" y="5810040"/>
            <a:ext cx="1552680" cy="295560"/>
          </a:xfrm>
          <a:custGeom>
            <a:avLst/>
            <a:gdLst/>
            <a:ahLst/>
            <a:rect l="0" t="0" r="r" b="b"/>
            <a:pathLst>
              <a:path w="4313" h="821">
                <a:moveTo>
                  <a:pt x="0" y="66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155" y="0"/>
                </a:lnTo>
                <a:cubicBezTo>
                  <a:pt x="4165" y="0"/>
                  <a:pt x="4175" y="1"/>
                  <a:pt x="4186" y="3"/>
                </a:cubicBezTo>
                <a:cubicBezTo>
                  <a:pt x="4196" y="5"/>
                  <a:pt x="4206" y="8"/>
                  <a:pt x="4215" y="12"/>
                </a:cubicBezTo>
                <a:cubicBezTo>
                  <a:pt x="4225" y="16"/>
                  <a:pt x="4234" y="21"/>
                  <a:pt x="4243" y="27"/>
                </a:cubicBezTo>
                <a:cubicBezTo>
                  <a:pt x="4251" y="33"/>
                  <a:pt x="4259" y="39"/>
                  <a:pt x="4267" y="47"/>
                </a:cubicBezTo>
                <a:cubicBezTo>
                  <a:pt x="4274" y="54"/>
                  <a:pt x="4281" y="62"/>
                  <a:pt x="4287" y="71"/>
                </a:cubicBezTo>
                <a:cubicBezTo>
                  <a:pt x="4292" y="79"/>
                  <a:pt x="4297" y="88"/>
                  <a:pt x="4301" y="98"/>
                </a:cubicBezTo>
                <a:cubicBezTo>
                  <a:pt x="4305" y="108"/>
                  <a:pt x="4308" y="118"/>
                  <a:pt x="4310" y="128"/>
                </a:cubicBezTo>
                <a:cubicBezTo>
                  <a:pt x="4312" y="138"/>
                  <a:pt x="4313" y="148"/>
                  <a:pt x="4313" y="159"/>
                </a:cubicBezTo>
                <a:lnTo>
                  <a:pt x="4313" y="662"/>
                </a:lnTo>
                <a:cubicBezTo>
                  <a:pt x="4313" y="673"/>
                  <a:pt x="4312" y="683"/>
                  <a:pt x="4310" y="694"/>
                </a:cubicBezTo>
                <a:cubicBezTo>
                  <a:pt x="4308" y="704"/>
                  <a:pt x="4305" y="714"/>
                  <a:pt x="4301" y="723"/>
                </a:cubicBezTo>
                <a:cubicBezTo>
                  <a:pt x="4297" y="733"/>
                  <a:pt x="4292" y="742"/>
                  <a:pt x="4287" y="751"/>
                </a:cubicBezTo>
                <a:cubicBezTo>
                  <a:pt x="4281" y="759"/>
                  <a:pt x="4274" y="767"/>
                  <a:pt x="4267" y="775"/>
                </a:cubicBezTo>
                <a:cubicBezTo>
                  <a:pt x="4259" y="782"/>
                  <a:pt x="4251" y="789"/>
                  <a:pt x="4243" y="795"/>
                </a:cubicBezTo>
                <a:cubicBezTo>
                  <a:pt x="4234" y="800"/>
                  <a:pt x="4225" y="805"/>
                  <a:pt x="4215" y="809"/>
                </a:cubicBezTo>
                <a:cubicBezTo>
                  <a:pt x="4206" y="813"/>
                  <a:pt x="4196" y="816"/>
                  <a:pt x="4186" y="818"/>
                </a:cubicBezTo>
                <a:cubicBezTo>
                  <a:pt x="4175" y="820"/>
                  <a:pt x="4165" y="821"/>
                  <a:pt x="4155" y="821"/>
                </a:cubicBezTo>
                <a:lnTo>
                  <a:pt x="158" y="821"/>
                </a:lnTo>
                <a:cubicBezTo>
                  <a:pt x="148" y="821"/>
                  <a:pt x="138" y="820"/>
                  <a:pt x="127" y="818"/>
                </a:cubicBezTo>
                <a:cubicBezTo>
                  <a:pt x="117" y="816"/>
                  <a:pt x="107" y="813"/>
                  <a:pt x="98" y="809"/>
                </a:cubicBezTo>
                <a:cubicBezTo>
                  <a:pt x="88" y="805"/>
                  <a:pt x="79" y="800"/>
                  <a:pt x="70" y="795"/>
                </a:cubicBezTo>
                <a:cubicBezTo>
                  <a:pt x="61" y="789"/>
                  <a:pt x="53" y="782"/>
                  <a:pt x="46" y="775"/>
                </a:cubicBezTo>
                <a:cubicBezTo>
                  <a:pt x="39" y="767"/>
                  <a:pt x="32" y="759"/>
                  <a:pt x="26" y="751"/>
                </a:cubicBezTo>
                <a:cubicBezTo>
                  <a:pt x="21" y="742"/>
                  <a:pt x="16" y="733"/>
                  <a:pt x="12" y="723"/>
                </a:cubicBezTo>
                <a:cubicBezTo>
                  <a:pt x="8" y="714"/>
                  <a:pt x="5" y="704"/>
                  <a:pt x="3" y="694"/>
                </a:cubicBezTo>
                <a:cubicBezTo>
                  <a:pt x="1" y="683"/>
                  <a:pt x="0" y="673"/>
                  <a:pt x="0" y="66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8369640" y="5393880"/>
            <a:ext cx="659404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copy.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1201680" y="5849280"/>
            <a:ext cx="1517875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3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decode_image</a:t>
            </a:r>
            <a:endParaRPr lang="en-U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2678040" y="5803560"/>
            <a:ext cx="6351825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JPEG (CPU </a:t>
            </a:r>
            <a:r>
              <a:rPr lang="en-US" sz="18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and CUDA!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), PNG, WebP, GIF, AVIF, HEIC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981000" y="2600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666720" y="1712520"/>
            <a:ext cx="5907816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Results are the same as PIL's!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1752480" y="2476440"/>
            <a:ext cx="2086200" cy="343080"/>
          </a:xfrm>
          <a:custGeom>
            <a:avLst/>
            <a:gdLst/>
            <a:ahLst/>
            <a:rect l="0" t="0" r="r" b="b"/>
            <a:pathLst>
              <a:path w="5795" h="953">
                <a:moveTo>
                  <a:pt x="0" y="79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36" y="0"/>
                </a:lnTo>
                <a:cubicBezTo>
                  <a:pt x="5647" y="0"/>
                  <a:pt x="5657" y="1"/>
                  <a:pt x="5667" y="3"/>
                </a:cubicBezTo>
                <a:cubicBezTo>
                  <a:pt x="5678" y="5"/>
                  <a:pt x="5688" y="8"/>
                  <a:pt x="5697" y="12"/>
                </a:cubicBezTo>
                <a:cubicBezTo>
                  <a:pt x="5707" y="16"/>
                  <a:pt x="5716" y="21"/>
                  <a:pt x="5725" y="26"/>
                </a:cubicBezTo>
                <a:cubicBezTo>
                  <a:pt x="5733" y="32"/>
                  <a:pt x="5741" y="39"/>
                  <a:pt x="5749" y="46"/>
                </a:cubicBezTo>
                <a:cubicBezTo>
                  <a:pt x="5756" y="54"/>
                  <a:pt x="5763" y="62"/>
                  <a:pt x="5768" y="70"/>
                </a:cubicBezTo>
                <a:cubicBezTo>
                  <a:pt x="5774" y="79"/>
                  <a:pt x="5779" y="88"/>
                  <a:pt x="5783" y="98"/>
                </a:cubicBezTo>
                <a:cubicBezTo>
                  <a:pt x="5787" y="107"/>
                  <a:pt x="5790" y="117"/>
                  <a:pt x="5792" y="127"/>
                </a:cubicBezTo>
                <a:cubicBezTo>
                  <a:pt x="5794" y="138"/>
                  <a:pt x="5795" y="148"/>
                  <a:pt x="5795" y="158"/>
                </a:cubicBezTo>
                <a:lnTo>
                  <a:pt x="5795" y="794"/>
                </a:lnTo>
                <a:cubicBezTo>
                  <a:pt x="5795" y="805"/>
                  <a:pt x="5794" y="815"/>
                  <a:pt x="5792" y="825"/>
                </a:cubicBezTo>
                <a:cubicBezTo>
                  <a:pt x="5790" y="836"/>
                  <a:pt x="5787" y="846"/>
                  <a:pt x="5783" y="855"/>
                </a:cubicBezTo>
                <a:cubicBezTo>
                  <a:pt x="5779" y="865"/>
                  <a:pt x="5774" y="874"/>
                  <a:pt x="5768" y="883"/>
                </a:cubicBezTo>
                <a:cubicBezTo>
                  <a:pt x="5763" y="891"/>
                  <a:pt x="5756" y="899"/>
                  <a:pt x="5749" y="907"/>
                </a:cubicBezTo>
                <a:cubicBezTo>
                  <a:pt x="5741" y="914"/>
                  <a:pt x="5733" y="921"/>
                  <a:pt x="5725" y="926"/>
                </a:cubicBezTo>
                <a:cubicBezTo>
                  <a:pt x="5716" y="932"/>
                  <a:pt x="5707" y="937"/>
                  <a:pt x="5697" y="941"/>
                </a:cubicBezTo>
                <a:cubicBezTo>
                  <a:pt x="5688" y="945"/>
                  <a:pt x="5678" y="948"/>
                  <a:pt x="5667" y="950"/>
                </a:cubicBezTo>
                <a:cubicBezTo>
                  <a:pt x="5657" y="952"/>
                  <a:pt x="5647" y="953"/>
                  <a:pt x="5636" y="953"/>
                </a:cubicBezTo>
                <a:lnTo>
                  <a:pt x="159" y="953"/>
                </a:lnTo>
                <a:cubicBezTo>
                  <a:pt x="148" y="953"/>
                  <a:pt x="138" y="952"/>
                  <a:pt x="128" y="950"/>
                </a:cubicBezTo>
                <a:cubicBezTo>
                  <a:pt x="117" y="948"/>
                  <a:pt x="107" y="945"/>
                  <a:pt x="98" y="941"/>
                </a:cubicBezTo>
                <a:cubicBezTo>
                  <a:pt x="88" y="937"/>
                  <a:pt x="79" y="932"/>
                  <a:pt x="70" y="926"/>
                </a:cubicBezTo>
                <a:cubicBezTo>
                  <a:pt x="62" y="921"/>
                  <a:pt x="54" y="914"/>
                  <a:pt x="46" y="907"/>
                </a:cubicBezTo>
                <a:cubicBezTo>
                  <a:pt x="39" y="899"/>
                  <a:pt x="32" y="891"/>
                  <a:pt x="27" y="883"/>
                </a:cubicBezTo>
                <a:cubicBezTo>
                  <a:pt x="21" y="874"/>
                  <a:pt x="16" y="865"/>
                  <a:pt x="12" y="855"/>
                </a:cubicBezTo>
                <a:cubicBezTo>
                  <a:pt x="8" y="846"/>
                  <a:pt x="5" y="836"/>
                  <a:pt x="3" y="825"/>
                </a:cubicBezTo>
                <a:cubicBezTo>
                  <a:pt x="1" y="815"/>
                  <a:pt x="0" y="805"/>
                  <a:pt x="0" y="79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1200240" y="2473200"/>
            <a:ext cx="5929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Use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839240" y="2523240"/>
            <a:ext cx="2061028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antialias=True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981000" y="3066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3834360" y="2473200"/>
            <a:ext cx="161779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(the default)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981000" y="35337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200240" y="2940120"/>
            <a:ext cx="954076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vs PIL: mean absolute error </a:t>
            </a:r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≈ 0.01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at most (out of 255), max difference </a:t>
            </a:r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1-2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981000" y="4000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1200240" y="3406680"/>
            <a:ext cx="390627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Bitwise identical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to PIL-SIMD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1200240" y="3873600"/>
            <a:ext cx="11079633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What matters for models: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consistent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interpolation mode and antialias between training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666720" y="4895640"/>
            <a:ext cx="590760" cy="228960"/>
          </a:xfrm>
          <a:custGeom>
            <a:avLst/>
            <a:gdLst/>
            <a:ahLst/>
            <a:rect l="0" t="0" r="r" b="b"/>
            <a:pathLst>
              <a:path w="1641" h="636">
                <a:moveTo>
                  <a:pt x="0" y="477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3" y="40"/>
                  <a:pt x="61" y="34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482" y="0"/>
                </a:lnTo>
                <a:cubicBezTo>
                  <a:pt x="1493" y="0"/>
                  <a:pt x="1503" y="1"/>
                  <a:pt x="1513" y="3"/>
                </a:cubicBezTo>
                <a:cubicBezTo>
                  <a:pt x="1523" y="5"/>
                  <a:pt x="1533" y="8"/>
                  <a:pt x="1543" y="12"/>
                </a:cubicBezTo>
                <a:cubicBezTo>
                  <a:pt x="1553" y="16"/>
                  <a:pt x="1562" y="21"/>
                  <a:pt x="1570" y="27"/>
                </a:cubicBezTo>
                <a:cubicBezTo>
                  <a:pt x="1579" y="34"/>
                  <a:pt x="1587" y="40"/>
                  <a:pt x="1595" y="48"/>
                </a:cubicBezTo>
                <a:cubicBezTo>
                  <a:pt x="1602" y="55"/>
                  <a:pt x="1608" y="63"/>
                  <a:pt x="1614" y="72"/>
                </a:cubicBezTo>
                <a:cubicBezTo>
                  <a:pt x="1620" y="80"/>
                  <a:pt x="1625" y="89"/>
                  <a:pt x="1629" y="99"/>
                </a:cubicBezTo>
                <a:cubicBezTo>
                  <a:pt x="1633" y="109"/>
                  <a:pt x="1636" y="119"/>
                  <a:pt x="1638" y="129"/>
                </a:cubicBezTo>
                <a:cubicBezTo>
                  <a:pt x="1640" y="139"/>
                  <a:pt x="1641" y="149"/>
                  <a:pt x="1641" y="160"/>
                </a:cubicBezTo>
                <a:lnTo>
                  <a:pt x="1641" y="477"/>
                </a:lnTo>
                <a:cubicBezTo>
                  <a:pt x="1641" y="488"/>
                  <a:pt x="1640" y="498"/>
                  <a:pt x="1638" y="508"/>
                </a:cubicBezTo>
                <a:cubicBezTo>
                  <a:pt x="1636" y="519"/>
                  <a:pt x="1633" y="528"/>
                  <a:pt x="1629" y="538"/>
                </a:cubicBezTo>
                <a:cubicBezTo>
                  <a:pt x="1625" y="548"/>
                  <a:pt x="1620" y="557"/>
                  <a:pt x="1614" y="566"/>
                </a:cubicBezTo>
                <a:cubicBezTo>
                  <a:pt x="1608" y="574"/>
                  <a:pt x="1602" y="582"/>
                  <a:pt x="1595" y="590"/>
                </a:cubicBezTo>
                <a:cubicBezTo>
                  <a:pt x="1587" y="597"/>
                  <a:pt x="1579" y="604"/>
                  <a:pt x="1570" y="609"/>
                </a:cubicBezTo>
                <a:cubicBezTo>
                  <a:pt x="1562" y="615"/>
                  <a:pt x="1553" y="620"/>
                  <a:pt x="1543" y="624"/>
                </a:cubicBezTo>
                <a:cubicBezTo>
                  <a:pt x="1533" y="628"/>
                  <a:pt x="1523" y="631"/>
                  <a:pt x="1513" y="633"/>
                </a:cubicBezTo>
                <a:cubicBezTo>
                  <a:pt x="1503" y="635"/>
                  <a:pt x="1493" y="636"/>
                  <a:pt x="1482" y="636"/>
                </a:cubicBezTo>
                <a:lnTo>
                  <a:pt x="158" y="636"/>
                </a:lnTo>
                <a:cubicBezTo>
                  <a:pt x="148" y="636"/>
                  <a:pt x="138" y="635"/>
                  <a:pt x="127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1" y="604"/>
                  <a:pt x="53" y="597"/>
                  <a:pt x="46" y="590"/>
                </a:cubicBezTo>
                <a:cubicBezTo>
                  <a:pt x="39" y="582"/>
                  <a:pt x="32" y="574"/>
                  <a:pt x="26" y="566"/>
                </a:cubicBezTo>
                <a:cubicBezTo>
                  <a:pt x="21" y="557"/>
                  <a:pt x="16" y="548"/>
                  <a:pt x="12" y="538"/>
                </a:cubicBezTo>
                <a:cubicBezTo>
                  <a:pt x="8" y="528"/>
                  <a:pt x="5" y="519"/>
                  <a:pt x="3" y="508"/>
                </a:cubicBezTo>
                <a:cubicBezTo>
                  <a:pt x="1" y="498"/>
                  <a:pt x="0" y="488"/>
                  <a:pt x="0" y="477"/>
                </a:cubicBezTo>
                <a:close/>
              </a:path>
            </a:pathLst>
          </a:custGeom>
          <a:solidFill>
            <a:srgbClr val="ee4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1200240" y="4273560"/>
            <a:ext cx="17461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and inference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762120" y="4912200"/>
            <a:ext cx="43079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1666800" y="4829040"/>
            <a:ext cx="2362320" cy="343080"/>
          </a:xfrm>
          <a:custGeom>
            <a:avLst/>
            <a:gdLst/>
            <a:ahLst/>
            <a:rect l="0" t="0" r="r" b="b"/>
            <a:pathLst>
              <a:path w="6562" h="953">
                <a:moveTo>
                  <a:pt x="0" y="79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404" y="0"/>
                </a:lnTo>
                <a:cubicBezTo>
                  <a:pt x="6414" y="0"/>
                  <a:pt x="6424" y="1"/>
                  <a:pt x="6435" y="3"/>
                </a:cubicBezTo>
                <a:cubicBezTo>
                  <a:pt x="6445" y="5"/>
                  <a:pt x="6455" y="8"/>
                  <a:pt x="6464" y="12"/>
                </a:cubicBezTo>
                <a:cubicBezTo>
                  <a:pt x="6474" y="16"/>
                  <a:pt x="6483" y="21"/>
                  <a:pt x="6492" y="27"/>
                </a:cubicBezTo>
                <a:cubicBezTo>
                  <a:pt x="6500" y="32"/>
                  <a:pt x="6509" y="39"/>
                  <a:pt x="6516" y="46"/>
                </a:cubicBezTo>
                <a:cubicBezTo>
                  <a:pt x="6523" y="54"/>
                  <a:pt x="6530" y="62"/>
                  <a:pt x="6536" y="70"/>
                </a:cubicBezTo>
                <a:cubicBezTo>
                  <a:pt x="6541" y="79"/>
                  <a:pt x="6546" y="88"/>
                  <a:pt x="6550" y="98"/>
                </a:cubicBezTo>
                <a:cubicBezTo>
                  <a:pt x="6554" y="108"/>
                  <a:pt x="6557" y="117"/>
                  <a:pt x="6559" y="128"/>
                </a:cubicBezTo>
                <a:cubicBezTo>
                  <a:pt x="6561" y="138"/>
                  <a:pt x="6562" y="148"/>
                  <a:pt x="6562" y="159"/>
                </a:cubicBezTo>
                <a:lnTo>
                  <a:pt x="6562" y="795"/>
                </a:lnTo>
                <a:cubicBezTo>
                  <a:pt x="6562" y="805"/>
                  <a:pt x="6561" y="815"/>
                  <a:pt x="6559" y="826"/>
                </a:cubicBezTo>
                <a:cubicBezTo>
                  <a:pt x="6557" y="836"/>
                  <a:pt x="6554" y="846"/>
                  <a:pt x="6550" y="855"/>
                </a:cubicBezTo>
                <a:cubicBezTo>
                  <a:pt x="6546" y="865"/>
                  <a:pt x="6541" y="874"/>
                  <a:pt x="6536" y="883"/>
                </a:cubicBezTo>
                <a:cubicBezTo>
                  <a:pt x="6530" y="891"/>
                  <a:pt x="6523" y="900"/>
                  <a:pt x="6516" y="907"/>
                </a:cubicBezTo>
                <a:cubicBezTo>
                  <a:pt x="6509" y="914"/>
                  <a:pt x="6500" y="921"/>
                  <a:pt x="6492" y="927"/>
                </a:cubicBezTo>
                <a:cubicBezTo>
                  <a:pt x="6483" y="932"/>
                  <a:pt x="6474" y="937"/>
                  <a:pt x="6464" y="941"/>
                </a:cubicBezTo>
                <a:cubicBezTo>
                  <a:pt x="6455" y="945"/>
                  <a:pt x="6445" y="948"/>
                  <a:pt x="6435" y="950"/>
                </a:cubicBezTo>
                <a:cubicBezTo>
                  <a:pt x="6424" y="952"/>
                  <a:pt x="6414" y="953"/>
                  <a:pt x="6404" y="953"/>
                </a:cubicBezTo>
                <a:lnTo>
                  <a:pt x="158" y="953"/>
                </a:lnTo>
                <a:cubicBezTo>
                  <a:pt x="148" y="953"/>
                  <a:pt x="138" y="952"/>
                  <a:pt x="127" y="950"/>
                </a:cubicBezTo>
                <a:cubicBezTo>
                  <a:pt x="117" y="948"/>
                  <a:pt x="107" y="945"/>
                  <a:pt x="98" y="941"/>
                </a:cubicBezTo>
                <a:cubicBezTo>
                  <a:pt x="88" y="937"/>
                  <a:pt x="79" y="932"/>
                  <a:pt x="70" y="927"/>
                </a:cubicBezTo>
                <a:cubicBezTo>
                  <a:pt x="62" y="921"/>
                  <a:pt x="54" y="914"/>
                  <a:pt x="46" y="907"/>
                </a:cubicBezTo>
                <a:cubicBezTo>
                  <a:pt x="39" y="900"/>
                  <a:pt x="32" y="891"/>
                  <a:pt x="26" y="883"/>
                </a:cubicBezTo>
                <a:cubicBezTo>
                  <a:pt x="21" y="874"/>
                  <a:pt x="16" y="865"/>
                  <a:pt x="12" y="855"/>
                </a:cubicBezTo>
                <a:cubicBezTo>
                  <a:pt x="8" y="846"/>
                  <a:pt x="5" y="836"/>
                  <a:pt x="3" y="826"/>
                </a:cubicBezTo>
                <a:cubicBezTo>
                  <a:pt x="1" y="815"/>
                  <a:pt x="0" y="805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1314360" y="4825800"/>
            <a:ext cx="38491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in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1760760" y="4876200"/>
            <a:ext cx="235535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TorchVision 0.27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4028040" y="4825800"/>
            <a:ext cx="7124371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Lanczos interpolation!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Alongside bilinear and bicubic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71400" y="194760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2"/>
                </a:lnTo>
                <a:cubicBezTo>
                  <a:pt x="30137" y="2515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90"/>
                  <a:pt x="30111" y="2601"/>
                  <a:pt x="30103" y="2612"/>
                </a:cubicBezTo>
                <a:cubicBezTo>
                  <a:pt x="30096" y="2623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7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4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4"/>
                  <a:pt x="134" y="2690"/>
                  <a:pt x="122" y="2685"/>
                </a:cubicBezTo>
                <a:cubicBezTo>
                  <a:pt x="110" y="2680"/>
                  <a:pt x="99" y="2674"/>
                  <a:pt x="88" y="2667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3"/>
                  <a:pt x="33" y="2612"/>
                </a:cubicBezTo>
                <a:cubicBezTo>
                  <a:pt x="26" y="2601"/>
                  <a:pt x="20" y="2590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5"/>
                  <a:pt x="0" y="2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71400" y="1947600"/>
            <a:ext cx="10849320" cy="972000"/>
          </a:xfrm>
          <a:custGeom>
            <a:avLst/>
            <a:gdLst/>
            <a:ahLst/>
            <a:rect l="0" t="0" r="r" b="b"/>
            <a:pathLst>
              <a:path w="30137" h="2700">
                <a:moveTo>
                  <a:pt x="0" y="250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502"/>
                </a:lnTo>
                <a:cubicBezTo>
                  <a:pt x="30137" y="2515"/>
                  <a:pt x="30136" y="2527"/>
                  <a:pt x="30133" y="2540"/>
                </a:cubicBezTo>
                <a:cubicBezTo>
                  <a:pt x="30130" y="2553"/>
                  <a:pt x="30127" y="2565"/>
                  <a:pt x="30122" y="2577"/>
                </a:cubicBezTo>
                <a:cubicBezTo>
                  <a:pt x="30117" y="2590"/>
                  <a:pt x="30111" y="2601"/>
                  <a:pt x="30103" y="2612"/>
                </a:cubicBezTo>
                <a:cubicBezTo>
                  <a:pt x="30096" y="2623"/>
                  <a:pt x="30088" y="2633"/>
                  <a:pt x="30079" y="2642"/>
                </a:cubicBezTo>
                <a:cubicBezTo>
                  <a:pt x="30070" y="2651"/>
                  <a:pt x="30059" y="2659"/>
                  <a:pt x="30049" y="2667"/>
                </a:cubicBezTo>
                <a:cubicBezTo>
                  <a:pt x="30038" y="2674"/>
                  <a:pt x="30026" y="2680"/>
                  <a:pt x="30014" y="2685"/>
                </a:cubicBezTo>
                <a:cubicBezTo>
                  <a:pt x="30002" y="2690"/>
                  <a:pt x="29990" y="2694"/>
                  <a:pt x="29977" y="2696"/>
                </a:cubicBezTo>
                <a:cubicBezTo>
                  <a:pt x="29964" y="2699"/>
                  <a:pt x="29951" y="2700"/>
                  <a:pt x="29938" y="2700"/>
                </a:cubicBezTo>
                <a:lnTo>
                  <a:pt x="198" y="2700"/>
                </a:lnTo>
                <a:cubicBezTo>
                  <a:pt x="185" y="2700"/>
                  <a:pt x="172" y="2699"/>
                  <a:pt x="160" y="2696"/>
                </a:cubicBezTo>
                <a:cubicBezTo>
                  <a:pt x="147" y="2694"/>
                  <a:pt x="134" y="2690"/>
                  <a:pt x="122" y="2685"/>
                </a:cubicBezTo>
                <a:cubicBezTo>
                  <a:pt x="110" y="2680"/>
                  <a:pt x="99" y="2674"/>
                  <a:pt x="88" y="2667"/>
                </a:cubicBezTo>
                <a:cubicBezTo>
                  <a:pt x="77" y="2659"/>
                  <a:pt x="67" y="2651"/>
                  <a:pt x="58" y="2642"/>
                </a:cubicBezTo>
                <a:cubicBezTo>
                  <a:pt x="49" y="2633"/>
                  <a:pt x="40" y="2623"/>
                  <a:pt x="33" y="2612"/>
                </a:cubicBezTo>
                <a:cubicBezTo>
                  <a:pt x="26" y="2601"/>
                  <a:pt x="20" y="2590"/>
                  <a:pt x="15" y="2577"/>
                </a:cubicBezTo>
                <a:cubicBezTo>
                  <a:pt x="10" y="2565"/>
                  <a:pt x="6" y="2553"/>
                  <a:pt x="4" y="2540"/>
                </a:cubicBezTo>
                <a:cubicBezTo>
                  <a:pt x="1" y="2527"/>
                  <a:pt x="0" y="2515"/>
                  <a:pt x="0" y="2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676080" y="3638520"/>
            <a:ext cx="10839960" cy="2057760"/>
          </a:xfrm>
          <a:custGeom>
            <a:avLst/>
            <a:gdLst/>
            <a:ahLst/>
            <a:rect l="0" t="0" r="r" b="b"/>
            <a:pathLst>
              <a:path w="30111" h="5716">
                <a:moveTo>
                  <a:pt x="0" y="5477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8"/>
                  <a:pt x="30030" y="58"/>
                  <a:pt x="30041" y="69"/>
                </a:cubicBezTo>
                <a:cubicBezTo>
                  <a:pt x="30052" y="80"/>
                  <a:pt x="30062" y="92"/>
                  <a:pt x="30070" y="105"/>
                </a:cubicBezTo>
                <a:cubicBezTo>
                  <a:pt x="30079" y="118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5477"/>
                </a:lnTo>
                <a:cubicBezTo>
                  <a:pt x="30111" y="5493"/>
                  <a:pt x="30109" y="5509"/>
                  <a:pt x="30106" y="5524"/>
                </a:cubicBezTo>
                <a:cubicBezTo>
                  <a:pt x="30103" y="5539"/>
                  <a:pt x="30098" y="5554"/>
                  <a:pt x="30092" y="5569"/>
                </a:cubicBezTo>
                <a:cubicBezTo>
                  <a:pt x="30087" y="5583"/>
                  <a:pt x="30079" y="5597"/>
                  <a:pt x="30070" y="5610"/>
                </a:cubicBezTo>
                <a:cubicBezTo>
                  <a:pt x="30062" y="5623"/>
                  <a:pt x="30052" y="5635"/>
                  <a:pt x="30041" y="5646"/>
                </a:cubicBezTo>
                <a:cubicBezTo>
                  <a:pt x="30030" y="5657"/>
                  <a:pt x="30018" y="5667"/>
                  <a:pt x="30005" y="5675"/>
                </a:cubicBezTo>
                <a:cubicBezTo>
                  <a:pt x="29992" y="5684"/>
                  <a:pt x="29978" y="5691"/>
                  <a:pt x="29964" y="5697"/>
                </a:cubicBezTo>
                <a:cubicBezTo>
                  <a:pt x="29949" y="5703"/>
                  <a:pt x="29934" y="5708"/>
                  <a:pt x="29919" y="5711"/>
                </a:cubicBezTo>
                <a:cubicBezTo>
                  <a:pt x="29904" y="5714"/>
                  <a:pt x="29888" y="5716"/>
                  <a:pt x="29872" y="5716"/>
                </a:cubicBezTo>
                <a:lnTo>
                  <a:pt x="238" y="5716"/>
                </a:lnTo>
                <a:cubicBezTo>
                  <a:pt x="223" y="5716"/>
                  <a:pt x="207" y="5714"/>
                  <a:pt x="192" y="5711"/>
                </a:cubicBezTo>
                <a:cubicBezTo>
                  <a:pt x="176" y="5708"/>
                  <a:pt x="161" y="5703"/>
                  <a:pt x="147" y="5697"/>
                </a:cubicBezTo>
                <a:cubicBezTo>
                  <a:pt x="133" y="5691"/>
                  <a:pt x="119" y="5684"/>
                  <a:pt x="106" y="5675"/>
                </a:cubicBezTo>
                <a:cubicBezTo>
                  <a:pt x="93" y="5667"/>
                  <a:pt x="81" y="5657"/>
                  <a:pt x="70" y="5646"/>
                </a:cubicBezTo>
                <a:cubicBezTo>
                  <a:pt x="59" y="5635"/>
                  <a:pt x="49" y="5623"/>
                  <a:pt x="40" y="5610"/>
                </a:cubicBezTo>
                <a:cubicBezTo>
                  <a:pt x="31" y="5597"/>
                  <a:pt x="24" y="5583"/>
                  <a:pt x="18" y="5569"/>
                </a:cubicBezTo>
                <a:cubicBezTo>
                  <a:pt x="12" y="5554"/>
                  <a:pt x="8" y="5539"/>
                  <a:pt x="5" y="5524"/>
                </a:cubicBezTo>
                <a:cubicBezTo>
                  <a:pt x="2" y="5509"/>
                  <a:pt x="0" y="5493"/>
                  <a:pt x="0" y="5477"/>
                </a:cubicBezTo>
                <a:close/>
              </a:path>
            </a:pathLst>
          </a:custGeom>
          <a:solidFill>
            <a:srgbClr val="fff4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676080" y="3638520"/>
            <a:ext cx="10839960" cy="2057760"/>
          </a:xfrm>
          <a:custGeom>
            <a:avLst/>
            <a:gdLst/>
            <a:ahLst/>
            <a:rect l="0" t="0" r="r" b="b"/>
            <a:pathLst>
              <a:path w="30111" h="5716">
                <a:moveTo>
                  <a:pt x="0" y="5477"/>
                </a:moveTo>
                <a:lnTo>
                  <a:pt x="0" y="238"/>
                </a:lnTo>
                <a:cubicBezTo>
                  <a:pt x="0" y="222"/>
                  <a:pt x="2" y="207"/>
                  <a:pt x="5" y="191"/>
                </a:cubicBezTo>
                <a:cubicBezTo>
                  <a:pt x="8" y="176"/>
                  <a:pt x="12" y="161"/>
                  <a:pt x="18" y="147"/>
                </a:cubicBezTo>
                <a:cubicBezTo>
                  <a:pt x="24" y="132"/>
                  <a:pt x="31" y="118"/>
                  <a:pt x="40" y="105"/>
                </a:cubicBezTo>
                <a:cubicBezTo>
                  <a:pt x="49" y="92"/>
                  <a:pt x="59" y="80"/>
                  <a:pt x="70" y="69"/>
                </a:cubicBezTo>
                <a:cubicBezTo>
                  <a:pt x="81" y="58"/>
                  <a:pt x="93" y="48"/>
                  <a:pt x="106" y="40"/>
                </a:cubicBezTo>
                <a:cubicBezTo>
                  <a:pt x="119" y="31"/>
                  <a:pt x="133" y="24"/>
                  <a:pt x="147" y="18"/>
                </a:cubicBezTo>
                <a:cubicBezTo>
                  <a:pt x="161" y="12"/>
                  <a:pt x="176" y="7"/>
                  <a:pt x="192" y="4"/>
                </a:cubicBezTo>
                <a:cubicBezTo>
                  <a:pt x="207" y="1"/>
                  <a:pt x="223" y="0"/>
                  <a:pt x="238" y="0"/>
                </a:cubicBezTo>
                <a:lnTo>
                  <a:pt x="29872" y="0"/>
                </a:lnTo>
                <a:cubicBezTo>
                  <a:pt x="29888" y="0"/>
                  <a:pt x="29904" y="1"/>
                  <a:pt x="29919" y="4"/>
                </a:cubicBezTo>
                <a:cubicBezTo>
                  <a:pt x="29934" y="7"/>
                  <a:pt x="29949" y="12"/>
                  <a:pt x="29964" y="18"/>
                </a:cubicBezTo>
                <a:cubicBezTo>
                  <a:pt x="29978" y="24"/>
                  <a:pt x="29992" y="31"/>
                  <a:pt x="30005" y="40"/>
                </a:cubicBezTo>
                <a:cubicBezTo>
                  <a:pt x="30018" y="48"/>
                  <a:pt x="30030" y="58"/>
                  <a:pt x="30041" y="69"/>
                </a:cubicBezTo>
                <a:cubicBezTo>
                  <a:pt x="30052" y="80"/>
                  <a:pt x="30062" y="92"/>
                  <a:pt x="30070" y="105"/>
                </a:cubicBezTo>
                <a:cubicBezTo>
                  <a:pt x="30079" y="118"/>
                  <a:pt x="30087" y="132"/>
                  <a:pt x="30092" y="147"/>
                </a:cubicBezTo>
                <a:cubicBezTo>
                  <a:pt x="30098" y="161"/>
                  <a:pt x="30103" y="176"/>
                  <a:pt x="30106" y="191"/>
                </a:cubicBezTo>
                <a:cubicBezTo>
                  <a:pt x="30109" y="207"/>
                  <a:pt x="30111" y="222"/>
                  <a:pt x="30111" y="238"/>
                </a:cubicBezTo>
                <a:lnTo>
                  <a:pt x="30111" y="5477"/>
                </a:lnTo>
                <a:cubicBezTo>
                  <a:pt x="30111" y="5493"/>
                  <a:pt x="30109" y="5509"/>
                  <a:pt x="30106" y="5524"/>
                </a:cubicBezTo>
                <a:cubicBezTo>
                  <a:pt x="30103" y="5539"/>
                  <a:pt x="30098" y="5554"/>
                  <a:pt x="30092" y="5569"/>
                </a:cubicBezTo>
                <a:cubicBezTo>
                  <a:pt x="30087" y="5583"/>
                  <a:pt x="30079" y="5597"/>
                  <a:pt x="30070" y="5610"/>
                </a:cubicBezTo>
                <a:cubicBezTo>
                  <a:pt x="30062" y="5623"/>
                  <a:pt x="30052" y="5635"/>
                  <a:pt x="30041" y="5646"/>
                </a:cubicBezTo>
                <a:cubicBezTo>
                  <a:pt x="30030" y="5657"/>
                  <a:pt x="30018" y="5667"/>
                  <a:pt x="30005" y="5675"/>
                </a:cubicBezTo>
                <a:cubicBezTo>
                  <a:pt x="29992" y="5684"/>
                  <a:pt x="29978" y="5691"/>
                  <a:pt x="29964" y="5697"/>
                </a:cubicBezTo>
                <a:cubicBezTo>
                  <a:pt x="29949" y="5703"/>
                  <a:pt x="29934" y="5708"/>
                  <a:pt x="29919" y="5711"/>
                </a:cubicBezTo>
                <a:cubicBezTo>
                  <a:pt x="29904" y="5714"/>
                  <a:pt x="29888" y="5716"/>
                  <a:pt x="29872" y="5716"/>
                </a:cubicBezTo>
                <a:lnTo>
                  <a:pt x="238" y="5716"/>
                </a:lnTo>
                <a:cubicBezTo>
                  <a:pt x="223" y="5716"/>
                  <a:pt x="207" y="5714"/>
                  <a:pt x="192" y="5711"/>
                </a:cubicBezTo>
                <a:cubicBezTo>
                  <a:pt x="176" y="5708"/>
                  <a:pt x="161" y="5703"/>
                  <a:pt x="147" y="5697"/>
                </a:cubicBezTo>
                <a:cubicBezTo>
                  <a:pt x="133" y="5691"/>
                  <a:pt x="119" y="5684"/>
                  <a:pt x="106" y="5675"/>
                </a:cubicBezTo>
                <a:cubicBezTo>
                  <a:pt x="93" y="5667"/>
                  <a:pt x="81" y="5657"/>
                  <a:pt x="70" y="5646"/>
                </a:cubicBezTo>
                <a:cubicBezTo>
                  <a:pt x="59" y="5635"/>
                  <a:pt x="49" y="5623"/>
                  <a:pt x="40" y="5610"/>
                </a:cubicBezTo>
                <a:cubicBezTo>
                  <a:pt x="31" y="5597"/>
                  <a:pt x="24" y="5583"/>
                  <a:pt x="18" y="5569"/>
                </a:cubicBezTo>
                <a:cubicBezTo>
                  <a:pt x="12" y="5554"/>
                  <a:pt x="8" y="5539"/>
                  <a:pt x="5" y="5524"/>
                </a:cubicBezTo>
                <a:cubicBezTo>
                  <a:pt x="2" y="5509"/>
                  <a:pt x="0" y="5493"/>
                  <a:pt x="0" y="5477"/>
                </a:cubicBezTo>
                <a:close/>
              </a:path>
            </a:pathLst>
          </a:custGeom>
          <a:noFill/>
          <a:ln w="18720">
            <a:solidFill>
              <a:srgbClr val="e0a800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895320" y="4076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895320" y="4076640"/>
            <a:ext cx="2067120" cy="9720"/>
          </a:xfrm>
          <a:custGeom>
            <a:avLst/>
            <a:gdLst/>
            <a:ah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2952720" y="4076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962080" y="407664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4524120" y="4076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4533840" y="407664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5952960" y="4076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5962320" y="4076640"/>
            <a:ext cx="1076760" cy="9720"/>
          </a:xfrm>
          <a:custGeom>
            <a:avLst/>
            <a:gdLst/>
            <a:ah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7029360" y="4076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895320" y="4457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895320" y="4448160"/>
            <a:ext cx="2067120" cy="9720"/>
          </a:xfrm>
          <a:custGeom>
            <a:avLst/>
            <a:gdLst/>
            <a:ahLst/>
            <a:rect l="0" t="0" r="r" b="b"/>
            <a:pathLst>
              <a:path w="5742" h="27">
                <a:moveTo>
                  <a:pt x="0" y="0"/>
                </a:moveTo>
                <a:lnTo>
                  <a:pt x="5742" y="0"/>
                </a:lnTo>
                <a:lnTo>
                  <a:pt x="57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2952720" y="4457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2962080" y="4448160"/>
            <a:ext cx="1572120" cy="9720"/>
          </a:xfrm>
          <a:custGeom>
            <a:avLst/>
            <a:gdLst/>
            <a:ahLst/>
            <a:rect l="0" t="0" r="r" b="b"/>
            <a:pathLst>
              <a:path w="4367" h="27">
                <a:moveTo>
                  <a:pt x="0" y="0"/>
                </a:moveTo>
                <a:lnTo>
                  <a:pt x="4367" y="0"/>
                </a:lnTo>
                <a:lnTo>
                  <a:pt x="436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4524120" y="44575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4533840" y="4448160"/>
            <a:ext cx="1428840" cy="9720"/>
          </a:xfrm>
          <a:custGeom>
            <a:avLst/>
            <a:gdLst/>
            <a:ahLst/>
            <a:rect l="0" t="0" r="r" b="b"/>
            <a:pathLst>
              <a:path w="3969" h="27">
                <a:moveTo>
                  <a:pt x="0" y="0"/>
                </a:moveTo>
                <a:lnTo>
                  <a:pt x="3969" y="0"/>
                </a:lnTo>
                <a:lnTo>
                  <a:pt x="39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5952960" y="4457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5962320" y="4448160"/>
            <a:ext cx="1076760" cy="9720"/>
          </a:xfrm>
          <a:custGeom>
            <a:avLst/>
            <a:gdLst/>
            <a:ahLst/>
            <a:rect l="0" t="0" r="r" b="b"/>
            <a:pathLst>
              <a:path w="2991" h="27">
                <a:moveTo>
                  <a:pt x="0" y="0"/>
                </a:moveTo>
                <a:lnTo>
                  <a:pt x="2991" y="0"/>
                </a:lnTo>
                <a:lnTo>
                  <a:pt x="2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7029360" y="44575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895320" y="4829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895320" y="481932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2952720" y="4829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2962080" y="4819320"/>
            <a:ext cx="1572120" cy="10080"/>
          </a:xfrm>
          <a:custGeom>
            <a:avLst/>
            <a:gdLst/>
            <a:ahLst/>
            <a:rect l="0" t="0" r="r" b="b"/>
            <a:pathLst>
              <a:path w="4367" h="28">
                <a:moveTo>
                  <a:pt x="0" y="0"/>
                </a:moveTo>
                <a:lnTo>
                  <a:pt x="4367" y="0"/>
                </a:lnTo>
                <a:lnTo>
                  <a:pt x="4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4524120" y="4829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4533840" y="4819320"/>
            <a:ext cx="1428840" cy="10080"/>
          </a:xfrm>
          <a:custGeom>
            <a:avLst/>
            <a:gdLst/>
            <a:ahLst/>
            <a:rect l="0" t="0" r="r" b="b"/>
            <a:pathLst>
              <a:path w="3969" h="28">
                <a:moveTo>
                  <a:pt x="0" y="0"/>
                </a:moveTo>
                <a:lnTo>
                  <a:pt x="3969" y="0"/>
                </a:lnTo>
                <a:lnTo>
                  <a:pt x="39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5952960" y="4829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5962320" y="4819320"/>
            <a:ext cx="1076760" cy="10080"/>
          </a:xfrm>
          <a:custGeom>
            <a:avLst/>
            <a:gdLst/>
            <a:ah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7029360" y="4829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895320" y="5200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895320" y="519084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2952720" y="5200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2962080" y="5190840"/>
            <a:ext cx="1572120" cy="10080"/>
          </a:xfrm>
          <a:custGeom>
            <a:avLst/>
            <a:gdLst/>
            <a:ahLst/>
            <a:rect l="0" t="0" r="r" b="b"/>
            <a:pathLst>
              <a:path w="4367" h="28">
                <a:moveTo>
                  <a:pt x="0" y="0"/>
                </a:moveTo>
                <a:lnTo>
                  <a:pt x="4367" y="0"/>
                </a:lnTo>
                <a:lnTo>
                  <a:pt x="4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4524120" y="5200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4533840" y="5190840"/>
            <a:ext cx="1428840" cy="10080"/>
          </a:xfrm>
          <a:custGeom>
            <a:avLst/>
            <a:gdLst/>
            <a:ahLst/>
            <a:rect l="0" t="0" r="r" b="b"/>
            <a:pathLst>
              <a:path w="3969" h="28">
                <a:moveTo>
                  <a:pt x="0" y="0"/>
                </a:moveTo>
                <a:lnTo>
                  <a:pt x="3969" y="0"/>
                </a:lnTo>
                <a:lnTo>
                  <a:pt x="39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5952960" y="5200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5962320" y="5190840"/>
            <a:ext cx="1076760" cy="10080"/>
          </a:xfrm>
          <a:custGeom>
            <a:avLst/>
            <a:gdLst/>
            <a:ah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7029360" y="5200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895320" y="5562360"/>
            <a:ext cx="2067120" cy="10080"/>
          </a:xfrm>
          <a:custGeom>
            <a:avLst/>
            <a:gdLst/>
            <a:ahLst/>
            <a:rect l="0" t="0" r="r" b="b"/>
            <a:pathLst>
              <a:path w="5742" h="28">
                <a:moveTo>
                  <a:pt x="0" y="0"/>
                </a:moveTo>
                <a:lnTo>
                  <a:pt x="5742" y="0"/>
                </a:lnTo>
                <a:lnTo>
                  <a:pt x="57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2962080" y="5562360"/>
            <a:ext cx="1572120" cy="10080"/>
          </a:xfrm>
          <a:custGeom>
            <a:avLst/>
            <a:gdLst/>
            <a:ahLst/>
            <a:rect l="0" t="0" r="r" b="b"/>
            <a:pathLst>
              <a:path w="4367" h="28">
                <a:moveTo>
                  <a:pt x="0" y="0"/>
                </a:moveTo>
                <a:lnTo>
                  <a:pt x="4367" y="0"/>
                </a:lnTo>
                <a:lnTo>
                  <a:pt x="436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4533840" y="5562360"/>
            <a:ext cx="1428840" cy="10080"/>
          </a:xfrm>
          <a:custGeom>
            <a:avLst/>
            <a:gdLst/>
            <a:ahLst/>
            <a:rect l="0" t="0" r="r" b="b"/>
            <a:pathLst>
              <a:path w="3969" h="28">
                <a:moveTo>
                  <a:pt x="0" y="0"/>
                </a:moveTo>
                <a:lnTo>
                  <a:pt x="3969" y="0"/>
                </a:lnTo>
                <a:lnTo>
                  <a:pt x="39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5962320" y="5562360"/>
            <a:ext cx="1076760" cy="10080"/>
          </a:xfrm>
          <a:custGeom>
            <a:avLst/>
            <a:gdLst/>
            <a:ahLst/>
            <a:rect l="0" t="0" r="r" b="b"/>
            <a:pathLst>
              <a:path w="2991" h="28">
                <a:moveTo>
                  <a:pt x="0" y="0"/>
                </a:moveTo>
                <a:lnTo>
                  <a:pt x="2991" y="0"/>
                </a:lnTo>
                <a:lnTo>
                  <a:pt x="2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0c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981080" y="1218960"/>
            <a:ext cx="2438640" cy="429120"/>
          </a:xfrm>
          <a:custGeom>
            <a:avLst/>
            <a:gdLst/>
            <a:ahLst/>
            <a:rect l="0" t="0" r="r" b="b"/>
            <a:pathLst>
              <a:path w="6774" h="1192">
                <a:moveTo>
                  <a:pt x="0" y="103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615" y="0"/>
                </a:lnTo>
                <a:cubicBezTo>
                  <a:pt x="6626" y="0"/>
                  <a:pt x="6636" y="1"/>
                  <a:pt x="6646" y="3"/>
                </a:cubicBezTo>
                <a:cubicBezTo>
                  <a:pt x="6657" y="5"/>
                  <a:pt x="6667" y="8"/>
                  <a:pt x="6676" y="12"/>
                </a:cubicBezTo>
                <a:cubicBezTo>
                  <a:pt x="6686" y="16"/>
                  <a:pt x="6695" y="21"/>
                  <a:pt x="6704" y="27"/>
                </a:cubicBezTo>
                <a:cubicBezTo>
                  <a:pt x="6712" y="33"/>
                  <a:pt x="6720" y="39"/>
                  <a:pt x="6728" y="47"/>
                </a:cubicBezTo>
                <a:cubicBezTo>
                  <a:pt x="6735" y="54"/>
                  <a:pt x="6742" y="62"/>
                  <a:pt x="6747" y="71"/>
                </a:cubicBezTo>
                <a:cubicBezTo>
                  <a:pt x="6753" y="79"/>
                  <a:pt x="6758" y="89"/>
                  <a:pt x="6762" y="98"/>
                </a:cubicBezTo>
                <a:cubicBezTo>
                  <a:pt x="6766" y="108"/>
                  <a:pt x="6769" y="118"/>
                  <a:pt x="6771" y="128"/>
                </a:cubicBezTo>
                <a:cubicBezTo>
                  <a:pt x="6773" y="138"/>
                  <a:pt x="6774" y="148"/>
                  <a:pt x="6774" y="159"/>
                </a:cubicBezTo>
                <a:lnTo>
                  <a:pt x="6774" y="1033"/>
                </a:lnTo>
                <a:cubicBezTo>
                  <a:pt x="6774" y="1043"/>
                  <a:pt x="6773" y="1054"/>
                  <a:pt x="6771" y="1064"/>
                </a:cubicBezTo>
                <a:cubicBezTo>
                  <a:pt x="6769" y="1074"/>
                  <a:pt x="6766" y="1084"/>
                  <a:pt x="6762" y="1094"/>
                </a:cubicBezTo>
                <a:cubicBezTo>
                  <a:pt x="6758" y="1103"/>
                  <a:pt x="6753" y="1113"/>
                  <a:pt x="6747" y="1121"/>
                </a:cubicBezTo>
                <a:cubicBezTo>
                  <a:pt x="6742" y="1130"/>
                  <a:pt x="6735" y="1138"/>
                  <a:pt x="6728" y="1145"/>
                </a:cubicBezTo>
                <a:cubicBezTo>
                  <a:pt x="6720" y="1153"/>
                  <a:pt x="6712" y="1159"/>
                  <a:pt x="6704" y="1165"/>
                </a:cubicBezTo>
                <a:cubicBezTo>
                  <a:pt x="6695" y="1171"/>
                  <a:pt x="6686" y="1176"/>
                  <a:pt x="6676" y="1180"/>
                </a:cubicBezTo>
                <a:cubicBezTo>
                  <a:pt x="6667" y="1184"/>
                  <a:pt x="6657" y="1187"/>
                  <a:pt x="6646" y="1189"/>
                </a:cubicBezTo>
                <a:cubicBezTo>
                  <a:pt x="6636" y="1191"/>
                  <a:pt x="6626" y="1192"/>
                  <a:pt x="6615" y="1192"/>
                </a:cubicBezTo>
                <a:lnTo>
                  <a:pt x="159" y="1192"/>
                </a:lnTo>
                <a:cubicBezTo>
                  <a:pt x="148" y="1192"/>
                  <a:pt x="138" y="1191"/>
                  <a:pt x="128" y="1189"/>
                </a:cubicBezTo>
                <a:cubicBezTo>
                  <a:pt x="117" y="1187"/>
                  <a:pt x="107" y="1184"/>
                  <a:pt x="98" y="1180"/>
                </a:cubicBezTo>
                <a:cubicBezTo>
                  <a:pt x="88" y="1176"/>
                  <a:pt x="79" y="1171"/>
                  <a:pt x="70" y="1165"/>
                </a:cubicBezTo>
                <a:cubicBezTo>
                  <a:pt x="62" y="1159"/>
                  <a:pt x="54" y="1153"/>
                  <a:pt x="46" y="1145"/>
                </a:cubicBezTo>
                <a:cubicBezTo>
                  <a:pt x="39" y="1138"/>
                  <a:pt x="32" y="1130"/>
                  <a:pt x="27" y="1121"/>
                </a:cubicBezTo>
                <a:cubicBezTo>
                  <a:pt x="21" y="1113"/>
                  <a:pt x="16" y="1103"/>
                  <a:pt x="12" y="1094"/>
                </a:cubicBezTo>
                <a:cubicBezTo>
                  <a:pt x="8" y="1084"/>
                  <a:pt x="5" y="1074"/>
                  <a:pt x="3" y="1064"/>
                </a:cubicBezTo>
                <a:cubicBezTo>
                  <a:pt x="1" y="1054"/>
                  <a:pt x="0" y="1043"/>
                  <a:pt x="0" y="103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666720" y="1188720"/>
            <a:ext cx="1417564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Audio: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2054880" y="1216080"/>
            <a:ext cx="2470046" cy="43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Courier New"/>
                <a:ea typeface="Courier New"/>
              </a:rPr>
              <a:t>WavDecoder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828720" y="2108160"/>
            <a:ext cx="5186203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torchcodec.decoders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WavDecoder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981000" y="32479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828720" y="2546280"/>
            <a:ext cx="6297393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samples = WavDecoder(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"audio.wav"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).get_all_samples()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1200240" y="3120840"/>
            <a:ext cx="6996067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Reads WAV data directly,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bypassing FFmpeg 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entirely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895320" y="378432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1108800" y="3788280"/>
            <a:ext cx="5159764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Benchmark</a:t>
            </a:r>
            <a:r>
              <a:rPr lang="en-US" sz="1350" b="0" u="none" strike="noStrike">
                <a:solidFill>
                  <a:srgbClr val="8a6d00"/>
                </a:solidFill>
                <a:effectLst/>
                <a:uFillTx/>
                <a:latin typeface="Arial"/>
                <a:ea typeface="Arial"/>
              </a:rPr>
              <a:t>: create decoder + decode a WAV file (laptop CPU)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3093480" y="4161600"/>
            <a:ext cx="140667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AudioDecoder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4671720" y="4161600"/>
            <a:ext cx="1246881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WavDecoder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094800" y="4161600"/>
            <a:ext cx="869356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Speedup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1038240" y="4533120"/>
            <a:ext cx="1910563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5s clip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16kHz mono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3093480" y="4533120"/>
            <a:ext cx="618192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2.7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4671720" y="4533120"/>
            <a:ext cx="732499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0.05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6094800" y="4533120"/>
            <a:ext cx="34992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50×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 txBox="1"/>
          <p:nvPr/>
        </p:nvSpPr>
        <p:spPr>
          <a:xfrm>
            <a:off x="1038240" y="4904280"/>
            <a:ext cx="19218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10min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48kHz stereo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 txBox="1"/>
          <p:nvPr/>
        </p:nvSpPr>
        <p:spPr>
          <a:xfrm>
            <a:off x="3093480" y="4904280"/>
            <a:ext cx="675345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202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4671720" y="4904280"/>
            <a:ext cx="5610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81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6094800" y="4904280"/>
            <a:ext cx="407073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2.5×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 txBox="1"/>
          <p:nvPr/>
        </p:nvSpPr>
        <p:spPr>
          <a:xfrm>
            <a:off x="1038240" y="5275800"/>
            <a:ext cx="1921838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1s from a 10min file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3093480" y="5275800"/>
            <a:ext cx="732499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16.7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4671720" y="5275800"/>
            <a:ext cx="732499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0.06 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6094800" y="5275800"/>
            <a:ext cx="464227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280×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880200" y="6397920"/>
            <a:ext cx="2162505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Performance tips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671400" y="1643040"/>
            <a:ext cx="10849320" cy="2286360"/>
          </a:xfrm>
          <a:custGeom>
            <a:avLst/>
            <a:gdLst/>
            <a:ahLst/>
            <a:rect l="0" t="0" r="r" b="b"/>
            <a:pathLst>
              <a:path w="30137" h="6351">
                <a:moveTo>
                  <a:pt x="0" y="615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152"/>
                </a:lnTo>
                <a:cubicBezTo>
                  <a:pt x="30137" y="6165"/>
                  <a:pt x="30136" y="6178"/>
                  <a:pt x="30133" y="6191"/>
                </a:cubicBezTo>
                <a:cubicBezTo>
                  <a:pt x="30130" y="6204"/>
                  <a:pt x="30127" y="6216"/>
                  <a:pt x="30122" y="6228"/>
                </a:cubicBezTo>
                <a:cubicBezTo>
                  <a:pt x="30117" y="6240"/>
                  <a:pt x="30111" y="6252"/>
                  <a:pt x="30103" y="6262"/>
                </a:cubicBezTo>
                <a:cubicBezTo>
                  <a:pt x="30096" y="6273"/>
                  <a:pt x="30088" y="6283"/>
                  <a:pt x="30079" y="6292"/>
                </a:cubicBezTo>
                <a:cubicBezTo>
                  <a:pt x="30070" y="6302"/>
                  <a:pt x="30059" y="6310"/>
                  <a:pt x="30049" y="6317"/>
                </a:cubicBezTo>
                <a:cubicBezTo>
                  <a:pt x="30038" y="6324"/>
                  <a:pt x="30026" y="6330"/>
                  <a:pt x="30014" y="6335"/>
                </a:cubicBezTo>
                <a:cubicBezTo>
                  <a:pt x="30002" y="6340"/>
                  <a:pt x="29990" y="6344"/>
                  <a:pt x="29977" y="6347"/>
                </a:cubicBezTo>
                <a:cubicBezTo>
                  <a:pt x="29964" y="6349"/>
                  <a:pt x="29951" y="6351"/>
                  <a:pt x="29938" y="6351"/>
                </a:cubicBezTo>
                <a:lnTo>
                  <a:pt x="198" y="6351"/>
                </a:lnTo>
                <a:cubicBezTo>
                  <a:pt x="185" y="6351"/>
                  <a:pt x="172" y="6349"/>
                  <a:pt x="160" y="6347"/>
                </a:cubicBezTo>
                <a:cubicBezTo>
                  <a:pt x="147" y="6344"/>
                  <a:pt x="134" y="6340"/>
                  <a:pt x="122" y="6335"/>
                </a:cubicBezTo>
                <a:cubicBezTo>
                  <a:pt x="110" y="6330"/>
                  <a:pt x="99" y="6324"/>
                  <a:pt x="88" y="6317"/>
                </a:cubicBezTo>
                <a:cubicBezTo>
                  <a:pt x="77" y="6310"/>
                  <a:pt x="67" y="6302"/>
                  <a:pt x="58" y="6292"/>
                </a:cubicBezTo>
                <a:cubicBezTo>
                  <a:pt x="49" y="6283"/>
                  <a:pt x="40" y="6273"/>
                  <a:pt x="33" y="6262"/>
                </a:cubicBezTo>
                <a:cubicBezTo>
                  <a:pt x="26" y="6252"/>
                  <a:pt x="20" y="6240"/>
                  <a:pt x="15" y="6228"/>
                </a:cubicBezTo>
                <a:cubicBezTo>
                  <a:pt x="10" y="6216"/>
                  <a:pt x="6" y="6204"/>
                  <a:pt x="4" y="6191"/>
                </a:cubicBezTo>
                <a:cubicBezTo>
                  <a:pt x="1" y="6178"/>
                  <a:pt x="0" y="6165"/>
                  <a:pt x="0" y="615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671400" y="1643040"/>
            <a:ext cx="10849320" cy="2286360"/>
          </a:xfrm>
          <a:custGeom>
            <a:avLst/>
            <a:gdLst/>
            <a:ahLst/>
            <a:rect l="0" t="0" r="r" b="b"/>
            <a:pathLst>
              <a:path w="30137" h="6351">
                <a:moveTo>
                  <a:pt x="0" y="615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152"/>
                </a:lnTo>
                <a:cubicBezTo>
                  <a:pt x="30137" y="6165"/>
                  <a:pt x="30136" y="6178"/>
                  <a:pt x="30133" y="6191"/>
                </a:cubicBezTo>
                <a:cubicBezTo>
                  <a:pt x="30130" y="6204"/>
                  <a:pt x="30127" y="6216"/>
                  <a:pt x="30122" y="6228"/>
                </a:cubicBezTo>
                <a:cubicBezTo>
                  <a:pt x="30117" y="6240"/>
                  <a:pt x="30111" y="6252"/>
                  <a:pt x="30103" y="6262"/>
                </a:cubicBezTo>
                <a:cubicBezTo>
                  <a:pt x="30096" y="6273"/>
                  <a:pt x="30088" y="6283"/>
                  <a:pt x="30079" y="6292"/>
                </a:cubicBezTo>
                <a:cubicBezTo>
                  <a:pt x="30070" y="6302"/>
                  <a:pt x="30059" y="6310"/>
                  <a:pt x="30049" y="6317"/>
                </a:cubicBezTo>
                <a:cubicBezTo>
                  <a:pt x="30038" y="6324"/>
                  <a:pt x="30026" y="6330"/>
                  <a:pt x="30014" y="6335"/>
                </a:cubicBezTo>
                <a:cubicBezTo>
                  <a:pt x="30002" y="6340"/>
                  <a:pt x="29990" y="6344"/>
                  <a:pt x="29977" y="6347"/>
                </a:cubicBezTo>
                <a:cubicBezTo>
                  <a:pt x="29964" y="6349"/>
                  <a:pt x="29951" y="6351"/>
                  <a:pt x="29938" y="6351"/>
                </a:cubicBezTo>
                <a:lnTo>
                  <a:pt x="198" y="6351"/>
                </a:lnTo>
                <a:cubicBezTo>
                  <a:pt x="185" y="6351"/>
                  <a:pt x="172" y="6349"/>
                  <a:pt x="160" y="6347"/>
                </a:cubicBezTo>
                <a:cubicBezTo>
                  <a:pt x="147" y="6344"/>
                  <a:pt x="134" y="6340"/>
                  <a:pt x="122" y="6335"/>
                </a:cubicBezTo>
                <a:cubicBezTo>
                  <a:pt x="110" y="6330"/>
                  <a:pt x="99" y="6324"/>
                  <a:pt x="88" y="6317"/>
                </a:cubicBezTo>
                <a:cubicBezTo>
                  <a:pt x="77" y="6310"/>
                  <a:pt x="67" y="6302"/>
                  <a:pt x="58" y="6292"/>
                </a:cubicBezTo>
                <a:cubicBezTo>
                  <a:pt x="49" y="6283"/>
                  <a:pt x="40" y="6273"/>
                  <a:pt x="33" y="6262"/>
                </a:cubicBezTo>
                <a:cubicBezTo>
                  <a:pt x="26" y="6252"/>
                  <a:pt x="20" y="6240"/>
                  <a:pt x="15" y="6228"/>
                </a:cubicBezTo>
                <a:cubicBezTo>
                  <a:pt x="10" y="6216"/>
                  <a:pt x="6" y="6204"/>
                  <a:pt x="4" y="6191"/>
                </a:cubicBezTo>
                <a:cubicBezTo>
                  <a:pt x="1" y="6178"/>
                  <a:pt x="0" y="6165"/>
                  <a:pt x="0" y="615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 txBox="1"/>
          <p:nvPr/>
        </p:nvSpPr>
        <p:spPr>
          <a:xfrm>
            <a:off x="666720" y="921960"/>
            <a:ext cx="5875545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And on the way out: encoding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828720" y="1803600"/>
            <a:ext cx="4815676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torchcodec.encoders </a:t>
            </a:r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Encoder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828720" y="2241720"/>
            <a:ext cx="234640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encoder = Encoder()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 txBox="1"/>
          <p:nvPr/>
        </p:nvSpPr>
        <p:spPr>
          <a:xfrm>
            <a:off x="828720" y="2460600"/>
            <a:ext cx="9877464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 = encoder.add_video(height=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1080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width=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1920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frame_rate=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device=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"cuda"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828720" y="2679840"/>
            <a:ext cx="7408972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audio = encoder.add_audio(sample_rate=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44100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, num_channels=</a:t>
            </a:r>
            <a:r>
              <a:rPr lang="en-US" sz="150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828720" y="3117960"/>
            <a:ext cx="456878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with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encoder.open_file(</a:t>
            </a:r>
            <a:r>
              <a:rPr lang="en-US" sz="150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"output.mp4"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 txBox="1"/>
          <p:nvPr/>
        </p:nvSpPr>
        <p:spPr>
          <a:xfrm>
            <a:off x="828720" y="3336840"/>
            <a:ext cx="3457598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video.add_frames(frames)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981000" y="4257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828720" y="3556080"/>
            <a:ext cx="3704875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    audio.add_samples(samples)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981000" y="4724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1200240" y="4130640"/>
            <a:ext cx="634132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Multiple video and audio streams in one container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981000" y="5190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1200240" y="4597200"/>
            <a:ext cx="7604928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Mix CPU and CUDA video streams, feed data incrementally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4981320" y="5067000"/>
            <a:ext cx="1810080" cy="343440"/>
          </a:xfrm>
          <a:custGeom>
            <a:avLst/>
            <a:gdLst/>
            <a:ahLst/>
            <a:rect l="0" t="0" r="r" b="b"/>
            <a:pathLst>
              <a:path w="5028" h="954">
                <a:moveTo>
                  <a:pt x="0" y="79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870" y="0"/>
                </a:lnTo>
                <a:cubicBezTo>
                  <a:pt x="4880" y="0"/>
                  <a:pt x="4890" y="1"/>
                  <a:pt x="4901" y="3"/>
                </a:cubicBezTo>
                <a:cubicBezTo>
                  <a:pt x="4911" y="5"/>
                  <a:pt x="4921" y="8"/>
                  <a:pt x="4930" y="12"/>
                </a:cubicBezTo>
                <a:cubicBezTo>
                  <a:pt x="4940" y="16"/>
                  <a:pt x="4949" y="21"/>
                  <a:pt x="4958" y="27"/>
                </a:cubicBezTo>
                <a:cubicBezTo>
                  <a:pt x="4966" y="33"/>
                  <a:pt x="4974" y="39"/>
                  <a:pt x="4982" y="47"/>
                </a:cubicBezTo>
                <a:cubicBezTo>
                  <a:pt x="4989" y="54"/>
                  <a:pt x="4996" y="62"/>
                  <a:pt x="5002" y="71"/>
                </a:cubicBezTo>
                <a:cubicBezTo>
                  <a:pt x="5007" y="80"/>
                  <a:pt x="5012" y="89"/>
                  <a:pt x="5016" y="98"/>
                </a:cubicBezTo>
                <a:cubicBezTo>
                  <a:pt x="5020" y="108"/>
                  <a:pt x="5023" y="118"/>
                  <a:pt x="5025" y="128"/>
                </a:cubicBezTo>
                <a:cubicBezTo>
                  <a:pt x="5027" y="138"/>
                  <a:pt x="5028" y="149"/>
                  <a:pt x="5028" y="159"/>
                </a:cubicBezTo>
                <a:lnTo>
                  <a:pt x="5028" y="795"/>
                </a:lnTo>
                <a:cubicBezTo>
                  <a:pt x="5028" y="806"/>
                  <a:pt x="5027" y="816"/>
                  <a:pt x="5025" y="826"/>
                </a:cubicBezTo>
                <a:cubicBezTo>
                  <a:pt x="5023" y="836"/>
                  <a:pt x="5020" y="846"/>
                  <a:pt x="5016" y="856"/>
                </a:cubicBezTo>
                <a:cubicBezTo>
                  <a:pt x="5012" y="865"/>
                  <a:pt x="5007" y="875"/>
                  <a:pt x="5002" y="883"/>
                </a:cubicBezTo>
                <a:cubicBezTo>
                  <a:pt x="4996" y="892"/>
                  <a:pt x="4989" y="900"/>
                  <a:pt x="4982" y="907"/>
                </a:cubicBezTo>
                <a:cubicBezTo>
                  <a:pt x="4974" y="915"/>
                  <a:pt x="4966" y="921"/>
                  <a:pt x="4958" y="927"/>
                </a:cubicBezTo>
                <a:cubicBezTo>
                  <a:pt x="4949" y="933"/>
                  <a:pt x="4940" y="938"/>
                  <a:pt x="4930" y="942"/>
                </a:cubicBezTo>
                <a:cubicBezTo>
                  <a:pt x="4921" y="946"/>
                  <a:pt x="4911" y="949"/>
                  <a:pt x="4901" y="951"/>
                </a:cubicBezTo>
                <a:cubicBezTo>
                  <a:pt x="4890" y="953"/>
                  <a:pt x="4880" y="954"/>
                  <a:pt x="4870" y="954"/>
                </a:cubicBezTo>
                <a:lnTo>
                  <a:pt x="159" y="954"/>
                </a:lnTo>
                <a:cubicBezTo>
                  <a:pt x="149" y="954"/>
                  <a:pt x="138" y="953"/>
                  <a:pt x="128" y="951"/>
                </a:cubicBezTo>
                <a:cubicBezTo>
                  <a:pt x="118" y="949"/>
                  <a:pt x="108" y="946"/>
                  <a:pt x="98" y="942"/>
                </a:cubicBezTo>
                <a:cubicBezTo>
                  <a:pt x="89" y="938"/>
                  <a:pt x="79" y="933"/>
                  <a:pt x="71" y="927"/>
                </a:cubicBezTo>
                <a:cubicBezTo>
                  <a:pt x="62" y="921"/>
                  <a:pt x="54" y="915"/>
                  <a:pt x="47" y="907"/>
                </a:cubicBezTo>
                <a:cubicBezTo>
                  <a:pt x="39" y="900"/>
                  <a:pt x="33" y="892"/>
                  <a:pt x="27" y="883"/>
                </a:cubicBezTo>
                <a:cubicBezTo>
                  <a:pt x="21" y="875"/>
                  <a:pt x="16" y="865"/>
                  <a:pt x="12" y="856"/>
                </a:cubicBezTo>
                <a:cubicBezTo>
                  <a:pt x="8" y="846"/>
                  <a:pt x="5" y="836"/>
                  <a:pt x="3" y="826"/>
                </a:cubicBezTo>
                <a:cubicBezTo>
                  <a:pt x="1" y="816"/>
                  <a:pt x="0" y="806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1200240" y="5064120"/>
            <a:ext cx="4083566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Simpler one-shot encoders too: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5071320" y="5114160"/>
            <a:ext cx="176670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VideoEncoder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6943680" y="5067000"/>
            <a:ext cx="1810080" cy="343440"/>
          </a:xfrm>
          <a:custGeom>
            <a:avLst/>
            <a:gdLst/>
            <a:ahLst/>
            <a:rect l="0" t="0" r="r" b="b"/>
            <a:pathLst>
              <a:path w="5028" h="954">
                <a:moveTo>
                  <a:pt x="0" y="79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869" y="0"/>
                </a:lnTo>
                <a:cubicBezTo>
                  <a:pt x="4879" y="0"/>
                  <a:pt x="4890" y="1"/>
                  <a:pt x="4900" y="3"/>
                </a:cubicBezTo>
                <a:cubicBezTo>
                  <a:pt x="4910" y="5"/>
                  <a:pt x="4920" y="8"/>
                  <a:pt x="4930" y="12"/>
                </a:cubicBezTo>
                <a:cubicBezTo>
                  <a:pt x="4939" y="16"/>
                  <a:pt x="4948" y="21"/>
                  <a:pt x="4957" y="27"/>
                </a:cubicBezTo>
                <a:cubicBezTo>
                  <a:pt x="4966" y="33"/>
                  <a:pt x="4974" y="39"/>
                  <a:pt x="4981" y="47"/>
                </a:cubicBezTo>
                <a:cubicBezTo>
                  <a:pt x="4989" y="54"/>
                  <a:pt x="4995" y="62"/>
                  <a:pt x="5001" y="71"/>
                </a:cubicBezTo>
                <a:cubicBezTo>
                  <a:pt x="5007" y="80"/>
                  <a:pt x="5012" y="89"/>
                  <a:pt x="5016" y="98"/>
                </a:cubicBezTo>
                <a:cubicBezTo>
                  <a:pt x="5020" y="108"/>
                  <a:pt x="5023" y="118"/>
                  <a:pt x="5025" y="128"/>
                </a:cubicBezTo>
                <a:cubicBezTo>
                  <a:pt x="5027" y="138"/>
                  <a:pt x="5028" y="149"/>
                  <a:pt x="5028" y="159"/>
                </a:cubicBezTo>
                <a:lnTo>
                  <a:pt x="5028" y="795"/>
                </a:lnTo>
                <a:cubicBezTo>
                  <a:pt x="5028" y="806"/>
                  <a:pt x="5027" y="816"/>
                  <a:pt x="5025" y="826"/>
                </a:cubicBezTo>
                <a:cubicBezTo>
                  <a:pt x="5023" y="836"/>
                  <a:pt x="5020" y="846"/>
                  <a:pt x="5016" y="856"/>
                </a:cubicBezTo>
                <a:cubicBezTo>
                  <a:pt x="5012" y="865"/>
                  <a:pt x="5007" y="875"/>
                  <a:pt x="5001" y="883"/>
                </a:cubicBezTo>
                <a:cubicBezTo>
                  <a:pt x="4995" y="892"/>
                  <a:pt x="4989" y="900"/>
                  <a:pt x="4981" y="907"/>
                </a:cubicBezTo>
                <a:cubicBezTo>
                  <a:pt x="4974" y="915"/>
                  <a:pt x="4966" y="921"/>
                  <a:pt x="4957" y="927"/>
                </a:cubicBezTo>
                <a:cubicBezTo>
                  <a:pt x="4948" y="933"/>
                  <a:pt x="4939" y="938"/>
                  <a:pt x="4930" y="942"/>
                </a:cubicBezTo>
                <a:cubicBezTo>
                  <a:pt x="4920" y="946"/>
                  <a:pt x="4910" y="949"/>
                  <a:pt x="4900" y="951"/>
                </a:cubicBezTo>
                <a:cubicBezTo>
                  <a:pt x="4890" y="953"/>
                  <a:pt x="4879" y="954"/>
                  <a:pt x="4869" y="954"/>
                </a:cubicBezTo>
                <a:lnTo>
                  <a:pt x="158" y="954"/>
                </a:lnTo>
                <a:cubicBezTo>
                  <a:pt x="148" y="954"/>
                  <a:pt x="138" y="953"/>
                  <a:pt x="127" y="951"/>
                </a:cubicBezTo>
                <a:cubicBezTo>
                  <a:pt x="117" y="949"/>
                  <a:pt x="107" y="946"/>
                  <a:pt x="98" y="942"/>
                </a:cubicBezTo>
                <a:cubicBezTo>
                  <a:pt x="88" y="938"/>
                  <a:pt x="79" y="933"/>
                  <a:pt x="70" y="927"/>
                </a:cubicBezTo>
                <a:cubicBezTo>
                  <a:pt x="62" y="921"/>
                  <a:pt x="53" y="915"/>
                  <a:pt x="46" y="907"/>
                </a:cubicBezTo>
                <a:cubicBezTo>
                  <a:pt x="39" y="900"/>
                  <a:pt x="32" y="892"/>
                  <a:pt x="26" y="883"/>
                </a:cubicBezTo>
                <a:cubicBezTo>
                  <a:pt x="21" y="875"/>
                  <a:pt x="16" y="865"/>
                  <a:pt x="12" y="856"/>
                </a:cubicBezTo>
                <a:cubicBezTo>
                  <a:pt x="8" y="846"/>
                  <a:pt x="5" y="836"/>
                  <a:pt x="3" y="826"/>
                </a:cubicBezTo>
                <a:cubicBezTo>
                  <a:pt x="1" y="816"/>
                  <a:pt x="0" y="806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6794280" y="5064120"/>
            <a:ext cx="28771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7032960" y="5114160"/>
            <a:ext cx="1766707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AudioEncoder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8905680" y="5067000"/>
            <a:ext cx="1676880" cy="343440"/>
          </a:xfrm>
          <a:custGeom>
            <a:avLst/>
            <a:gdLst/>
            <a:ahLst/>
            <a:rect l="0" t="0" r="r" b="b"/>
            <a:pathLst>
              <a:path w="4658" h="954">
                <a:moveTo>
                  <a:pt x="0" y="79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99" y="0"/>
                </a:lnTo>
                <a:cubicBezTo>
                  <a:pt x="4509" y="0"/>
                  <a:pt x="4520" y="1"/>
                  <a:pt x="4530" y="3"/>
                </a:cubicBezTo>
                <a:cubicBezTo>
                  <a:pt x="4540" y="5"/>
                  <a:pt x="4550" y="8"/>
                  <a:pt x="4560" y="12"/>
                </a:cubicBezTo>
                <a:cubicBezTo>
                  <a:pt x="4569" y="16"/>
                  <a:pt x="4578" y="21"/>
                  <a:pt x="4587" y="27"/>
                </a:cubicBezTo>
                <a:cubicBezTo>
                  <a:pt x="4596" y="33"/>
                  <a:pt x="4604" y="39"/>
                  <a:pt x="4611" y="47"/>
                </a:cubicBezTo>
                <a:cubicBezTo>
                  <a:pt x="4619" y="54"/>
                  <a:pt x="4625" y="62"/>
                  <a:pt x="4631" y="71"/>
                </a:cubicBezTo>
                <a:cubicBezTo>
                  <a:pt x="4637" y="80"/>
                  <a:pt x="4642" y="89"/>
                  <a:pt x="4646" y="98"/>
                </a:cubicBezTo>
                <a:cubicBezTo>
                  <a:pt x="4650" y="108"/>
                  <a:pt x="4653" y="118"/>
                  <a:pt x="4655" y="128"/>
                </a:cubicBezTo>
                <a:cubicBezTo>
                  <a:pt x="4657" y="138"/>
                  <a:pt x="4658" y="149"/>
                  <a:pt x="4658" y="159"/>
                </a:cubicBezTo>
                <a:lnTo>
                  <a:pt x="4658" y="795"/>
                </a:lnTo>
                <a:cubicBezTo>
                  <a:pt x="4658" y="806"/>
                  <a:pt x="4657" y="816"/>
                  <a:pt x="4655" y="826"/>
                </a:cubicBezTo>
                <a:cubicBezTo>
                  <a:pt x="4653" y="836"/>
                  <a:pt x="4650" y="846"/>
                  <a:pt x="4646" y="856"/>
                </a:cubicBezTo>
                <a:cubicBezTo>
                  <a:pt x="4642" y="865"/>
                  <a:pt x="4637" y="875"/>
                  <a:pt x="4631" y="883"/>
                </a:cubicBezTo>
                <a:cubicBezTo>
                  <a:pt x="4625" y="892"/>
                  <a:pt x="4619" y="900"/>
                  <a:pt x="4611" y="907"/>
                </a:cubicBezTo>
                <a:cubicBezTo>
                  <a:pt x="4604" y="915"/>
                  <a:pt x="4596" y="921"/>
                  <a:pt x="4587" y="927"/>
                </a:cubicBezTo>
                <a:cubicBezTo>
                  <a:pt x="4578" y="933"/>
                  <a:pt x="4569" y="938"/>
                  <a:pt x="4560" y="942"/>
                </a:cubicBezTo>
                <a:cubicBezTo>
                  <a:pt x="4550" y="946"/>
                  <a:pt x="4540" y="949"/>
                  <a:pt x="4530" y="951"/>
                </a:cubicBezTo>
                <a:cubicBezTo>
                  <a:pt x="4520" y="953"/>
                  <a:pt x="4509" y="954"/>
                  <a:pt x="4499" y="954"/>
                </a:cubicBezTo>
                <a:lnTo>
                  <a:pt x="159" y="954"/>
                </a:lnTo>
                <a:cubicBezTo>
                  <a:pt x="148" y="954"/>
                  <a:pt x="138" y="953"/>
                  <a:pt x="128" y="951"/>
                </a:cubicBezTo>
                <a:cubicBezTo>
                  <a:pt x="118" y="949"/>
                  <a:pt x="108" y="946"/>
                  <a:pt x="98" y="942"/>
                </a:cubicBezTo>
                <a:cubicBezTo>
                  <a:pt x="88" y="938"/>
                  <a:pt x="79" y="933"/>
                  <a:pt x="71" y="927"/>
                </a:cubicBezTo>
                <a:cubicBezTo>
                  <a:pt x="62" y="921"/>
                  <a:pt x="54" y="915"/>
                  <a:pt x="47" y="907"/>
                </a:cubicBezTo>
                <a:cubicBezTo>
                  <a:pt x="39" y="900"/>
                  <a:pt x="33" y="892"/>
                  <a:pt x="27" y="883"/>
                </a:cubicBezTo>
                <a:cubicBezTo>
                  <a:pt x="21" y="875"/>
                  <a:pt x="16" y="865"/>
                  <a:pt x="12" y="856"/>
                </a:cubicBezTo>
                <a:cubicBezTo>
                  <a:pt x="8" y="846"/>
                  <a:pt x="5" y="836"/>
                  <a:pt x="3" y="826"/>
                </a:cubicBezTo>
                <a:cubicBezTo>
                  <a:pt x="1" y="816"/>
                  <a:pt x="0" y="806"/>
                  <a:pt x="0" y="79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8755920" y="5064120"/>
            <a:ext cx="28771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8994960" y="5114160"/>
            <a:ext cx="161974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JpegEncoder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1199880" y="5467320"/>
            <a:ext cx="1543320" cy="343080"/>
          </a:xfrm>
          <a:custGeom>
            <a:avLst/>
            <a:gdLst/>
            <a:ahLst/>
            <a:rect l="0" t="0" r="r" b="b"/>
            <a:pathLst>
              <a:path w="4287" h="953">
                <a:moveTo>
                  <a:pt x="0" y="79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129" y="0"/>
                </a:lnTo>
                <a:cubicBezTo>
                  <a:pt x="4139" y="0"/>
                  <a:pt x="4149" y="1"/>
                  <a:pt x="4160" y="3"/>
                </a:cubicBezTo>
                <a:cubicBezTo>
                  <a:pt x="4170" y="5"/>
                  <a:pt x="4180" y="8"/>
                  <a:pt x="4189" y="12"/>
                </a:cubicBezTo>
                <a:cubicBezTo>
                  <a:pt x="4199" y="16"/>
                  <a:pt x="4208" y="21"/>
                  <a:pt x="4217" y="26"/>
                </a:cubicBezTo>
                <a:cubicBezTo>
                  <a:pt x="4226" y="32"/>
                  <a:pt x="4234" y="39"/>
                  <a:pt x="4241" y="46"/>
                </a:cubicBezTo>
                <a:cubicBezTo>
                  <a:pt x="4248" y="53"/>
                  <a:pt x="4255" y="61"/>
                  <a:pt x="4261" y="70"/>
                </a:cubicBezTo>
                <a:cubicBezTo>
                  <a:pt x="4267" y="79"/>
                  <a:pt x="4271" y="88"/>
                  <a:pt x="4275" y="98"/>
                </a:cubicBezTo>
                <a:cubicBezTo>
                  <a:pt x="4279" y="107"/>
                  <a:pt x="4282" y="117"/>
                  <a:pt x="4284" y="127"/>
                </a:cubicBezTo>
                <a:cubicBezTo>
                  <a:pt x="4286" y="138"/>
                  <a:pt x="4287" y="148"/>
                  <a:pt x="4287" y="158"/>
                </a:cubicBezTo>
                <a:lnTo>
                  <a:pt x="4287" y="794"/>
                </a:lnTo>
                <a:cubicBezTo>
                  <a:pt x="4287" y="805"/>
                  <a:pt x="4286" y="815"/>
                  <a:pt x="4284" y="825"/>
                </a:cubicBezTo>
                <a:cubicBezTo>
                  <a:pt x="4282" y="836"/>
                  <a:pt x="4279" y="845"/>
                  <a:pt x="4275" y="855"/>
                </a:cubicBezTo>
                <a:cubicBezTo>
                  <a:pt x="4271" y="865"/>
                  <a:pt x="4267" y="874"/>
                  <a:pt x="4261" y="883"/>
                </a:cubicBezTo>
                <a:cubicBezTo>
                  <a:pt x="4255" y="891"/>
                  <a:pt x="4248" y="899"/>
                  <a:pt x="4241" y="907"/>
                </a:cubicBezTo>
                <a:cubicBezTo>
                  <a:pt x="4234" y="914"/>
                  <a:pt x="4226" y="921"/>
                  <a:pt x="4217" y="926"/>
                </a:cubicBezTo>
                <a:cubicBezTo>
                  <a:pt x="4208" y="932"/>
                  <a:pt x="4199" y="937"/>
                  <a:pt x="4189" y="941"/>
                </a:cubicBezTo>
                <a:cubicBezTo>
                  <a:pt x="4180" y="945"/>
                  <a:pt x="4170" y="948"/>
                  <a:pt x="4160" y="950"/>
                </a:cubicBezTo>
                <a:cubicBezTo>
                  <a:pt x="4149" y="952"/>
                  <a:pt x="4139" y="953"/>
                  <a:pt x="4129" y="953"/>
                </a:cubicBezTo>
                <a:lnTo>
                  <a:pt x="159" y="953"/>
                </a:lnTo>
                <a:cubicBezTo>
                  <a:pt x="149" y="953"/>
                  <a:pt x="138" y="952"/>
                  <a:pt x="128" y="950"/>
                </a:cubicBezTo>
                <a:cubicBezTo>
                  <a:pt x="118" y="948"/>
                  <a:pt x="108" y="945"/>
                  <a:pt x="98" y="941"/>
                </a:cubicBezTo>
                <a:cubicBezTo>
                  <a:pt x="89" y="937"/>
                  <a:pt x="79" y="932"/>
                  <a:pt x="71" y="926"/>
                </a:cubicBezTo>
                <a:cubicBezTo>
                  <a:pt x="62" y="921"/>
                  <a:pt x="54" y="914"/>
                  <a:pt x="47" y="907"/>
                </a:cubicBezTo>
                <a:cubicBezTo>
                  <a:pt x="39" y="899"/>
                  <a:pt x="33" y="891"/>
                  <a:pt x="27" y="883"/>
                </a:cubicBezTo>
                <a:cubicBezTo>
                  <a:pt x="21" y="874"/>
                  <a:pt x="16" y="865"/>
                  <a:pt x="12" y="855"/>
                </a:cubicBezTo>
                <a:cubicBezTo>
                  <a:pt x="8" y="845"/>
                  <a:pt x="5" y="836"/>
                  <a:pt x="3" y="825"/>
                </a:cubicBezTo>
                <a:cubicBezTo>
                  <a:pt x="1" y="815"/>
                  <a:pt x="0" y="805"/>
                  <a:pt x="0" y="79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10581840" y="5064120"/>
            <a:ext cx="287712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1290960" y="5514120"/>
            <a:ext cx="1472385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PngEncoder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880200" y="6397920"/>
            <a:ext cx="4109227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Tutorials: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Multi-stream encoding</a:t>
            </a:r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·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Video encoding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676080" y="2209680"/>
            <a:ext cx="3600720" cy="400320"/>
          </a:xfrm>
          <a:custGeom>
            <a:avLst/>
            <a:gdLst/>
            <a:ahLst/>
            <a:rect l="0" t="0" r="r" b="b"/>
            <a:pathLst>
              <a:path w="10002" h="1112">
                <a:moveTo>
                  <a:pt x="0" y="0"/>
                </a:moveTo>
                <a:lnTo>
                  <a:pt x="10002" y="0"/>
                </a:lnTo>
                <a:lnTo>
                  <a:pt x="10002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4276440" y="2209680"/>
            <a:ext cx="6772680" cy="400320"/>
          </a:xfrm>
          <a:custGeom>
            <a:avLst/>
            <a:gdLst/>
            <a:ahLst/>
            <a:rect l="0" t="0" r="r" b="b"/>
            <a:pathLst>
              <a:path w="18813" h="1112">
                <a:moveTo>
                  <a:pt x="0" y="0"/>
                </a:moveTo>
                <a:lnTo>
                  <a:pt x="18813" y="0"/>
                </a:lnTo>
                <a:lnTo>
                  <a:pt x="188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676080" y="2609640"/>
            <a:ext cx="3600720" cy="390960"/>
          </a:xfrm>
          <a:custGeom>
            <a:avLst/>
            <a:gdLst/>
            <a:ahLst/>
            <a:rect l="0" t="0" r="r" b="b"/>
            <a:pathLst>
              <a:path w="10002" h="1086">
                <a:moveTo>
                  <a:pt x="0" y="0"/>
                </a:moveTo>
                <a:lnTo>
                  <a:pt x="10002" y="0"/>
                </a:lnTo>
                <a:lnTo>
                  <a:pt x="1000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4276440" y="2609640"/>
            <a:ext cx="6772680" cy="390960"/>
          </a:xfrm>
          <a:custGeom>
            <a:avLst/>
            <a:gdLst/>
            <a:ahLst/>
            <a:rect l="0" t="0" r="r" b="b"/>
            <a:pathLst>
              <a:path w="18813" h="1086">
                <a:moveTo>
                  <a:pt x="0" y="0"/>
                </a:moveTo>
                <a:lnTo>
                  <a:pt x="18813" y="0"/>
                </a:lnTo>
                <a:lnTo>
                  <a:pt x="188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676080" y="3000240"/>
            <a:ext cx="3600720" cy="400320"/>
          </a:xfrm>
          <a:custGeom>
            <a:avLst/>
            <a:gdLst/>
            <a:ahLst/>
            <a:rect l="0" t="0" r="r" b="b"/>
            <a:pathLst>
              <a:path w="10002" h="1112">
                <a:moveTo>
                  <a:pt x="0" y="0"/>
                </a:moveTo>
                <a:lnTo>
                  <a:pt x="10002" y="0"/>
                </a:lnTo>
                <a:lnTo>
                  <a:pt x="10002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4276440" y="3000240"/>
            <a:ext cx="6772680" cy="400320"/>
          </a:xfrm>
          <a:custGeom>
            <a:avLst/>
            <a:gdLst/>
            <a:ahLst/>
            <a:rect l="0" t="0" r="r" b="b"/>
            <a:pathLst>
              <a:path w="18813" h="1112">
                <a:moveTo>
                  <a:pt x="0" y="0"/>
                </a:moveTo>
                <a:lnTo>
                  <a:pt x="18813" y="0"/>
                </a:lnTo>
                <a:lnTo>
                  <a:pt x="188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676080" y="3400200"/>
            <a:ext cx="3600720" cy="390960"/>
          </a:xfrm>
          <a:custGeom>
            <a:avLst/>
            <a:gdLst/>
            <a:ahLst/>
            <a:rect l="0" t="0" r="r" b="b"/>
            <a:pathLst>
              <a:path w="10002" h="1086">
                <a:moveTo>
                  <a:pt x="0" y="0"/>
                </a:moveTo>
                <a:lnTo>
                  <a:pt x="10002" y="0"/>
                </a:lnTo>
                <a:lnTo>
                  <a:pt x="1000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4276440" y="3400200"/>
            <a:ext cx="6772680" cy="390960"/>
          </a:xfrm>
          <a:custGeom>
            <a:avLst/>
            <a:gdLst/>
            <a:ahLst/>
            <a:rect l="0" t="0" r="r" b="b"/>
            <a:pathLst>
              <a:path w="18813" h="1086">
                <a:moveTo>
                  <a:pt x="0" y="0"/>
                </a:moveTo>
                <a:lnTo>
                  <a:pt x="18813" y="0"/>
                </a:lnTo>
                <a:lnTo>
                  <a:pt x="188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676080" y="3790800"/>
            <a:ext cx="3600720" cy="400320"/>
          </a:xfrm>
          <a:custGeom>
            <a:avLst/>
            <a:gdLst/>
            <a:ahLst/>
            <a:rect l="0" t="0" r="r" b="b"/>
            <a:pathLst>
              <a:path w="10002" h="1112">
                <a:moveTo>
                  <a:pt x="0" y="0"/>
                </a:moveTo>
                <a:lnTo>
                  <a:pt x="10002" y="0"/>
                </a:lnTo>
                <a:lnTo>
                  <a:pt x="10002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4276440" y="3790800"/>
            <a:ext cx="6772680" cy="400320"/>
          </a:xfrm>
          <a:custGeom>
            <a:avLst/>
            <a:gdLst/>
            <a:ahLst/>
            <a:rect l="0" t="0" r="r" b="b"/>
            <a:pathLst>
              <a:path w="18813" h="1112">
                <a:moveTo>
                  <a:pt x="0" y="0"/>
                </a:moveTo>
                <a:lnTo>
                  <a:pt x="18813" y="0"/>
                </a:lnTo>
                <a:lnTo>
                  <a:pt x="188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676080" y="4190760"/>
            <a:ext cx="3600720" cy="390960"/>
          </a:xfrm>
          <a:custGeom>
            <a:avLst/>
            <a:gdLst/>
            <a:ahLst/>
            <a:rect l="0" t="0" r="r" b="b"/>
            <a:pathLst>
              <a:path w="10002" h="1086">
                <a:moveTo>
                  <a:pt x="0" y="0"/>
                </a:moveTo>
                <a:lnTo>
                  <a:pt x="10002" y="0"/>
                </a:lnTo>
                <a:lnTo>
                  <a:pt x="1000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4276440" y="4190760"/>
            <a:ext cx="6772680" cy="390960"/>
          </a:xfrm>
          <a:custGeom>
            <a:avLst/>
            <a:gdLst/>
            <a:ahLst/>
            <a:rect l="0" t="0" r="r" b="b"/>
            <a:pathLst>
              <a:path w="18813" h="1086">
                <a:moveTo>
                  <a:pt x="0" y="0"/>
                </a:moveTo>
                <a:lnTo>
                  <a:pt x="18813" y="0"/>
                </a:lnTo>
                <a:lnTo>
                  <a:pt x="188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676080" y="4581360"/>
            <a:ext cx="3600720" cy="400320"/>
          </a:xfrm>
          <a:custGeom>
            <a:avLst/>
            <a:gdLst/>
            <a:ahLst/>
            <a:rect l="0" t="0" r="r" b="b"/>
            <a:pathLst>
              <a:path w="10002" h="1112">
                <a:moveTo>
                  <a:pt x="0" y="0"/>
                </a:moveTo>
                <a:lnTo>
                  <a:pt x="10002" y="0"/>
                </a:lnTo>
                <a:lnTo>
                  <a:pt x="10002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4276440" y="4581360"/>
            <a:ext cx="6772680" cy="400320"/>
          </a:xfrm>
          <a:custGeom>
            <a:avLst/>
            <a:gdLst/>
            <a:ahLst/>
            <a:rect l="0" t="0" r="r" b="b"/>
            <a:pathLst>
              <a:path w="18813" h="1112">
                <a:moveTo>
                  <a:pt x="0" y="0"/>
                </a:moveTo>
                <a:lnTo>
                  <a:pt x="18813" y="0"/>
                </a:lnTo>
                <a:lnTo>
                  <a:pt x="18813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676080" y="4981320"/>
            <a:ext cx="3600720" cy="390960"/>
          </a:xfrm>
          <a:custGeom>
            <a:avLst/>
            <a:gdLst/>
            <a:ahLst/>
            <a:rect l="0" t="0" r="r" b="b"/>
            <a:pathLst>
              <a:path w="10002" h="1086">
                <a:moveTo>
                  <a:pt x="0" y="0"/>
                </a:moveTo>
                <a:lnTo>
                  <a:pt x="10002" y="0"/>
                </a:lnTo>
                <a:lnTo>
                  <a:pt x="1000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4276440" y="4981320"/>
            <a:ext cx="6772680" cy="390960"/>
          </a:xfrm>
          <a:custGeom>
            <a:avLst/>
            <a:gdLst/>
            <a:ahLst/>
            <a:rect l="0" t="0" r="r" b="b"/>
            <a:pathLst>
              <a:path w="18813" h="1086">
                <a:moveTo>
                  <a:pt x="0" y="0"/>
                </a:moveTo>
                <a:lnTo>
                  <a:pt x="18813" y="0"/>
                </a:lnTo>
                <a:lnTo>
                  <a:pt x="1881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666720" y="220968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666720" y="220968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4276440" y="22096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4286160" y="220968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11048760" y="220968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666720" y="260028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4286160" y="260028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666720" y="260964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4276440" y="260964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11048760" y="260964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666720" y="300960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666720" y="30002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4276440" y="300960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4286160" y="300024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11048760" y="300960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666720" y="340020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666720" y="33908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4276440" y="340020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4286160" y="339084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11048760" y="340020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666720" y="38001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666720" y="379080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4276440" y="3800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4286160" y="379080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11048760" y="3800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66720" y="419076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666720" y="418140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4276440" y="419076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286160" y="418140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11048760" y="419076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666720" y="4590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666720" y="458136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4276440" y="4590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4286160" y="458136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11048760" y="4590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666720" y="49813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666720" y="497196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4276440" y="4981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4286160" y="497196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11048760" y="4981320"/>
            <a:ext cx="10080" cy="400320"/>
          </a:xfrm>
          <a:custGeom>
            <a:avLst/>
            <a:gdLst/>
            <a:ahLst/>
            <a:rect l="0" t="0" r="r" b="b"/>
            <a:pathLst>
              <a:path w="28" h="1112">
                <a:moveTo>
                  <a:pt x="0" y="0"/>
                </a:moveTo>
                <a:lnTo>
                  <a:pt x="28" y="0"/>
                </a:lnTo>
                <a:lnTo>
                  <a:pt x="28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666720" y="537192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4286160" y="5371920"/>
            <a:ext cx="6772680" cy="9720"/>
          </a:xfrm>
          <a:custGeom>
            <a:avLst/>
            <a:gdLst/>
            <a:ahLst/>
            <a:rect l="0" t="0" r="r" b="b"/>
            <a:pathLst>
              <a:path w="18813" h="27">
                <a:moveTo>
                  <a:pt x="0" y="0"/>
                </a:moveTo>
                <a:lnTo>
                  <a:pt x="18813" y="0"/>
                </a:lnTo>
                <a:lnTo>
                  <a:pt x="188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666720" y="941040"/>
            <a:ext cx="1235995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000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Recap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1659240" y="1701720"/>
            <a:ext cx="971650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Decoding / encoding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TorchCodec · </a:t>
            </a:r>
            <a:r>
              <a:rPr lang="en-US" sz="21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Transforms</a:t>
            </a:r>
            <a:r>
              <a:rPr lang="en-US" sz="21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TorchVision, TorchAudio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2062440" y="2303280"/>
            <a:ext cx="893073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Symptom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7533720" y="2303280"/>
            <a:ext cx="283824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Fix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799920" y="2693880"/>
            <a:ext cx="1655899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Videos in the cloud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6114960" y="2705040"/>
            <a:ext cx="676440" cy="228960"/>
          </a:xfrm>
          <a:custGeom>
            <a:avLst/>
            <a:gdLst/>
            <a:ahLst/>
            <a:rect l="0" t="0" r="r" b="b"/>
            <a:pathLst>
              <a:path w="1879" h="636">
                <a:moveTo>
                  <a:pt x="0" y="47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1721" y="0"/>
                </a:lnTo>
                <a:cubicBezTo>
                  <a:pt x="1731" y="0"/>
                  <a:pt x="1741" y="1"/>
                  <a:pt x="1752" y="3"/>
                </a:cubicBezTo>
                <a:cubicBezTo>
                  <a:pt x="1762" y="5"/>
                  <a:pt x="1772" y="8"/>
                  <a:pt x="1781" y="12"/>
                </a:cubicBezTo>
                <a:cubicBezTo>
                  <a:pt x="1791" y="16"/>
                  <a:pt x="1800" y="21"/>
                  <a:pt x="1809" y="26"/>
                </a:cubicBezTo>
                <a:cubicBezTo>
                  <a:pt x="1817" y="32"/>
                  <a:pt x="1825" y="39"/>
                  <a:pt x="1833" y="46"/>
                </a:cubicBezTo>
                <a:cubicBezTo>
                  <a:pt x="1840" y="54"/>
                  <a:pt x="1847" y="62"/>
                  <a:pt x="1853" y="70"/>
                </a:cubicBezTo>
                <a:cubicBezTo>
                  <a:pt x="1858" y="79"/>
                  <a:pt x="1863" y="88"/>
                  <a:pt x="1867" y="98"/>
                </a:cubicBezTo>
                <a:cubicBezTo>
                  <a:pt x="1871" y="107"/>
                  <a:pt x="1874" y="117"/>
                  <a:pt x="1876" y="127"/>
                </a:cubicBezTo>
                <a:cubicBezTo>
                  <a:pt x="1878" y="138"/>
                  <a:pt x="1879" y="148"/>
                  <a:pt x="1879" y="158"/>
                </a:cubicBezTo>
                <a:lnTo>
                  <a:pt x="1879" y="477"/>
                </a:lnTo>
                <a:cubicBezTo>
                  <a:pt x="1879" y="487"/>
                  <a:pt x="1878" y="498"/>
                  <a:pt x="1876" y="508"/>
                </a:cubicBezTo>
                <a:cubicBezTo>
                  <a:pt x="1874" y="518"/>
                  <a:pt x="1871" y="528"/>
                  <a:pt x="1867" y="538"/>
                </a:cubicBezTo>
                <a:cubicBezTo>
                  <a:pt x="1863" y="547"/>
                  <a:pt x="1858" y="556"/>
                  <a:pt x="1853" y="565"/>
                </a:cubicBezTo>
                <a:cubicBezTo>
                  <a:pt x="1847" y="574"/>
                  <a:pt x="1840" y="582"/>
                  <a:pt x="1833" y="589"/>
                </a:cubicBezTo>
                <a:cubicBezTo>
                  <a:pt x="1825" y="597"/>
                  <a:pt x="1817" y="603"/>
                  <a:pt x="1809" y="609"/>
                </a:cubicBezTo>
                <a:cubicBezTo>
                  <a:pt x="1800" y="615"/>
                  <a:pt x="1791" y="620"/>
                  <a:pt x="1781" y="624"/>
                </a:cubicBezTo>
                <a:cubicBezTo>
                  <a:pt x="1772" y="628"/>
                  <a:pt x="1762" y="631"/>
                  <a:pt x="1752" y="633"/>
                </a:cubicBezTo>
                <a:cubicBezTo>
                  <a:pt x="1741" y="635"/>
                  <a:pt x="1731" y="636"/>
                  <a:pt x="1721" y="636"/>
                </a:cubicBezTo>
                <a:lnTo>
                  <a:pt x="158" y="636"/>
                </a:lnTo>
                <a:cubicBezTo>
                  <a:pt x="148" y="636"/>
                  <a:pt x="138" y="635"/>
                  <a:pt x="128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2" y="603"/>
                  <a:pt x="54" y="597"/>
                  <a:pt x="46" y="589"/>
                </a:cubicBezTo>
                <a:cubicBezTo>
                  <a:pt x="39" y="582"/>
                  <a:pt x="32" y="574"/>
                  <a:pt x="27" y="565"/>
                </a:cubicBezTo>
                <a:cubicBezTo>
                  <a:pt x="21" y="556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4407120" y="2693880"/>
            <a:ext cx="1851076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File-like objects (e.g.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6178320" y="2731320"/>
            <a:ext cx="5991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fsspec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6793560" y="2693880"/>
            <a:ext cx="195177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410000" y="3095280"/>
            <a:ext cx="2238480" cy="238680"/>
          </a:xfrm>
          <a:custGeom>
            <a:avLst/>
            <a:gdLst/>
            <a:ahLst/>
            <a:rect l="0" t="0" r="r" b="b"/>
            <a:pathLst>
              <a:path w="6218" h="663">
                <a:moveTo>
                  <a:pt x="0" y="50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6060" y="0"/>
                </a:lnTo>
                <a:cubicBezTo>
                  <a:pt x="6070" y="0"/>
                  <a:pt x="6080" y="1"/>
                  <a:pt x="6091" y="4"/>
                </a:cubicBezTo>
                <a:cubicBezTo>
                  <a:pt x="6101" y="6"/>
                  <a:pt x="6111" y="9"/>
                  <a:pt x="6120" y="13"/>
                </a:cubicBezTo>
                <a:cubicBezTo>
                  <a:pt x="6130" y="17"/>
                  <a:pt x="6139" y="21"/>
                  <a:pt x="6148" y="27"/>
                </a:cubicBezTo>
                <a:cubicBezTo>
                  <a:pt x="6157" y="33"/>
                  <a:pt x="6165" y="40"/>
                  <a:pt x="6172" y="47"/>
                </a:cubicBezTo>
                <a:cubicBezTo>
                  <a:pt x="6179" y="54"/>
                  <a:pt x="6186" y="62"/>
                  <a:pt x="6192" y="71"/>
                </a:cubicBezTo>
                <a:cubicBezTo>
                  <a:pt x="6197" y="80"/>
                  <a:pt x="6202" y="89"/>
                  <a:pt x="6206" y="98"/>
                </a:cubicBezTo>
                <a:cubicBezTo>
                  <a:pt x="6210" y="108"/>
                  <a:pt x="6213" y="118"/>
                  <a:pt x="6215" y="128"/>
                </a:cubicBezTo>
                <a:cubicBezTo>
                  <a:pt x="6217" y="138"/>
                  <a:pt x="6218" y="149"/>
                  <a:pt x="6218" y="159"/>
                </a:cubicBezTo>
                <a:lnTo>
                  <a:pt x="6218" y="504"/>
                </a:lnTo>
                <a:cubicBezTo>
                  <a:pt x="6218" y="515"/>
                  <a:pt x="6217" y="525"/>
                  <a:pt x="6215" y="535"/>
                </a:cubicBezTo>
                <a:cubicBezTo>
                  <a:pt x="6213" y="545"/>
                  <a:pt x="6210" y="555"/>
                  <a:pt x="6206" y="565"/>
                </a:cubicBezTo>
                <a:cubicBezTo>
                  <a:pt x="6202" y="575"/>
                  <a:pt x="6197" y="584"/>
                  <a:pt x="6192" y="592"/>
                </a:cubicBezTo>
                <a:cubicBezTo>
                  <a:pt x="6186" y="601"/>
                  <a:pt x="6179" y="609"/>
                  <a:pt x="6172" y="616"/>
                </a:cubicBezTo>
                <a:cubicBezTo>
                  <a:pt x="6165" y="624"/>
                  <a:pt x="6157" y="630"/>
                  <a:pt x="6148" y="636"/>
                </a:cubicBezTo>
                <a:cubicBezTo>
                  <a:pt x="6139" y="642"/>
                  <a:pt x="6130" y="647"/>
                  <a:pt x="6120" y="651"/>
                </a:cubicBezTo>
                <a:cubicBezTo>
                  <a:pt x="6111" y="655"/>
                  <a:pt x="6101" y="658"/>
                  <a:pt x="6091" y="660"/>
                </a:cubicBezTo>
                <a:cubicBezTo>
                  <a:pt x="6080" y="662"/>
                  <a:pt x="6070" y="663"/>
                  <a:pt x="6060" y="663"/>
                </a:cubicBezTo>
                <a:lnTo>
                  <a:pt x="158" y="663"/>
                </a:lnTo>
                <a:cubicBezTo>
                  <a:pt x="148" y="663"/>
                  <a:pt x="138" y="662"/>
                  <a:pt x="127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2" y="630"/>
                  <a:pt x="54" y="624"/>
                  <a:pt x="46" y="616"/>
                </a:cubicBezTo>
                <a:cubicBezTo>
                  <a:pt x="39" y="609"/>
                  <a:pt x="32" y="601"/>
                  <a:pt x="26" y="592"/>
                </a:cubicBezTo>
                <a:cubicBezTo>
                  <a:pt x="21" y="584"/>
                  <a:pt x="16" y="575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799920" y="3093840"/>
            <a:ext cx="2178446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Slow to open long videos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4468680" y="3121920"/>
            <a:ext cx="2295086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seek_mode="approximate"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6652080" y="3093840"/>
            <a:ext cx="2373624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or custom frame mappings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410000" y="3495600"/>
            <a:ext cx="1324080" cy="228960"/>
          </a:xfrm>
          <a:custGeom>
            <a:avLst/>
            <a:gdLst/>
            <a:ahLst/>
            <a:rect l="0" t="0" r="r" b="b"/>
            <a:pathLst>
              <a:path w="3678" h="636">
                <a:moveTo>
                  <a:pt x="0" y="47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520" y="0"/>
                </a:lnTo>
                <a:cubicBezTo>
                  <a:pt x="3530" y="0"/>
                  <a:pt x="3540" y="1"/>
                  <a:pt x="3551" y="3"/>
                </a:cubicBezTo>
                <a:cubicBezTo>
                  <a:pt x="3561" y="5"/>
                  <a:pt x="3571" y="8"/>
                  <a:pt x="3580" y="12"/>
                </a:cubicBezTo>
                <a:cubicBezTo>
                  <a:pt x="3590" y="16"/>
                  <a:pt x="3599" y="21"/>
                  <a:pt x="3608" y="26"/>
                </a:cubicBezTo>
                <a:cubicBezTo>
                  <a:pt x="3617" y="32"/>
                  <a:pt x="3625" y="39"/>
                  <a:pt x="3632" y="46"/>
                </a:cubicBezTo>
                <a:cubicBezTo>
                  <a:pt x="3639" y="54"/>
                  <a:pt x="3646" y="62"/>
                  <a:pt x="3652" y="70"/>
                </a:cubicBezTo>
                <a:cubicBezTo>
                  <a:pt x="3657" y="79"/>
                  <a:pt x="3662" y="88"/>
                  <a:pt x="3666" y="98"/>
                </a:cubicBezTo>
                <a:cubicBezTo>
                  <a:pt x="3670" y="107"/>
                  <a:pt x="3673" y="118"/>
                  <a:pt x="3675" y="128"/>
                </a:cubicBezTo>
                <a:cubicBezTo>
                  <a:pt x="3677" y="139"/>
                  <a:pt x="3678" y="149"/>
                  <a:pt x="3678" y="159"/>
                </a:cubicBezTo>
                <a:lnTo>
                  <a:pt x="3678" y="477"/>
                </a:lnTo>
                <a:cubicBezTo>
                  <a:pt x="3678" y="487"/>
                  <a:pt x="3677" y="498"/>
                  <a:pt x="3675" y="508"/>
                </a:cubicBezTo>
                <a:cubicBezTo>
                  <a:pt x="3673" y="518"/>
                  <a:pt x="3670" y="528"/>
                  <a:pt x="3666" y="538"/>
                </a:cubicBezTo>
                <a:cubicBezTo>
                  <a:pt x="3662" y="547"/>
                  <a:pt x="3657" y="556"/>
                  <a:pt x="3652" y="565"/>
                </a:cubicBezTo>
                <a:cubicBezTo>
                  <a:pt x="3646" y="574"/>
                  <a:pt x="3639" y="582"/>
                  <a:pt x="3632" y="589"/>
                </a:cubicBezTo>
                <a:cubicBezTo>
                  <a:pt x="3625" y="597"/>
                  <a:pt x="3617" y="603"/>
                  <a:pt x="3608" y="609"/>
                </a:cubicBezTo>
                <a:cubicBezTo>
                  <a:pt x="3599" y="615"/>
                  <a:pt x="3590" y="620"/>
                  <a:pt x="3580" y="624"/>
                </a:cubicBezTo>
                <a:cubicBezTo>
                  <a:pt x="3571" y="628"/>
                  <a:pt x="3561" y="631"/>
                  <a:pt x="3551" y="633"/>
                </a:cubicBezTo>
                <a:cubicBezTo>
                  <a:pt x="3540" y="635"/>
                  <a:pt x="3530" y="636"/>
                  <a:pt x="3520" y="636"/>
                </a:cubicBezTo>
                <a:lnTo>
                  <a:pt x="158" y="636"/>
                </a:lnTo>
                <a:cubicBezTo>
                  <a:pt x="148" y="636"/>
                  <a:pt x="138" y="635"/>
                  <a:pt x="127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2" y="603"/>
                  <a:pt x="54" y="597"/>
                  <a:pt x="46" y="589"/>
                </a:cubicBezTo>
                <a:cubicBezTo>
                  <a:pt x="39" y="582"/>
                  <a:pt x="32" y="574"/>
                  <a:pt x="26" y="565"/>
                </a:cubicBezTo>
                <a:cubicBezTo>
                  <a:pt x="21" y="556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799920" y="3484440"/>
            <a:ext cx="3625948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 saturated by decoding, GPU starved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4468680" y="3521880"/>
            <a:ext cx="1297814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device="cuda"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6229080" y="3495600"/>
            <a:ext cx="2524680" cy="228960"/>
          </a:xfrm>
          <a:custGeom>
            <a:avLst/>
            <a:gdLst/>
            <a:ahLst/>
            <a:rect l="0" t="0" r="r" b="b"/>
            <a:pathLst>
              <a:path w="7013" h="636">
                <a:moveTo>
                  <a:pt x="0" y="47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854" y="0"/>
                </a:lnTo>
                <a:cubicBezTo>
                  <a:pt x="6864" y="0"/>
                  <a:pt x="6875" y="1"/>
                  <a:pt x="6885" y="3"/>
                </a:cubicBezTo>
                <a:cubicBezTo>
                  <a:pt x="6895" y="5"/>
                  <a:pt x="6905" y="8"/>
                  <a:pt x="6915" y="12"/>
                </a:cubicBezTo>
                <a:cubicBezTo>
                  <a:pt x="6924" y="16"/>
                  <a:pt x="6933" y="21"/>
                  <a:pt x="6942" y="26"/>
                </a:cubicBezTo>
                <a:cubicBezTo>
                  <a:pt x="6951" y="32"/>
                  <a:pt x="6959" y="39"/>
                  <a:pt x="6966" y="46"/>
                </a:cubicBezTo>
                <a:cubicBezTo>
                  <a:pt x="6974" y="54"/>
                  <a:pt x="6980" y="62"/>
                  <a:pt x="6986" y="70"/>
                </a:cubicBezTo>
                <a:cubicBezTo>
                  <a:pt x="6992" y="79"/>
                  <a:pt x="6997" y="88"/>
                  <a:pt x="7001" y="98"/>
                </a:cubicBezTo>
                <a:cubicBezTo>
                  <a:pt x="7005" y="107"/>
                  <a:pt x="7008" y="118"/>
                  <a:pt x="7010" y="128"/>
                </a:cubicBezTo>
                <a:cubicBezTo>
                  <a:pt x="7012" y="139"/>
                  <a:pt x="7013" y="149"/>
                  <a:pt x="7013" y="159"/>
                </a:cubicBezTo>
                <a:lnTo>
                  <a:pt x="7013" y="477"/>
                </a:lnTo>
                <a:cubicBezTo>
                  <a:pt x="7013" y="487"/>
                  <a:pt x="7012" y="498"/>
                  <a:pt x="7010" y="508"/>
                </a:cubicBezTo>
                <a:cubicBezTo>
                  <a:pt x="7008" y="518"/>
                  <a:pt x="7005" y="528"/>
                  <a:pt x="7001" y="538"/>
                </a:cubicBezTo>
                <a:cubicBezTo>
                  <a:pt x="6997" y="547"/>
                  <a:pt x="6992" y="556"/>
                  <a:pt x="6986" y="565"/>
                </a:cubicBezTo>
                <a:cubicBezTo>
                  <a:pt x="6980" y="574"/>
                  <a:pt x="6974" y="582"/>
                  <a:pt x="6966" y="589"/>
                </a:cubicBezTo>
                <a:cubicBezTo>
                  <a:pt x="6959" y="597"/>
                  <a:pt x="6951" y="603"/>
                  <a:pt x="6942" y="609"/>
                </a:cubicBezTo>
                <a:cubicBezTo>
                  <a:pt x="6933" y="615"/>
                  <a:pt x="6924" y="620"/>
                  <a:pt x="6915" y="624"/>
                </a:cubicBezTo>
                <a:cubicBezTo>
                  <a:pt x="6905" y="628"/>
                  <a:pt x="6895" y="631"/>
                  <a:pt x="6885" y="633"/>
                </a:cubicBezTo>
                <a:cubicBezTo>
                  <a:pt x="6875" y="635"/>
                  <a:pt x="6864" y="636"/>
                  <a:pt x="6854" y="636"/>
                </a:cubicBezTo>
                <a:lnTo>
                  <a:pt x="159" y="636"/>
                </a:lnTo>
                <a:cubicBezTo>
                  <a:pt x="149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9" y="620"/>
                  <a:pt x="79" y="615"/>
                  <a:pt x="71" y="609"/>
                </a:cubicBezTo>
                <a:cubicBezTo>
                  <a:pt x="62" y="603"/>
                  <a:pt x="54" y="597"/>
                  <a:pt x="47" y="589"/>
                </a:cubicBezTo>
                <a:cubicBezTo>
                  <a:pt x="39" y="582"/>
                  <a:pt x="33" y="574"/>
                  <a:pt x="27" y="565"/>
                </a:cubicBezTo>
                <a:cubicBezTo>
                  <a:pt x="21" y="556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5729400" y="3484440"/>
            <a:ext cx="545097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tune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6294240" y="3521880"/>
            <a:ext cx="2594462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set_nvdec_cache_capacity()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9553320" y="3495600"/>
            <a:ext cx="1134000" cy="228960"/>
          </a:xfrm>
          <a:custGeom>
            <a:avLst/>
            <a:gdLst/>
            <a:ahLst/>
            <a:rect l="0" t="0" r="r" b="b"/>
            <a:pathLst>
              <a:path w="3150" h="636">
                <a:moveTo>
                  <a:pt x="0" y="47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991" y="0"/>
                </a:lnTo>
                <a:cubicBezTo>
                  <a:pt x="3001" y="0"/>
                  <a:pt x="3012" y="1"/>
                  <a:pt x="3022" y="3"/>
                </a:cubicBezTo>
                <a:cubicBezTo>
                  <a:pt x="3032" y="5"/>
                  <a:pt x="3042" y="8"/>
                  <a:pt x="3052" y="12"/>
                </a:cubicBezTo>
                <a:cubicBezTo>
                  <a:pt x="3061" y="16"/>
                  <a:pt x="3071" y="21"/>
                  <a:pt x="3079" y="26"/>
                </a:cubicBezTo>
                <a:cubicBezTo>
                  <a:pt x="3088" y="32"/>
                  <a:pt x="3096" y="39"/>
                  <a:pt x="3103" y="46"/>
                </a:cubicBezTo>
                <a:cubicBezTo>
                  <a:pt x="3111" y="54"/>
                  <a:pt x="3117" y="62"/>
                  <a:pt x="3123" y="70"/>
                </a:cubicBezTo>
                <a:cubicBezTo>
                  <a:pt x="3129" y="79"/>
                  <a:pt x="3134" y="88"/>
                  <a:pt x="3138" y="98"/>
                </a:cubicBezTo>
                <a:cubicBezTo>
                  <a:pt x="3142" y="107"/>
                  <a:pt x="3145" y="118"/>
                  <a:pt x="3147" y="128"/>
                </a:cubicBezTo>
                <a:cubicBezTo>
                  <a:pt x="3149" y="139"/>
                  <a:pt x="3150" y="149"/>
                  <a:pt x="3150" y="159"/>
                </a:cubicBezTo>
                <a:lnTo>
                  <a:pt x="3150" y="477"/>
                </a:lnTo>
                <a:cubicBezTo>
                  <a:pt x="3150" y="487"/>
                  <a:pt x="3149" y="498"/>
                  <a:pt x="3147" y="508"/>
                </a:cubicBezTo>
                <a:cubicBezTo>
                  <a:pt x="3145" y="518"/>
                  <a:pt x="3142" y="528"/>
                  <a:pt x="3138" y="538"/>
                </a:cubicBezTo>
                <a:cubicBezTo>
                  <a:pt x="3134" y="547"/>
                  <a:pt x="3129" y="556"/>
                  <a:pt x="3123" y="565"/>
                </a:cubicBezTo>
                <a:cubicBezTo>
                  <a:pt x="3117" y="574"/>
                  <a:pt x="3111" y="582"/>
                  <a:pt x="3103" y="589"/>
                </a:cubicBezTo>
                <a:cubicBezTo>
                  <a:pt x="3096" y="597"/>
                  <a:pt x="3088" y="603"/>
                  <a:pt x="3079" y="609"/>
                </a:cubicBezTo>
                <a:cubicBezTo>
                  <a:pt x="3071" y="615"/>
                  <a:pt x="3061" y="620"/>
                  <a:pt x="3052" y="624"/>
                </a:cubicBezTo>
                <a:cubicBezTo>
                  <a:pt x="3042" y="628"/>
                  <a:pt x="3032" y="631"/>
                  <a:pt x="3022" y="633"/>
                </a:cubicBezTo>
                <a:cubicBezTo>
                  <a:pt x="3012" y="635"/>
                  <a:pt x="3001" y="636"/>
                  <a:pt x="2991" y="636"/>
                </a:cubicBezTo>
                <a:lnTo>
                  <a:pt x="159" y="636"/>
                </a:lnTo>
                <a:cubicBezTo>
                  <a:pt x="149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9" y="620"/>
                  <a:pt x="79" y="615"/>
                  <a:pt x="71" y="609"/>
                </a:cubicBezTo>
                <a:cubicBezTo>
                  <a:pt x="62" y="603"/>
                  <a:pt x="54" y="597"/>
                  <a:pt x="47" y="589"/>
                </a:cubicBezTo>
                <a:cubicBezTo>
                  <a:pt x="39" y="582"/>
                  <a:pt x="33" y="574"/>
                  <a:pt x="27" y="565"/>
                </a:cubicBezTo>
                <a:cubicBezTo>
                  <a:pt x="21" y="556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8754480" y="3484440"/>
            <a:ext cx="861192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batched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9610560" y="3521880"/>
            <a:ext cx="1097971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decode_jpeg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799920" y="3884400"/>
            <a:ext cx="3277584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Decoding many frames / many videos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6257880" y="3885840"/>
            <a:ext cx="1781280" cy="238680"/>
          </a:xfrm>
          <a:custGeom>
            <a:avLst/>
            <a:gdLst/>
            <a:ahLst/>
            <a:rect l="0" t="0" r="r" b="b"/>
            <a:pathLst>
              <a:path w="4948" h="663">
                <a:moveTo>
                  <a:pt x="0" y="504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lnTo>
                  <a:pt x="4789" y="0"/>
                </a:lnTo>
                <a:cubicBezTo>
                  <a:pt x="4799" y="0"/>
                  <a:pt x="4809" y="2"/>
                  <a:pt x="4820" y="4"/>
                </a:cubicBezTo>
                <a:cubicBezTo>
                  <a:pt x="4830" y="6"/>
                  <a:pt x="4840" y="9"/>
                  <a:pt x="4849" y="13"/>
                </a:cubicBezTo>
                <a:cubicBezTo>
                  <a:pt x="4859" y="17"/>
                  <a:pt x="4868" y="21"/>
                  <a:pt x="4877" y="27"/>
                </a:cubicBezTo>
                <a:cubicBezTo>
                  <a:pt x="4886" y="33"/>
                  <a:pt x="4894" y="40"/>
                  <a:pt x="4902" y="47"/>
                </a:cubicBezTo>
                <a:cubicBezTo>
                  <a:pt x="4909" y="54"/>
                  <a:pt x="4916" y="62"/>
                  <a:pt x="4922" y="71"/>
                </a:cubicBezTo>
                <a:cubicBezTo>
                  <a:pt x="4927" y="80"/>
                  <a:pt x="4932" y="89"/>
                  <a:pt x="4936" y="98"/>
                </a:cubicBezTo>
                <a:cubicBezTo>
                  <a:pt x="4940" y="108"/>
                  <a:pt x="4943" y="119"/>
                  <a:pt x="4945" y="129"/>
                </a:cubicBezTo>
                <a:cubicBezTo>
                  <a:pt x="4947" y="140"/>
                  <a:pt x="4948" y="150"/>
                  <a:pt x="4948" y="160"/>
                </a:cubicBezTo>
                <a:lnTo>
                  <a:pt x="4948" y="504"/>
                </a:lnTo>
                <a:cubicBezTo>
                  <a:pt x="4948" y="515"/>
                  <a:pt x="4947" y="525"/>
                  <a:pt x="4945" y="535"/>
                </a:cubicBezTo>
                <a:cubicBezTo>
                  <a:pt x="4943" y="545"/>
                  <a:pt x="4940" y="555"/>
                  <a:pt x="4936" y="565"/>
                </a:cubicBezTo>
                <a:cubicBezTo>
                  <a:pt x="4932" y="575"/>
                  <a:pt x="4927" y="584"/>
                  <a:pt x="4922" y="592"/>
                </a:cubicBezTo>
                <a:cubicBezTo>
                  <a:pt x="4916" y="601"/>
                  <a:pt x="4909" y="609"/>
                  <a:pt x="4902" y="616"/>
                </a:cubicBezTo>
                <a:cubicBezTo>
                  <a:pt x="4894" y="624"/>
                  <a:pt x="4886" y="630"/>
                  <a:pt x="4877" y="636"/>
                </a:cubicBezTo>
                <a:cubicBezTo>
                  <a:pt x="4868" y="642"/>
                  <a:pt x="4859" y="647"/>
                  <a:pt x="4849" y="651"/>
                </a:cubicBezTo>
                <a:cubicBezTo>
                  <a:pt x="4840" y="655"/>
                  <a:pt x="4830" y="658"/>
                  <a:pt x="4820" y="660"/>
                </a:cubicBezTo>
                <a:cubicBezTo>
                  <a:pt x="4809" y="662"/>
                  <a:pt x="4799" y="663"/>
                  <a:pt x="4789" y="663"/>
                </a:cubicBezTo>
                <a:lnTo>
                  <a:pt x="158" y="663"/>
                </a:lnTo>
                <a:cubicBezTo>
                  <a:pt x="148" y="663"/>
                  <a:pt x="138" y="662"/>
                  <a:pt x="127" y="660"/>
                </a:cubicBezTo>
                <a:cubicBezTo>
                  <a:pt x="117" y="658"/>
                  <a:pt x="107" y="655"/>
                  <a:pt x="98" y="651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2" y="630"/>
                  <a:pt x="53" y="624"/>
                  <a:pt x="46" y="616"/>
                </a:cubicBezTo>
                <a:cubicBezTo>
                  <a:pt x="39" y="609"/>
                  <a:pt x="32" y="601"/>
                  <a:pt x="26" y="592"/>
                </a:cubicBezTo>
                <a:cubicBezTo>
                  <a:pt x="21" y="584"/>
                  <a:pt x="16" y="575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5"/>
                  <a:pt x="0" y="50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4407120" y="3884400"/>
            <a:ext cx="2003875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Threads or processes,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6319440" y="3912480"/>
            <a:ext cx="1796256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num_ffmpeg_threads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2152440" y="4286160"/>
            <a:ext cx="1229040" cy="228960"/>
          </a:xfrm>
          <a:custGeom>
            <a:avLst/>
            <a:gdLst/>
            <a:ahLst/>
            <a:rect l="0" t="0" r="r" b="b"/>
            <a:pathLst>
              <a:path w="3414" h="636">
                <a:moveTo>
                  <a:pt x="0" y="47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255" y="0"/>
                </a:lnTo>
                <a:cubicBezTo>
                  <a:pt x="3266" y="0"/>
                  <a:pt x="3276" y="1"/>
                  <a:pt x="3286" y="3"/>
                </a:cubicBezTo>
                <a:cubicBezTo>
                  <a:pt x="3297" y="5"/>
                  <a:pt x="3307" y="8"/>
                  <a:pt x="3316" y="12"/>
                </a:cubicBezTo>
                <a:cubicBezTo>
                  <a:pt x="3326" y="16"/>
                  <a:pt x="3335" y="21"/>
                  <a:pt x="3344" y="27"/>
                </a:cubicBezTo>
                <a:cubicBezTo>
                  <a:pt x="3352" y="32"/>
                  <a:pt x="3360" y="39"/>
                  <a:pt x="3368" y="46"/>
                </a:cubicBezTo>
                <a:cubicBezTo>
                  <a:pt x="3375" y="54"/>
                  <a:pt x="3382" y="62"/>
                  <a:pt x="3387" y="70"/>
                </a:cubicBezTo>
                <a:cubicBezTo>
                  <a:pt x="3393" y="79"/>
                  <a:pt x="3398" y="88"/>
                  <a:pt x="3402" y="98"/>
                </a:cubicBezTo>
                <a:cubicBezTo>
                  <a:pt x="3406" y="107"/>
                  <a:pt x="3409" y="117"/>
                  <a:pt x="3411" y="128"/>
                </a:cubicBezTo>
                <a:cubicBezTo>
                  <a:pt x="3413" y="138"/>
                  <a:pt x="3414" y="148"/>
                  <a:pt x="3414" y="158"/>
                </a:cubicBezTo>
                <a:lnTo>
                  <a:pt x="3414" y="477"/>
                </a:lnTo>
                <a:cubicBezTo>
                  <a:pt x="3414" y="487"/>
                  <a:pt x="3413" y="498"/>
                  <a:pt x="3411" y="508"/>
                </a:cubicBezTo>
                <a:cubicBezTo>
                  <a:pt x="3409" y="518"/>
                  <a:pt x="3406" y="528"/>
                  <a:pt x="3402" y="538"/>
                </a:cubicBezTo>
                <a:cubicBezTo>
                  <a:pt x="3398" y="547"/>
                  <a:pt x="3393" y="557"/>
                  <a:pt x="3387" y="565"/>
                </a:cubicBezTo>
                <a:cubicBezTo>
                  <a:pt x="3382" y="574"/>
                  <a:pt x="3375" y="582"/>
                  <a:pt x="3368" y="589"/>
                </a:cubicBezTo>
                <a:cubicBezTo>
                  <a:pt x="3360" y="597"/>
                  <a:pt x="3352" y="603"/>
                  <a:pt x="3344" y="609"/>
                </a:cubicBezTo>
                <a:cubicBezTo>
                  <a:pt x="3335" y="615"/>
                  <a:pt x="3326" y="620"/>
                  <a:pt x="3316" y="624"/>
                </a:cubicBezTo>
                <a:cubicBezTo>
                  <a:pt x="3307" y="628"/>
                  <a:pt x="3297" y="631"/>
                  <a:pt x="3286" y="633"/>
                </a:cubicBezTo>
                <a:cubicBezTo>
                  <a:pt x="3276" y="635"/>
                  <a:pt x="3266" y="636"/>
                  <a:pt x="3255" y="636"/>
                </a:cubicBezTo>
                <a:lnTo>
                  <a:pt x="159" y="636"/>
                </a:lnTo>
                <a:cubicBezTo>
                  <a:pt x="148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8" y="620"/>
                  <a:pt x="79" y="615"/>
                  <a:pt x="71" y="609"/>
                </a:cubicBezTo>
                <a:cubicBezTo>
                  <a:pt x="62" y="603"/>
                  <a:pt x="54" y="597"/>
                  <a:pt x="47" y="589"/>
                </a:cubicBezTo>
                <a:cubicBezTo>
                  <a:pt x="39" y="582"/>
                  <a:pt x="33" y="574"/>
                  <a:pt x="27" y="565"/>
                </a:cubicBezTo>
                <a:cubicBezTo>
                  <a:pt x="21" y="557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799920" y="4275000"/>
            <a:ext cx="1459555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Need more than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2209680" y="4312440"/>
            <a:ext cx="1197892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VideoDecoder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3378240" y="4275000"/>
            <a:ext cx="545097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offers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4407120" y="4275000"/>
            <a:ext cx="7065662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Low-level APIs: multi-threaded pipelines, raw YUV access, multi-stream decoding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799920" y="4674960"/>
            <a:ext cx="174299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Slow image pipeline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5419440" y="4676760"/>
            <a:ext cx="1238760" cy="238320"/>
          </a:xfrm>
          <a:custGeom>
            <a:avLst/>
            <a:gdLst/>
            <a:ahLst/>
            <a:rect l="0" t="0" r="r" b="b"/>
            <a:pathLst>
              <a:path w="3441" h="662">
                <a:moveTo>
                  <a:pt x="0" y="50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82" y="0"/>
                </a:lnTo>
                <a:cubicBezTo>
                  <a:pt x="3293" y="0"/>
                  <a:pt x="3303" y="1"/>
                  <a:pt x="3313" y="3"/>
                </a:cubicBezTo>
                <a:cubicBezTo>
                  <a:pt x="3323" y="5"/>
                  <a:pt x="3333" y="8"/>
                  <a:pt x="3343" y="12"/>
                </a:cubicBezTo>
                <a:cubicBezTo>
                  <a:pt x="3353" y="16"/>
                  <a:pt x="3362" y="21"/>
                  <a:pt x="3370" y="26"/>
                </a:cubicBezTo>
                <a:cubicBezTo>
                  <a:pt x="3379" y="32"/>
                  <a:pt x="3387" y="39"/>
                  <a:pt x="3394" y="46"/>
                </a:cubicBezTo>
                <a:cubicBezTo>
                  <a:pt x="3402" y="53"/>
                  <a:pt x="3408" y="61"/>
                  <a:pt x="3414" y="70"/>
                </a:cubicBezTo>
                <a:cubicBezTo>
                  <a:pt x="3420" y="79"/>
                  <a:pt x="3425" y="88"/>
                  <a:pt x="3429" y="98"/>
                </a:cubicBezTo>
                <a:cubicBezTo>
                  <a:pt x="3433" y="107"/>
                  <a:pt x="3436" y="117"/>
                  <a:pt x="3438" y="127"/>
                </a:cubicBezTo>
                <a:cubicBezTo>
                  <a:pt x="3440" y="138"/>
                  <a:pt x="3441" y="148"/>
                  <a:pt x="3441" y="158"/>
                </a:cubicBezTo>
                <a:lnTo>
                  <a:pt x="3441" y="502"/>
                </a:lnTo>
                <a:cubicBezTo>
                  <a:pt x="3441" y="513"/>
                  <a:pt x="3440" y="523"/>
                  <a:pt x="3438" y="533"/>
                </a:cubicBezTo>
                <a:cubicBezTo>
                  <a:pt x="3436" y="543"/>
                  <a:pt x="3433" y="553"/>
                  <a:pt x="3429" y="564"/>
                </a:cubicBezTo>
                <a:cubicBezTo>
                  <a:pt x="3425" y="574"/>
                  <a:pt x="3420" y="583"/>
                  <a:pt x="3414" y="591"/>
                </a:cubicBezTo>
                <a:cubicBezTo>
                  <a:pt x="3408" y="600"/>
                  <a:pt x="3402" y="608"/>
                  <a:pt x="3394" y="616"/>
                </a:cubicBezTo>
                <a:cubicBezTo>
                  <a:pt x="3387" y="623"/>
                  <a:pt x="3379" y="629"/>
                  <a:pt x="3370" y="635"/>
                </a:cubicBezTo>
                <a:cubicBezTo>
                  <a:pt x="3362" y="641"/>
                  <a:pt x="3353" y="646"/>
                  <a:pt x="3343" y="650"/>
                </a:cubicBezTo>
                <a:cubicBezTo>
                  <a:pt x="3333" y="654"/>
                  <a:pt x="3323" y="657"/>
                  <a:pt x="3313" y="659"/>
                </a:cubicBezTo>
                <a:cubicBezTo>
                  <a:pt x="3303" y="661"/>
                  <a:pt x="3293" y="662"/>
                  <a:pt x="3282" y="662"/>
                </a:cubicBezTo>
                <a:lnTo>
                  <a:pt x="159" y="662"/>
                </a:lnTo>
                <a:cubicBezTo>
                  <a:pt x="149" y="662"/>
                  <a:pt x="138" y="661"/>
                  <a:pt x="128" y="659"/>
                </a:cubicBezTo>
                <a:cubicBezTo>
                  <a:pt x="118" y="657"/>
                  <a:pt x="108" y="654"/>
                  <a:pt x="98" y="650"/>
                </a:cubicBezTo>
                <a:cubicBezTo>
                  <a:pt x="89" y="646"/>
                  <a:pt x="80" y="641"/>
                  <a:pt x="71" y="635"/>
                </a:cubicBezTo>
                <a:cubicBezTo>
                  <a:pt x="62" y="629"/>
                  <a:pt x="54" y="623"/>
                  <a:pt x="47" y="616"/>
                </a:cubicBezTo>
                <a:cubicBezTo>
                  <a:pt x="39" y="608"/>
                  <a:pt x="33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3"/>
                  <a:pt x="5" y="543"/>
                  <a:pt x="3" y="533"/>
                </a:cubicBezTo>
                <a:cubicBezTo>
                  <a:pt x="1" y="523"/>
                  <a:pt x="0" y="513"/>
                  <a:pt x="0" y="50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 txBox="1"/>
          <p:nvPr/>
        </p:nvSpPr>
        <p:spPr>
          <a:xfrm>
            <a:off x="4407120" y="4674960"/>
            <a:ext cx="1122076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TorchCodec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5484600" y="4703040"/>
            <a:ext cx="1197892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decode_image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8153280" y="4676760"/>
            <a:ext cx="676440" cy="238320"/>
          </a:xfrm>
          <a:custGeom>
            <a:avLst/>
            <a:gdLst/>
            <a:ahLst/>
            <a:rect l="0" t="0" r="r" b="b"/>
            <a:pathLst>
              <a:path w="1879" h="662">
                <a:moveTo>
                  <a:pt x="0" y="50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21" y="0"/>
                </a:lnTo>
                <a:cubicBezTo>
                  <a:pt x="1731" y="0"/>
                  <a:pt x="1741" y="1"/>
                  <a:pt x="1752" y="3"/>
                </a:cubicBezTo>
                <a:cubicBezTo>
                  <a:pt x="1762" y="5"/>
                  <a:pt x="1772" y="8"/>
                  <a:pt x="1781" y="12"/>
                </a:cubicBezTo>
                <a:cubicBezTo>
                  <a:pt x="1791" y="16"/>
                  <a:pt x="1800" y="21"/>
                  <a:pt x="1809" y="26"/>
                </a:cubicBezTo>
                <a:cubicBezTo>
                  <a:pt x="1817" y="32"/>
                  <a:pt x="1826" y="39"/>
                  <a:pt x="1833" y="46"/>
                </a:cubicBezTo>
                <a:cubicBezTo>
                  <a:pt x="1840" y="53"/>
                  <a:pt x="1847" y="61"/>
                  <a:pt x="1853" y="70"/>
                </a:cubicBezTo>
                <a:cubicBezTo>
                  <a:pt x="1858" y="79"/>
                  <a:pt x="1863" y="88"/>
                  <a:pt x="1867" y="98"/>
                </a:cubicBezTo>
                <a:cubicBezTo>
                  <a:pt x="1871" y="107"/>
                  <a:pt x="1874" y="117"/>
                  <a:pt x="1876" y="127"/>
                </a:cubicBezTo>
                <a:cubicBezTo>
                  <a:pt x="1878" y="138"/>
                  <a:pt x="1879" y="148"/>
                  <a:pt x="1879" y="158"/>
                </a:cubicBezTo>
                <a:lnTo>
                  <a:pt x="1879" y="502"/>
                </a:lnTo>
                <a:cubicBezTo>
                  <a:pt x="1879" y="513"/>
                  <a:pt x="1878" y="523"/>
                  <a:pt x="1876" y="533"/>
                </a:cubicBezTo>
                <a:cubicBezTo>
                  <a:pt x="1874" y="543"/>
                  <a:pt x="1871" y="553"/>
                  <a:pt x="1867" y="564"/>
                </a:cubicBezTo>
                <a:cubicBezTo>
                  <a:pt x="1863" y="574"/>
                  <a:pt x="1858" y="583"/>
                  <a:pt x="1853" y="591"/>
                </a:cubicBezTo>
                <a:cubicBezTo>
                  <a:pt x="1847" y="600"/>
                  <a:pt x="1840" y="608"/>
                  <a:pt x="1833" y="616"/>
                </a:cubicBezTo>
                <a:cubicBezTo>
                  <a:pt x="1826" y="623"/>
                  <a:pt x="1817" y="629"/>
                  <a:pt x="1809" y="635"/>
                </a:cubicBezTo>
                <a:cubicBezTo>
                  <a:pt x="1800" y="641"/>
                  <a:pt x="1791" y="646"/>
                  <a:pt x="1781" y="650"/>
                </a:cubicBezTo>
                <a:cubicBezTo>
                  <a:pt x="1772" y="654"/>
                  <a:pt x="1762" y="657"/>
                  <a:pt x="1752" y="659"/>
                </a:cubicBezTo>
                <a:cubicBezTo>
                  <a:pt x="1741" y="661"/>
                  <a:pt x="1731" y="662"/>
                  <a:pt x="1721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5"/>
                </a:cubicBezTo>
                <a:cubicBezTo>
                  <a:pt x="62" y="629"/>
                  <a:pt x="54" y="623"/>
                  <a:pt x="46" y="616"/>
                </a:cubicBezTo>
                <a:cubicBezTo>
                  <a:pt x="39" y="608"/>
                  <a:pt x="32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3"/>
                  <a:pt x="5" y="543"/>
                  <a:pt x="3" y="533"/>
                </a:cubicBezTo>
                <a:cubicBezTo>
                  <a:pt x="1" y="523"/>
                  <a:pt x="0" y="513"/>
                  <a:pt x="0" y="50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6653160" y="4674960"/>
            <a:ext cx="1655121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→ TorchVision v2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8217000" y="4703040"/>
            <a:ext cx="5991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resize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9134280" y="4676760"/>
            <a:ext cx="581400" cy="238320"/>
          </a:xfrm>
          <a:custGeom>
            <a:avLst/>
            <a:gdLst/>
            <a:ahLst/>
            <a:rect l="0" t="0" r="r" b="b"/>
            <a:pathLst>
              <a:path w="1615" h="662">
                <a:moveTo>
                  <a:pt x="0" y="50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56" y="0"/>
                </a:lnTo>
                <a:cubicBezTo>
                  <a:pt x="1467" y="0"/>
                  <a:pt x="1477" y="1"/>
                  <a:pt x="1487" y="3"/>
                </a:cubicBezTo>
                <a:cubicBezTo>
                  <a:pt x="1497" y="5"/>
                  <a:pt x="1507" y="8"/>
                  <a:pt x="1517" y="12"/>
                </a:cubicBezTo>
                <a:cubicBezTo>
                  <a:pt x="1527" y="16"/>
                  <a:pt x="1536" y="21"/>
                  <a:pt x="1544" y="26"/>
                </a:cubicBezTo>
                <a:cubicBezTo>
                  <a:pt x="1553" y="32"/>
                  <a:pt x="1561" y="39"/>
                  <a:pt x="1568" y="46"/>
                </a:cubicBezTo>
                <a:cubicBezTo>
                  <a:pt x="1576" y="53"/>
                  <a:pt x="1582" y="61"/>
                  <a:pt x="1588" y="70"/>
                </a:cubicBezTo>
                <a:cubicBezTo>
                  <a:pt x="1594" y="79"/>
                  <a:pt x="1599" y="88"/>
                  <a:pt x="1603" y="98"/>
                </a:cubicBezTo>
                <a:cubicBezTo>
                  <a:pt x="1607" y="107"/>
                  <a:pt x="1610" y="117"/>
                  <a:pt x="1612" y="127"/>
                </a:cubicBezTo>
                <a:cubicBezTo>
                  <a:pt x="1614" y="138"/>
                  <a:pt x="1615" y="148"/>
                  <a:pt x="1615" y="158"/>
                </a:cubicBezTo>
                <a:lnTo>
                  <a:pt x="1615" y="502"/>
                </a:lnTo>
                <a:cubicBezTo>
                  <a:pt x="1615" y="513"/>
                  <a:pt x="1614" y="523"/>
                  <a:pt x="1612" y="533"/>
                </a:cubicBezTo>
                <a:cubicBezTo>
                  <a:pt x="1610" y="543"/>
                  <a:pt x="1607" y="553"/>
                  <a:pt x="1603" y="564"/>
                </a:cubicBezTo>
                <a:cubicBezTo>
                  <a:pt x="1599" y="574"/>
                  <a:pt x="1594" y="583"/>
                  <a:pt x="1588" y="591"/>
                </a:cubicBezTo>
                <a:cubicBezTo>
                  <a:pt x="1582" y="600"/>
                  <a:pt x="1576" y="608"/>
                  <a:pt x="1568" y="616"/>
                </a:cubicBezTo>
                <a:cubicBezTo>
                  <a:pt x="1561" y="623"/>
                  <a:pt x="1553" y="629"/>
                  <a:pt x="1544" y="635"/>
                </a:cubicBezTo>
                <a:cubicBezTo>
                  <a:pt x="1536" y="641"/>
                  <a:pt x="1527" y="646"/>
                  <a:pt x="1517" y="650"/>
                </a:cubicBezTo>
                <a:cubicBezTo>
                  <a:pt x="1507" y="654"/>
                  <a:pt x="1497" y="657"/>
                  <a:pt x="1487" y="659"/>
                </a:cubicBezTo>
                <a:cubicBezTo>
                  <a:pt x="1477" y="661"/>
                  <a:pt x="1467" y="662"/>
                  <a:pt x="1456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8" y="657"/>
                  <a:pt x="108" y="654"/>
                  <a:pt x="98" y="650"/>
                </a:cubicBezTo>
                <a:cubicBezTo>
                  <a:pt x="88" y="646"/>
                  <a:pt x="79" y="641"/>
                  <a:pt x="71" y="635"/>
                </a:cubicBezTo>
                <a:cubicBezTo>
                  <a:pt x="62" y="629"/>
                  <a:pt x="54" y="623"/>
                  <a:pt x="47" y="616"/>
                </a:cubicBezTo>
                <a:cubicBezTo>
                  <a:pt x="39" y="608"/>
                  <a:pt x="33" y="600"/>
                  <a:pt x="27" y="591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3"/>
                  <a:pt x="5" y="543"/>
                  <a:pt x="3" y="533"/>
                </a:cubicBezTo>
                <a:cubicBezTo>
                  <a:pt x="1" y="523"/>
                  <a:pt x="0" y="513"/>
                  <a:pt x="0" y="50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 txBox="1"/>
          <p:nvPr/>
        </p:nvSpPr>
        <p:spPr>
          <a:xfrm>
            <a:off x="8831880" y="4674960"/>
            <a:ext cx="327369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on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9195480" y="4703040"/>
            <a:ext cx="499608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uint8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9718200" y="4674960"/>
            <a:ext cx="675345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(SIMD)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4410000" y="5076720"/>
            <a:ext cx="1038600" cy="228960"/>
          </a:xfrm>
          <a:custGeom>
            <a:avLst/>
            <a:gdLst/>
            <a:ahLst/>
            <a:rect l="0" t="0" r="r" b="b"/>
            <a:pathLst>
              <a:path w="2885" h="636">
                <a:moveTo>
                  <a:pt x="0" y="47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726" y="0"/>
                </a:lnTo>
                <a:cubicBezTo>
                  <a:pt x="2736" y="0"/>
                  <a:pt x="2747" y="1"/>
                  <a:pt x="2757" y="3"/>
                </a:cubicBezTo>
                <a:cubicBezTo>
                  <a:pt x="2767" y="5"/>
                  <a:pt x="2777" y="8"/>
                  <a:pt x="2787" y="12"/>
                </a:cubicBezTo>
                <a:cubicBezTo>
                  <a:pt x="2796" y="16"/>
                  <a:pt x="2805" y="21"/>
                  <a:pt x="2814" y="27"/>
                </a:cubicBezTo>
                <a:cubicBezTo>
                  <a:pt x="2823" y="32"/>
                  <a:pt x="2831" y="39"/>
                  <a:pt x="2838" y="46"/>
                </a:cubicBezTo>
                <a:cubicBezTo>
                  <a:pt x="2846" y="54"/>
                  <a:pt x="2852" y="62"/>
                  <a:pt x="2858" y="70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7"/>
                  <a:pt x="2880" y="117"/>
                  <a:pt x="2882" y="128"/>
                </a:cubicBezTo>
                <a:cubicBezTo>
                  <a:pt x="2884" y="138"/>
                  <a:pt x="2885" y="148"/>
                  <a:pt x="2885" y="159"/>
                </a:cubicBezTo>
                <a:lnTo>
                  <a:pt x="2885" y="477"/>
                </a:lnTo>
                <a:cubicBezTo>
                  <a:pt x="2885" y="487"/>
                  <a:pt x="2884" y="498"/>
                  <a:pt x="2882" y="508"/>
                </a:cubicBezTo>
                <a:cubicBezTo>
                  <a:pt x="2880" y="518"/>
                  <a:pt x="2877" y="528"/>
                  <a:pt x="2873" y="538"/>
                </a:cubicBezTo>
                <a:cubicBezTo>
                  <a:pt x="2869" y="547"/>
                  <a:pt x="2864" y="557"/>
                  <a:pt x="2858" y="565"/>
                </a:cubicBezTo>
                <a:cubicBezTo>
                  <a:pt x="2852" y="574"/>
                  <a:pt x="2846" y="582"/>
                  <a:pt x="2838" y="589"/>
                </a:cubicBezTo>
                <a:cubicBezTo>
                  <a:pt x="2831" y="597"/>
                  <a:pt x="2823" y="603"/>
                  <a:pt x="2814" y="609"/>
                </a:cubicBezTo>
                <a:cubicBezTo>
                  <a:pt x="2805" y="615"/>
                  <a:pt x="2796" y="620"/>
                  <a:pt x="2787" y="624"/>
                </a:cubicBezTo>
                <a:cubicBezTo>
                  <a:pt x="2777" y="628"/>
                  <a:pt x="2767" y="631"/>
                  <a:pt x="2757" y="633"/>
                </a:cubicBezTo>
                <a:cubicBezTo>
                  <a:pt x="2747" y="635"/>
                  <a:pt x="2736" y="636"/>
                  <a:pt x="2726" y="636"/>
                </a:cubicBezTo>
                <a:lnTo>
                  <a:pt x="158" y="636"/>
                </a:lnTo>
                <a:cubicBezTo>
                  <a:pt x="148" y="636"/>
                  <a:pt x="138" y="635"/>
                  <a:pt x="127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2" y="603"/>
                  <a:pt x="54" y="597"/>
                  <a:pt x="46" y="589"/>
                </a:cubicBezTo>
                <a:cubicBezTo>
                  <a:pt x="39" y="582"/>
                  <a:pt x="32" y="574"/>
                  <a:pt x="26" y="565"/>
                </a:cubicBezTo>
                <a:cubicBezTo>
                  <a:pt x="21" y="557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799920" y="5065560"/>
            <a:ext cx="17752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43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Slow WAV decoding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4468680" y="5103000"/>
            <a:ext cx="998438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210" b="0" u="none" strike="noStrike">
                <a:solidFill>
                  <a:srgbClr val="1f2328"/>
                </a:solidFill>
                <a:effectLst/>
                <a:uFillTx/>
                <a:latin typeface="Courier New"/>
                <a:ea typeface="Courier New"/>
              </a:rPr>
              <a:t>WavDecoder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1999800" y="5574960"/>
            <a:ext cx="8947843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Feedback and feature requests welcome! </a:t>
            </a:r>
            <a:r>
              <a:rPr lang="en-US" sz="180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TorchCodec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· </a:t>
            </a:r>
            <a:r>
              <a:rPr lang="en-US" sz="180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TorchVision</a:t>
            </a:r>
            <a:r>
              <a:rPr lang="en-US" sz="18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· </a:t>
            </a:r>
            <a:r>
              <a:rPr lang="en-US" sz="1800" b="0" u="none" strike="noStrike">
                <a:solidFill>
                  <a:srgbClr val="0969da"/>
                </a:solidFill>
                <a:effectLst/>
                <a:uFillTx/>
                <a:latin typeface="Arial"/>
                <a:ea typeface="Arial"/>
              </a:rPr>
              <a:t>TorchAudio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666720" y="6393960"/>
            <a:ext cx="230169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NotoColorEmoji"/>
                <a:ea typeface="NotoColorEmoji"/>
              </a:rPr>
              <a:t>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880200" y="6397920"/>
            <a:ext cx="75003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Tutorial: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TorchCodec performance tips</a:t>
            </a:r>
            <a:r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 · Benchmarks: </a:t>
            </a:r>
            <a:r>
              <a:rPr lang="en-US" sz="1350" b="0" u="none" strike="noStrike">
                <a:solidFill>
                  <a:srgbClr val="ee4c2c"/>
                </a:solidFill>
                <a:effectLst/>
                <a:uFillTx/>
                <a:latin typeface="Arial"/>
                <a:ea typeface="Arial"/>
              </a:rPr>
              <a:t>github.com/NicolasHug/ptc-talk-2026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11651760" y="6355800"/>
            <a:ext cx="27527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