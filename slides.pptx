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709920" y="2188800"/>
            <a:ext cx="370800" cy="362880"/>
          </a:xfrm>
          <a:custGeom>
            <a:avLst/>
            <a:gdLst/>
            <a:ahLst/>
            <a:rect l="0" t="0" r="r" b="b"/>
            <a:pathLst>
              <a:path w="1030" h="1008">
                <a:moveTo>
                  <a:pt x="63" y="1008"/>
                </a:moveTo>
                <a:cubicBezTo>
                  <a:pt x="9" y="1008"/>
                  <a:pt x="-15" y="969"/>
                  <a:pt x="10" y="921"/>
                </a:cubicBezTo>
                <a:lnTo>
                  <a:pt x="469" y="36"/>
                </a:lnTo>
                <a:cubicBezTo>
                  <a:pt x="494" y="-12"/>
                  <a:pt x="535" y="-12"/>
                  <a:pt x="560" y="36"/>
                </a:cubicBezTo>
                <a:lnTo>
                  <a:pt x="1020" y="921"/>
                </a:lnTo>
                <a:cubicBezTo>
                  <a:pt x="1045" y="969"/>
                  <a:pt x="1021" y="1008"/>
                  <a:pt x="967" y="1008"/>
                </a:cubicBezTo>
                <a:lnTo>
                  <a:pt x="63" y="1008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869760" y="2271600"/>
            <a:ext cx="51480" cy="241920"/>
          </a:xfrm>
          <a:custGeom>
            <a:avLst/>
            <a:gdLst/>
            <a:ahLst/>
            <a:rect l="0" t="0" r="r" b="b"/>
            <a:pathLst>
              <a:path w="143" h="672">
                <a:moveTo>
                  <a:pt x="0" y="601"/>
                </a:moveTo>
                <a:cubicBezTo>
                  <a:pt x="0" y="561"/>
                  <a:pt x="31" y="530"/>
                  <a:pt x="72" y="530"/>
                </a:cubicBezTo>
                <a:cubicBezTo>
                  <a:pt x="111" y="530"/>
                  <a:pt x="143" y="561"/>
                  <a:pt x="143" y="601"/>
                </a:cubicBezTo>
                <a:cubicBezTo>
                  <a:pt x="143" y="640"/>
                  <a:pt x="111" y="672"/>
                  <a:pt x="72" y="672"/>
                </a:cubicBezTo>
                <a:cubicBezTo>
                  <a:pt x="31" y="672"/>
                  <a:pt x="0" y="640"/>
                  <a:pt x="0" y="601"/>
                </a:cubicBezTo>
                <a:moveTo>
                  <a:pt x="5" y="63"/>
                </a:moveTo>
                <a:cubicBezTo>
                  <a:pt x="5" y="24"/>
                  <a:pt x="33" y="0"/>
                  <a:pt x="72" y="0"/>
                </a:cubicBezTo>
                <a:cubicBezTo>
                  <a:pt x="108" y="0"/>
                  <a:pt x="137" y="24"/>
                  <a:pt x="137" y="63"/>
                </a:cubicBezTo>
                <a:lnTo>
                  <a:pt x="137" y="414"/>
                </a:lnTo>
                <a:cubicBezTo>
                  <a:pt x="137" y="451"/>
                  <a:pt x="108" y="476"/>
                  <a:pt x="72" y="476"/>
                </a:cubicBezTo>
                <a:cubicBezTo>
                  <a:pt x="33" y="476"/>
                  <a:pt x="5" y="452"/>
                  <a:pt x="5" y="414"/>
                </a:cubicBezTo>
                <a:lnTo>
                  <a:pt x="5" y="63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1104840" y="2179440"/>
            <a:ext cx="3705652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 Note for reviewers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981000" y="361944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666720" y="2940120"/>
            <a:ext cx="3361953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Status: very draft, vibed.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200240" y="3492360"/>
            <a:ext cx="1087279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The relevant content is there, and should be enough to decide whether comms / legal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981000" y="44859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200240" y="3892320"/>
            <a:ext cx="2242209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review is needed.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200240" y="4359240"/>
            <a:ext cx="730127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Visuals (template), phrasing, etc. will be heavily adjusted.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"/>
          <p:cNvPicPr/>
          <p:nvPr/>
        </p:nvPicPr>
        <p:blipFill>
          <a:blip r:embed="rId2"/>
          <a:stretch/>
        </p:blipFill>
        <p:spPr>
          <a:xfrm>
            <a:off x="3552840" y="152280"/>
            <a:ext cx="5086080" cy="311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"/>
          <p:cNvSpPr txBox="1"/>
          <p:nvPr/>
        </p:nvSpPr>
        <p:spPr>
          <a:xfrm>
            <a:off x="1034640" y="4021200"/>
            <a:ext cx="10966881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From Bytes to Tensors: Efficient Media Processing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026960" y="4545000"/>
            <a:ext cx="4503081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with PyTorch in 2026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388680" y="5369040"/>
            <a:ext cx="589109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Nicolas Hug (META), Scott Schneider (META)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185920" y="2062080"/>
            <a:ext cx="2314800" cy="943200"/>
          </a:xfrm>
          <a:custGeom>
            <a:avLst/>
            <a:gdLst/>
            <a:ahLst/>
            <a:rect l="0" t="0" r="r" b="b"/>
            <a:pathLst>
              <a:path w="6430" h="2620">
                <a:moveTo>
                  <a:pt x="0" y="1310"/>
                </a:moveTo>
                <a:cubicBezTo>
                  <a:pt x="0" y="1268"/>
                  <a:pt x="2" y="1225"/>
                  <a:pt x="6" y="1182"/>
                </a:cubicBezTo>
                <a:cubicBezTo>
                  <a:pt x="10" y="1139"/>
                  <a:pt x="16" y="1097"/>
                  <a:pt x="25" y="1055"/>
                </a:cubicBezTo>
                <a:cubicBezTo>
                  <a:pt x="33" y="1013"/>
                  <a:pt x="44" y="971"/>
                  <a:pt x="56" y="930"/>
                </a:cubicBezTo>
                <a:cubicBezTo>
                  <a:pt x="69" y="889"/>
                  <a:pt x="83" y="849"/>
                  <a:pt x="99" y="808"/>
                </a:cubicBezTo>
                <a:cubicBezTo>
                  <a:pt x="116" y="769"/>
                  <a:pt x="134" y="730"/>
                  <a:pt x="154" y="692"/>
                </a:cubicBezTo>
                <a:cubicBezTo>
                  <a:pt x="175" y="654"/>
                  <a:pt x="197" y="617"/>
                  <a:pt x="220" y="582"/>
                </a:cubicBezTo>
                <a:cubicBezTo>
                  <a:pt x="244" y="546"/>
                  <a:pt x="270" y="512"/>
                  <a:pt x="297" y="479"/>
                </a:cubicBezTo>
                <a:cubicBezTo>
                  <a:pt x="324" y="445"/>
                  <a:pt x="353" y="414"/>
                  <a:pt x="383" y="383"/>
                </a:cubicBezTo>
                <a:cubicBezTo>
                  <a:pt x="414" y="353"/>
                  <a:pt x="445" y="324"/>
                  <a:pt x="479" y="297"/>
                </a:cubicBezTo>
                <a:cubicBezTo>
                  <a:pt x="512" y="270"/>
                  <a:pt x="546" y="244"/>
                  <a:pt x="582" y="220"/>
                </a:cubicBezTo>
                <a:cubicBezTo>
                  <a:pt x="617" y="197"/>
                  <a:pt x="654" y="175"/>
                  <a:pt x="692" y="154"/>
                </a:cubicBezTo>
                <a:cubicBezTo>
                  <a:pt x="730" y="134"/>
                  <a:pt x="769" y="116"/>
                  <a:pt x="808" y="99"/>
                </a:cubicBezTo>
                <a:cubicBezTo>
                  <a:pt x="848" y="83"/>
                  <a:pt x="888" y="69"/>
                  <a:pt x="929" y="56"/>
                </a:cubicBezTo>
                <a:cubicBezTo>
                  <a:pt x="970" y="44"/>
                  <a:pt x="1012" y="33"/>
                  <a:pt x="1054" y="25"/>
                </a:cubicBezTo>
                <a:cubicBezTo>
                  <a:pt x="1096" y="17"/>
                  <a:pt x="1138" y="10"/>
                  <a:pt x="1181" y="6"/>
                </a:cubicBezTo>
                <a:cubicBezTo>
                  <a:pt x="1224" y="2"/>
                  <a:pt x="1266" y="0"/>
                  <a:pt x="1309" y="0"/>
                </a:cubicBezTo>
                <a:lnTo>
                  <a:pt x="5120" y="0"/>
                </a:lnTo>
                <a:cubicBezTo>
                  <a:pt x="5163" y="0"/>
                  <a:pt x="5206" y="2"/>
                  <a:pt x="5249" y="6"/>
                </a:cubicBezTo>
                <a:cubicBezTo>
                  <a:pt x="5291" y="10"/>
                  <a:pt x="5334" y="17"/>
                  <a:pt x="5376" y="25"/>
                </a:cubicBezTo>
                <a:cubicBezTo>
                  <a:pt x="5418" y="33"/>
                  <a:pt x="5460" y="44"/>
                  <a:pt x="5501" y="56"/>
                </a:cubicBezTo>
                <a:cubicBezTo>
                  <a:pt x="5542" y="69"/>
                  <a:pt x="5582" y="83"/>
                  <a:pt x="5622" y="99"/>
                </a:cubicBezTo>
                <a:cubicBezTo>
                  <a:pt x="5661" y="116"/>
                  <a:pt x="5700" y="134"/>
                  <a:pt x="5738" y="154"/>
                </a:cubicBezTo>
                <a:cubicBezTo>
                  <a:pt x="5776" y="175"/>
                  <a:pt x="5812" y="197"/>
                  <a:pt x="5848" y="220"/>
                </a:cubicBezTo>
                <a:cubicBezTo>
                  <a:pt x="5884" y="244"/>
                  <a:pt x="5918" y="270"/>
                  <a:pt x="5951" y="297"/>
                </a:cubicBezTo>
                <a:cubicBezTo>
                  <a:pt x="5984" y="324"/>
                  <a:pt x="6016" y="353"/>
                  <a:pt x="6046" y="383"/>
                </a:cubicBezTo>
                <a:cubicBezTo>
                  <a:pt x="6077" y="414"/>
                  <a:pt x="6106" y="445"/>
                  <a:pt x="6133" y="479"/>
                </a:cubicBezTo>
                <a:cubicBezTo>
                  <a:pt x="6160" y="512"/>
                  <a:pt x="6186" y="546"/>
                  <a:pt x="6209" y="582"/>
                </a:cubicBezTo>
                <a:cubicBezTo>
                  <a:pt x="6233" y="617"/>
                  <a:pt x="6255" y="654"/>
                  <a:pt x="6275" y="692"/>
                </a:cubicBezTo>
                <a:cubicBezTo>
                  <a:pt x="6296" y="730"/>
                  <a:pt x="6314" y="769"/>
                  <a:pt x="6330" y="808"/>
                </a:cubicBezTo>
                <a:cubicBezTo>
                  <a:pt x="6347" y="849"/>
                  <a:pt x="6361" y="889"/>
                  <a:pt x="6374" y="930"/>
                </a:cubicBezTo>
                <a:cubicBezTo>
                  <a:pt x="6386" y="971"/>
                  <a:pt x="6397" y="1013"/>
                  <a:pt x="6405" y="1055"/>
                </a:cubicBezTo>
                <a:cubicBezTo>
                  <a:pt x="6413" y="1097"/>
                  <a:pt x="6420" y="1139"/>
                  <a:pt x="6424" y="1182"/>
                </a:cubicBezTo>
                <a:cubicBezTo>
                  <a:pt x="6428" y="1225"/>
                  <a:pt x="6430" y="1268"/>
                  <a:pt x="6430" y="1310"/>
                </a:cubicBezTo>
                <a:cubicBezTo>
                  <a:pt x="6430" y="1353"/>
                  <a:pt x="6428" y="1396"/>
                  <a:pt x="6424" y="1439"/>
                </a:cubicBezTo>
                <a:cubicBezTo>
                  <a:pt x="6420" y="1481"/>
                  <a:pt x="6413" y="1524"/>
                  <a:pt x="6405" y="1566"/>
                </a:cubicBezTo>
                <a:cubicBezTo>
                  <a:pt x="6397" y="1608"/>
                  <a:pt x="6386" y="1650"/>
                  <a:pt x="6374" y="1691"/>
                </a:cubicBezTo>
                <a:cubicBezTo>
                  <a:pt x="6361" y="1732"/>
                  <a:pt x="6347" y="1772"/>
                  <a:pt x="6330" y="1812"/>
                </a:cubicBezTo>
                <a:cubicBezTo>
                  <a:pt x="6314" y="1851"/>
                  <a:pt x="6296" y="1890"/>
                  <a:pt x="6275" y="1928"/>
                </a:cubicBezTo>
                <a:cubicBezTo>
                  <a:pt x="6255" y="1966"/>
                  <a:pt x="6233" y="2002"/>
                  <a:pt x="6209" y="2038"/>
                </a:cubicBezTo>
                <a:cubicBezTo>
                  <a:pt x="6186" y="2074"/>
                  <a:pt x="6160" y="2108"/>
                  <a:pt x="6133" y="2141"/>
                </a:cubicBezTo>
                <a:cubicBezTo>
                  <a:pt x="6106" y="2174"/>
                  <a:pt x="6077" y="2206"/>
                  <a:pt x="6046" y="2237"/>
                </a:cubicBezTo>
                <a:cubicBezTo>
                  <a:pt x="6016" y="2267"/>
                  <a:pt x="5984" y="2296"/>
                  <a:pt x="5951" y="2323"/>
                </a:cubicBezTo>
                <a:cubicBezTo>
                  <a:pt x="5918" y="2350"/>
                  <a:pt x="5884" y="2376"/>
                  <a:pt x="5848" y="2399"/>
                </a:cubicBezTo>
                <a:cubicBezTo>
                  <a:pt x="5812" y="2423"/>
                  <a:pt x="5776" y="2445"/>
                  <a:pt x="5738" y="2465"/>
                </a:cubicBezTo>
                <a:cubicBezTo>
                  <a:pt x="5700" y="2486"/>
                  <a:pt x="5661" y="2504"/>
                  <a:pt x="5622" y="2520"/>
                </a:cubicBezTo>
                <a:cubicBezTo>
                  <a:pt x="5582" y="2537"/>
                  <a:pt x="5542" y="2551"/>
                  <a:pt x="5501" y="2564"/>
                </a:cubicBezTo>
                <a:cubicBezTo>
                  <a:pt x="5460" y="2576"/>
                  <a:pt x="5418" y="2587"/>
                  <a:pt x="5376" y="2595"/>
                </a:cubicBezTo>
                <a:cubicBezTo>
                  <a:pt x="5334" y="2603"/>
                  <a:pt x="5291" y="2610"/>
                  <a:pt x="5249" y="2614"/>
                </a:cubicBezTo>
                <a:cubicBezTo>
                  <a:pt x="5206" y="2618"/>
                  <a:pt x="5163" y="2620"/>
                  <a:pt x="5120" y="2620"/>
                </a:cubicBezTo>
                <a:lnTo>
                  <a:pt x="1309" y="2620"/>
                </a:lnTo>
                <a:cubicBezTo>
                  <a:pt x="1266" y="2620"/>
                  <a:pt x="1224" y="2618"/>
                  <a:pt x="1181" y="2614"/>
                </a:cubicBezTo>
                <a:cubicBezTo>
                  <a:pt x="1138" y="2610"/>
                  <a:pt x="1096" y="2603"/>
                  <a:pt x="1054" y="2595"/>
                </a:cubicBezTo>
                <a:cubicBezTo>
                  <a:pt x="1012" y="2587"/>
                  <a:pt x="970" y="2576"/>
                  <a:pt x="929" y="2564"/>
                </a:cubicBezTo>
                <a:cubicBezTo>
                  <a:pt x="888" y="2551"/>
                  <a:pt x="848" y="2537"/>
                  <a:pt x="808" y="2520"/>
                </a:cubicBezTo>
                <a:cubicBezTo>
                  <a:pt x="769" y="2504"/>
                  <a:pt x="730" y="2486"/>
                  <a:pt x="692" y="2465"/>
                </a:cubicBezTo>
                <a:cubicBezTo>
                  <a:pt x="654" y="2445"/>
                  <a:pt x="617" y="2423"/>
                  <a:pt x="582" y="2399"/>
                </a:cubicBezTo>
                <a:cubicBezTo>
                  <a:pt x="546" y="2376"/>
                  <a:pt x="512" y="2350"/>
                  <a:pt x="479" y="2323"/>
                </a:cubicBezTo>
                <a:cubicBezTo>
                  <a:pt x="445" y="2296"/>
                  <a:pt x="414" y="2267"/>
                  <a:pt x="383" y="2237"/>
                </a:cubicBezTo>
                <a:cubicBezTo>
                  <a:pt x="353" y="2206"/>
                  <a:pt x="324" y="2174"/>
                  <a:pt x="297" y="2141"/>
                </a:cubicBezTo>
                <a:cubicBezTo>
                  <a:pt x="270" y="2108"/>
                  <a:pt x="244" y="2074"/>
                  <a:pt x="220" y="2038"/>
                </a:cubicBezTo>
                <a:cubicBezTo>
                  <a:pt x="197" y="2002"/>
                  <a:pt x="175" y="1966"/>
                  <a:pt x="154" y="1928"/>
                </a:cubicBezTo>
                <a:cubicBezTo>
                  <a:pt x="134" y="1890"/>
                  <a:pt x="116" y="1851"/>
                  <a:pt x="99" y="1812"/>
                </a:cubicBezTo>
                <a:cubicBezTo>
                  <a:pt x="83" y="1772"/>
                  <a:pt x="69" y="1732"/>
                  <a:pt x="56" y="1691"/>
                </a:cubicBezTo>
                <a:cubicBezTo>
                  <a:pt x="44" y="1650"/>
                  <a:pt x="33" y="1608"/>
                  <a:pt x="25" y="1566"/>
                </a:cubicBezTo>
                <a:cubicBezTo>
                  <a:pt x="16" y="1524"/>
                  <a:pt x="10" y="1481"/>
                  <a:pt x="6" y="1439"/>
                </a:cubicBezTo>
                <a:cubicBezTo>
                  <a:pt x="2" y="1396"/>
                  <a:pt x="0" y="1353"/>
                  <a:pt x="0" y="1310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666720" y="1331640"/>
            <a:ext cx="869745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Plan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519280" y="2246400"/>
            <a:ext cx="1805976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2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TorchCodec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4814640" y="2062080"/>
            <a:ext cx="2619720" cy="943200"/>
          </a:xfrm>
          <a:custGeom>
            <a:avLst/>
            <a:gdLst/>
            <a:ahLst/>
            <a:rect l="0" t="0" r="r" b="b"/>
            <a:pathLst>
              <a:path w="7277" h="2620">
                <a:moveTo>
                  <a:pt x="0" y="1310"/>
                </a:moveTo>
                <a:cubicBezTo>
                  <a:pt x="0" y="1268"/>
                  <a:pt x="2" y="1225"/>
                  <a:pt x="6" y="1182"/>
                </a:cubicBezTo>
                <a:cubicBezTo>
                  <a:pt x="11" y="1139"/>
                  <a:pt x="17" y="1097"/>
                  <a:pt x="25" y="1055"/>
                </a:cubicBezTo>
                <a:cubicBezTo>
                  <a:pt x="34" y="1013"/>
                  <a:pt x="44" y="971"/>
                  <a:pt x="57" y="930"/>
                </a:cubicBezTo>
                <a:cubicBezTo>
                  <a:pt x="69" y="889"/>
                  <a:pt x="83" y="849"/>
                  <a:pt x="100" y="808"/>
                </a:cubicBezTo>
                <a:cubicBezTo>
                  <a:pt x="116" y="769"/>
                  <a:pt x="135" y="730"/>
                  <a:pt x="155" y="692"/>
                </a:cubicBezTo>
                <a:cubicBezTo>
                  <a:pt x="175" y="654"/>
                  <a:pt x="197" y="617"/>
                  <a:pt x="221" y="582"/>
                </a:cubicBezTo>
                <a:cubicBezTo>
                  <a:pt x="245" y="546"/>
                  <a:pt x="270" y="512"/>
                  <a:pt x="297" y="479"/>
                </a:cubicBezTo>
                <a:cubicBezTo>
                  <a:pt x="325" y="445"/>
                  <a:pt x="353" y="414"/>
                  <a:pt x="384" y="383"/>
                </a:cubicBezTo>
                <a:cubicBezTo>
                  <a:pt x="414" y="353"/>
                  <a:pt x="446" y="324"/>
                  <a:pt x="479" y="297"/>
                </a:cubicBezTo>
                <a:cubicBezTo>
                  <a:pt x="512" y="270"/>
                  <a:pt x="547" y="244"/>
                  <a:pt x="582" y="220"/>
                </a:cubicBezTo>
                <a:cubicBezTo>
                  <a:pt x="618" y="197"/>
                  <a:pt x="655" y="175"/>
                  <a:pt x="692" y="154"/>
                </a:cubicBezTo>
                <a:cubicBezTo>
                  <a:pt x="730" y="134"/>
                  <a:pt x="769" y="116"/>
                  <a:pt x="809" y="99"/>
                </a:cubicBezTo>
                <a:cubicBezTo>
                  <a:pt x="848" y="83"/>
                  <a:pt x="889" y="69"/>
                  <a:pt x="930" y="56"/>
                </a:cubicBezTo>
                <a:cubicBezTo>
                  <a:pt x="971" y="44"/>
                  <a:pt x="1012" y="33"/>
                  <a:pt x="1054" y="25"/>
                </a:cubicBezTo>
                <a:cubicBezTo>
                  <a:pt x="1096" y="17"/>
                  <a:pt x="1139" y="10"/>
                  <a:pt x="1182" y="6"/>
                </a:cubicBezTo>
                <a:cubicBezTo>
                  <a:pt x="1224" y="2"/>
                  <a:pt x="1267" y="0"/>
                  <a:pt x="1310" y="0"/>
                </a:cubicBezTo>
                <a:lnTo>
                  <a:pt x="5968" y="0"/>
                </a:lnTo>
                <a:cubicBezTo>
                  <a:pt x="6010" y="0"/>
                  <a:pt x="6053" y="2"/>
                  <a:pt x="6096" y="6"/>
                </a:cubicBezTo>
                <a:cubicBezTo>
                  <a:pt x="6139" y="10"/>
                  <a:pt x="6181" y="17"/>
                  <a:pt x="6223" y="25"/>
                </a:cubicBezTo>
                <a:cubicBezTo>
                  <a:pt x="6265" y="33"/>
                  <a:pt x="6307" y="44"/>
                  <a:pt x="6348" y="56"/>
                </a:cubicBezTo>
                <a:cubicBezTo>
                  <a:pt x="6389" y="69"/>
                  <a:pt x="6429" y="83"/>
                  <a:pt x="6469" y="99"/>
                </a:cubicBezTo>
                <a:cubicBezTo>
                  <a:pt x="6508" y="116"/>
                  <a:pt x="6547" y="134"/>
                  <a:pt x="6585" y="154"/>
                </a:cubicBezTo>
                <a:cubicBezTo>
                  <a:pt x="6623" y="175"/>
                  <a:pt x="6659" y="197"/>
                  <a:pt x="6695" y="220"/>
                </a:cubicBezTo>
                <a:cubicBezTo>
                  <a:pt x="6731" y="244"/>
                  <a:pt x="6765" y="270"/>
                  <a:pt x="6798" y="297"/>
                </a:cubicBezTo>
                <a:cubicBezTo>
                  <a:pt x="6832" y="324"/>
                  <a:pt x="6863" y="353"/>
                  <a:pt x="6894" y="383"/>
                </a:cubicBezTo>
                <a:cubicBezTo>
                  <a:pt x="6924" y="414"/>
                  <a:pt x="6953" y="445"/>
                  <a:pt x="6980" y="479"/>
                </a:cubicBezTo>
                <a:cubicBezTo>
                  <a:pt x="7007" y="512"/>
                  <a:pt x="7033" y="546"/>
                  <a:pt x="7057" y="582"/>
                </a:cubicBezTo>
                <a:cubicBezTo>
                  <a:pt x="7080" y="617"/>
                  <a:pt x="7102" y="654"/>
                  <a:pt x="7123" y="692"/>
                </a:cubicBezTo>
                <a:cubicBezTo>
                  <a:pt x="7143" y="730"/>
                  <a:pt x="7161" y="769"/>
                  <a:pt x="7178" y="808"/>
                </a:cubicBezTo>
                <a:cubicBezTo>
                  <a:pt x="7194" y="849"/>
                  <a:pt x="7208" y="889"/>
                  <a:pt x="7221" y="930"/>
                </a:cubicBezTo>
                <a:cubicBezTo>
                  <a:pt x="7233" y="971"/>
                  <a:pt x="7244" y="1013"/>
                  <a:pt x="7252" y="1055"/>
                </a:cubicBezTo>
                <a:cubicBezTo>
                  <a:pt x="7260" y="1097"/>
                  <a:pt x="7267" y="1139"/>
                  <a:pt x="7271" y="1182"/>
                </a:cubicBezTo>
                <a:cubicBezTo>
                  <a:pt x="7275" y="1225"/>
                  <a:pt x="7277" y="1268"/>
                  <a:pt x="7277" y="1310"/>
                </a:cubicBezTo>
                <a:cubicBezTo>
                  <a:pt x="7277" y="1353"/>
                  <a:pt x="7275" y="1396"/>
                  <a:pt x="7271" y="1439"/>
                </a:cubicBezTo>
                <a:cubicBezTo>
                  <a:pt x="7267" y="1481"/>
                  <a:pt x="7260" y="1524"/>
                  <a:pt x="7252" y="1566"/>
                </a:cubicBezTo>
                <a:cubicBezTo>
                  <a:pt x="7244" y="1608"/>
                  <a:pt x="7233" y="1650"/>
                  <a:pt x="7221" y="1691"/>
                </a:cubicBezTo>
                <a:cubicBezTo>
                  <a:pt x="7208" y="1732"/>
                  <a:pt x="7194" y="1772"/>
                  <a:pt x="7178" y="1812"/>
                </a:cubicBezTo>
                <a:cubicBezTo>
                  <a:pt x="7161" y="1851"/>
                  <a:pt x="7143" y="1890"/>
                  <a:pt x="7123" y="1928"/>
                </a:cubicBezTo>
                <a:cubicBezTo>
                  <a:pt x="7102" y="1966"/>
                  <a:pt x="7080" y="2002"/>
                  <a:pt x="7057" y="2038"/>
                </a:cubicBezTo>
                <a:cubicBezTo>
                  <a:pt x="7033" y="2074"/>
                  <a:pt x="7007" y="2108"/>
                  <a:pt x="6980" y="2141"/>
                </a:cubicBezTo>
                <a:cubicBezTo>
                  <a:pt x="6953" y="2174"/>
                  <a:pt x="6924" y="2206"/>
                  <a:pt x="6894" y="2237"/>
                </a:cubicBezTo>
                <a:cubicBezTo>
                  <a:pt x="6863" y="2267"/>
                  <a:pt x="6832" y="2296"/>
                  <a:pt x="6798" y="2323"/>
                </a:cubicBezTo>
                <a:cubicBezTo>
                  <a:pt x="6765" y="2350"/>
                  <a:pt x="6731" y="2376"/>
                  <a:pt x="6695" y="2399"/>
                </a:cubicBezTo>
                <a:cubicBezTo>
                  <a:pt x="6659" y="2423"/>
                  <a:pt x="6623" y="2445"/>
                  <a:pt x="6585" y="2465"/>
                </a:cubicBezTo>
                <a:cubicBezTo>
                  <a:pt x="6547" y="2486"/>
                  <a:pt x="6508" y="2504"/>
                  <a:pt x="6469" y="2520"/>
                </a:cubicBezTo>
                <a:cubicBezTo>
                  <a:pt x="6429" y="2537"/>
                  <a:pt x="6389" y="2551"/>
                  <a:pt x="6348" y="2564"/>
                </a:cubicBezTo>
                <a:cubicBezTo>
                  <a:pt x="6307" y="2576"/>
                  <a:pt x="6265" y="2587"/>
                  <a:pt x="6223" y="2595"/>
                </a:cubicBezTo>
                <a:cubicBezTo>
                  <a:pt x="6181" y="2603"/>
                  <a:pt x="6139" y="2610"/>
                  <a:pt x="6096" y="2614"/>
                </a:cubicBezTo>
                <a:cubicBezTo>
                  <a:pt x="6053" y="2618"/>
                  <a:pt x="6010" y="2620"/>
                  <a:pt x="5968" y="2620"/>
                </a:cubicBezTo>
                <a:lnTo>
                  <a:pt x="1310" y="2620"/>
                </a:lnTo>
                <a:cubicBezTo>
                  <a:pt x="1267" y="2620"/>
                  <a:pt x="1224" y="2618"/>
                  <a:pt x="1182" y="2614"/>
                </a:cubicBezTo>
                <a:cubicBezTo>
                  <a:pt x="1139" y="2610"/>
                  <a:pt x="1096" y="2603"/>
                  <a:pt x="1054" y="2595"/>
                </a:cubicBezTo>
                <a:cubicBezTo>
                  <a:pt x="1012" y="2587"/>
                  <a:pt x="971" y="2576"/>
                  <a:pt x="930" y="2564"/>
                </a:cubicBezTo>
                <a:cubicBezTo>
                  <a:pt x="889" y="2551"/>
                  <a:pt x="848" y="2537"/>
                  <a:pt x="809" y="2520"/>
                </a:cubicBezTo>
                <a:cubicBezTo>
                  <a:pt x="769" y="2504"/>
                  <a:pt x="730" y="2486"/>
                  <a:pt x="692" y="2465"/>
                </a:cubicBezTo>
                <a:cubicBezTo>
                  <a:pt x="655" y="2445"/>
                  <a:pt x="618" y="2423"/>
                  <a:pt x="582" y="2399"/>
                </a:cubicBezTo>
                <a:cubicBezTo>
                  <a:pt x="547" y="2376"/>
                  <a:pt x="512" y="2350"/>
                  <a:pt x="479" y="2323"/>
                </a:cubicBezTo>
                <a:cubicBezTo>
                  <a:pt x="446" y="2296"/>
                  <a:pt x="414" y="2267"/>
                  <a:pt x="384" y="2237"/>
                </a:cubicBezTo>
                <a:cubicBezTo>
                  <a:pt x="353" y="2206"/>
                  <a:pt x="325" y="2174"/>
                  <a:pt x="297" y="2141"/>
                </a:cubicBezTo>
                <a:cubicBezTo>
                  <a:pt x="270" y="2108"/>
                  <a:pt x="245" y="2074"/>
                  <a:pt x="221" y="2038"/>
                </a:cubicBezTo>
                <a:cubicBezTo>
                  <a:pt x="197" y="2002"/>
                  <a:pt x="175" y="1966"/>
                  <a:pt x="155" y="1928"/>
                </a:cubicBezTo>
                <a:cubicBezTo>
                  <a:pt x="135" y="1890"/>
                  <a:pt x="116" y="1851"/>
                  <a:pt x="100" y="1812"/>
                </a:cubicBezTo>
                <a:cubicBezTo>
                  <a:pt x="83" y="1772"/>
                  <a:pt x="69" y="1732"/>
                  <a:pt x="57" y="1691"/>
                </a:cubicBezTo>
                <a:cubicBezTo>
                  <a:pt x="44" y="1650"/>
                  <a:pt x="34" y="1608"/>
                  <a:pt x="25" y="1566"/>
                </a:cubicBezTo>
                <a:cubicBezTo>
                  <a:pt x="17" y="1524"/>
                  <a:pt x="11" y="1481"/>
                  <a:pt x="6" y="1439"/>
                </a:cubicBezTo>
                <a:cubicBezTo>
                  <a:pt x="2" y="1396"/>
                  <a:pt x="0" y="1353"/>
                  <a:pt x="0" y="1310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2674800" y="2645280"/>
            <a:ext cx="143583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decode &amp; encode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5315400" y="2246400"/>
            <a:ext cx="1788868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2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TorchVision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7748280" y="2062080"/>
            <a:ext cx="2257920" cy="943200"/>
          </a:xfrm>
          <a:custGeom>
            <a:avLst/>
            <a:gdLst/>
            <a:ahLst/>
            <a:rect l="0" t="0" r="r" b="b"/>
            <a:pathLst>
              <a:path w="6272" h="2620">
                <a:moveTo>
                  <a:pt x="0" y="1310"/>
                </a:moveTo>
                <a:cubicBezTo>
                  <a:pt x="0" y="1268"/>
                  <a:pt x="2" y="1225"/>
                  <a:pt x="7" y="1182"/>
                </a:cubicBezTo>
                <a:cubicBezTo>
                  <a:pt x="11" y="1139"/>
                  <a:pt x="17" y="1097"/>
                  <a:pt x="26" y="1055"/>
                </a:cubicBezTo>
                <a:cubicBezTo>
                  <a:pt x="34" y="1013"/>
                  <a:pt x="44" y="971"/>
                  <a:pt x="57" y="930"/>
                </a:cubicBezTo>
                <a:cubicBezTo>
                  <a:pt x="69" y="889"/>
                  <a:pt x="84" y="849"/>
                  <a:pt x="100" y="808"/>
                </a:cubicBezTo>
                <a:cubicBezTo>
                  <a:pt x="116" y="769"/>
                  <a:pt x="135" y="730"/>
                  <a:pt x="155" y="692"/>
                </a:cubicBezTo>
                <a:cubicBezTo>
                  <a:pt x="175" y="654"/>
                  <a:pt x="197" y="617"/>
                  <a:pt x="221" y="582"/>
                </a:cubicBezTo>
                <a:cubicBezTo>
                  <a:pt x="245" y="546"/>
                  <a:pt x="270" y="512"/>
                  <a:pt x="298" y="479"/>
                </a:cubicBezTo>
                <a:cubicBezTo>
                  <a:pt x="325" y="445"/>
                  <a:pt x="354" y="414"/>
                  <a:pt x="384" y="383"/>
                </a:cubicBezTo>
                <a:cubicBezTo>
                  <a:pt x="414" y="353"/>
                  <a:pt x="447" y="324"/>
                  <a:pt x="480" y="297"/>
                </a:cubicBezTo>
                <a:cubicBezTo>
                  <a:pt x="513" y="270"/>
                  <a:pt x="548" y="244"/>
                  <a:pt x="583" y="220"/>
                </a:cubicBezTo>
                <a:cubicBezTo>
                  <a:pt x="619" y="197"/>
                  <a:pt x="656" y="175"/>
                  <a:pt x="694" y="154"/>
                </a:cubicBezTo>
                <a:cubicBezTo>
                  <a:pt x="731" y="134"/>
                  <a:pt x="770" y="116"/>
                  <a:pt x="810" y="99"/>
                </a:cubicBezTo>
                <a:cubicBezTo>
                  <a:pt x="849" y="83"/>
                  <a:pt x="890" y="69"/>
                  <a:pt x="931" y="56"/>
                </a:cubicBezTo>
                <a:cubicBezTo>
                  <a:pt x="972" y="44"/>
                  <a:pt x="1013" y="33"/>
                  <a:pt x="1056" y="25"/>
                </a:cubicBezTo>
                <a:cubicBezTo>
                  <a:pt x="1098" y="17"/>
                  <a:pt x="1140" y="10"/>
                  <a:pt x="1183" y="6"/>
                </a:cubicBezTo>
                <a:cubicBezTo>
                  <a:pt x="1225" y="2"/>
                  <a:pt x="1268" y="0"/>
                  <a:pt x="1311" y="0"/>
                </a:cubicBezTo>
                <a:lnTo>
                  <a:pt x="4962" y="0"/>
                </a:lnTo>
                <a:cubicBezTo>
                  <a:pt x="5005" y="0"/>
                  <a:pt x="5048" y="2"/>
                  <a:pt x="5091" y="6"/>
                </a:cubicBezTo>
                <a:cubicBezTo>
                  <a:pt x="5133" y="10"/>
                  <a:pt x="5176" y="17"/>
                  <a:pt x="5218" y="25"/>
                </a:cubicBezTo>
                <a:cubicBezTo>
                  <a:pt x="5260" y="33"/>
                  <a:pt x="5301" y="44"/>
                  <a:pt x="5342" y="56"/>
                </a:cubicBezTo>
                <a:cubicBezTo>
                  <a:pt x="5384" y="69"/>
                  <a:pt x="5424" y="83"/>
                  <a:pt x="5463" y="99"/>
                </a:cubicBezTo>
                <a:cubicBezTo>
                  <a:pt x="5503" y="116"/>
                  <a:pt x="5542" y="134"/>
                  <a:pt x="5580" y="154"/>
                </a:cubicBezTo>
                <a:cubicBezTo>
                  <a:pt x="5618" y="175"/>
                  <a:pt x="5654" y="197"/>
                  <a:pt x="5690" y="220"/>
                </a:cubicBezTo>
                <a:cubicBezTo>
                  <a:pt x="5726" y="244"/>
                  <a:pt x="5760" y="270"/>
                  <a:pt x="5793" y="297"/>
                </a:cubicBezTo>
                <a:cubicBezTo>
                  <a:pt x="5826" y="324"/>
                  <a:pt x="5858" y="353"/>
                  <a:pt x="5888" y="383"/>
                </a:cubicBezTo>
                <a:cubicBezTo>
                  <a:pt x="5919" y="414"/>
                  <a:pt x="5947" y="445"/>
                  <a:pt x="5975" y="479"/>
                </a:cubicBezTo>
                <a:cubicBezTo>
                  <a:pt x="6002" y="512"/>
                  <a:pt x="6027" y="546"/>
                  <a:pt x="6051" y="582"/>
                </a:cubicBezTo>
                <a:cubicBezTo>
                  <a:pt x="6075" y="617"/>
                  <a:pt x="6097" y="654"/>
                  <a:pt x="6117" y="692"/>
                </a:cubicBezTo>
                <a:cubicBezTo>
                  <a:pt x="6138" y="730"/>
                  <a:pt x="6156" y="769"/>
                  <a:pt x="6172" y="808"/>
                </a:cubicBezTo>
                <a:cubicBezTo>
                  <a:pt x="6189" y="849"/>
                  <a:pt x="6203" y="889"/>
                  <a:pt x="6216" y="930"/>
                </a:cubicBezTo>
                <a:cubicBezTo>
                  <a:pt x="6228" y="971"/>
                  <a:pt x="6238" y="1013"/>
                  <a:pt x="6247" y="1055"/>
                </a:cubicBezTo>
                <a:cubicBezTo>
                  <a:pt x="6255" y="1097"/>
                  <a:pt x="6261" y="1139"/>
                  <a:pt x="6266" y="1182"/>
                </a:cubicBezTo>
                <a:cubicBezTo>
                  <a:pt x="6270" y="1225"/>
                  <a:pt x="6272" y="1268"/>
                  <a:pt x="6272" y="1310"/>
                </a:cubicBezTo>
                <a:cubicBezTo>
                  <a:pt x="6272" y="1353"/>
                  <a:pt x="6270" y="1396"/>
                  <a:pt x="6266" y="1439"/>
                </a:cubicBezTo>
                <a:cubicBezTo>
                  <a:pt x="6261" y="1481"/>
                  <a:pt x="6255" y="1524"/>
                  <a:pt x="6247" y="1566"/>
                </a:cubicBezTo>
                <a:cubicBezTo>
                  <a:pt x="6238" y="1608"/>
                  <a:pt x="6228" y="1650"/>
                  <a:pt x="6216" y="1691"/>
                </a:cubicBezTo>
                <a:cubicBezTo>
                  <a:pt x="6203" y="1732"/>
                  <a:pt x="6189" y="1772"/>
                  <a:pt x="6172" y="1812"/>
                </a:cubicBezTo>
                <a:cubicBezTo>
                  <a:pt x="6156" y="1851"/>
                  <a:pt x="6138" y="1890"/>
                  <a:pt x="6117" y="1928"/>
                </a:cubicBezTo>
                <a:cubicBezTo>
                  <a:pt x="6097" y="1966"/>
                  <a:pt x="6075" y="2002"/>
                  <a:pt x="6051" y="2038"/>
                </a:cubicBezTo>
                <a:cubicBezTo>
                  <a:pt x="6027" y="2074"/>
                  <a:pt x="6002" y="2108"/>
                  <a:pt x="5975" y="2141"/>
                </a:cubicBezTo>
                <a:cubicBezTo>
                  <a:pt x="5947" y="2174"/>
                  <a:pt x="5919" y="2206"/>
                  <a:pt x="5888" y="2237"/>
                </a:cubicBezTo>
                <a:cubicBezTo>
                  <a:pt x="5858" y="2267"/>
                  <a:pt x="5826" y="2296"/>
                  <a:pt x="5793" y="2323"/>
                </a:cubicBezTo>
                <a:cubicBezTo>
                  <a:pt x="5760" y="2350"/>
                  <a:pt x="5726" y="2376"/>
                  <a:pt x="5690" y="2399"/>
                </a:cubicBezTo>
                <a:cubicBezTo>
                  <a:pt x="5654" y="2423"/>
                  <a:pt x="5617" y="2445"/>
                  <a:pt x="5580" y="2465"/>
                </a:cubicBezTo>
                <a:cubicBezTo>
                  <a:pt x="5542" y="2486"/>
                  <a:pt x="5503" y="2504"/>
                  <a:pt x="5463" y="2520"/>
                </a:cubicBezTo>
                <a:cubicBezTo>
                  <a:pt x="5424" y="2537"/>
                  <a:pt x="5384" y="2551"/>
                  <a:pt x="5342" y="2564"/>
                </a:cubicBezTo>
                <a:cubicBezTo>
                  <a:pt x="5301" y="2576"/>
                  <a:pt x="5260" y="2587"/>
                  <a:pt x="5218" y="2595"/>
                </a:cubicBezTo>
                <a:cubicBezTo>
                  <a:pt x="5176" y="2603"/>
                  <a:pt x="5133" y="2610"/>
                  <a:pt x="5091" y="2614"/>
                </a:cubicBezTo>
                <a:cubicBezTo>
                  <a:pt x="5048" y="2618"/>
                  <a:pt x="5005" y="2620"/>
                  <a:pt x="4962" y="2620"/>
                </a:cubicBezTo>
                <a:lnTo>
                  <a:pt x="1311" y="2620"/>
                </a:lnTo>
                <a:cubicBezTo>
                  <a:pt x="1268" y="2620"/>
                  <a:pt x="1225" y="2618"/>
                  <a:pt x="1183" y="2614"/>
                </a:cubicBezTo>
                <a:cubicBezTo>
                  <a:pt x="1140" y="2610"/>
                  <a:pt x="1098" y="2603"/>
                  <a:pt x="1056" y="2595"/>
                </a:cubicBezTo>
                <a:cubicBezTo>
                  <a:pt x="1013" y="2587"/>
                  <a:pt x="972" y="2576"/>
                  <a:pt x="931" y="2564"/>
                </a:cubicBezTo>
                <a:cubicBezTo>
                  <a:pt x="890" y="2551"/>
                  <a:pt x="849" y="2537"/>
                  <a:pt x="810" y="2520"/>
                </a:cubicBezTo>
                <a:cubicBezTo>
                  <a:pt x="770" y="2504"/>
                  <a:pt x="731" y="2486"/>
                  <a:pt x="694" y="2465"/>
                </a:cubicBezTo>
                <a:cubicBezTo>
                  <a:pt x="656" y="2445"/>
                  <a:pt x="619" y="2423"/>
                  <a:pt x="583" y="2399"/>
                </a:cubicBezTo>
                <a:cubicBezTo>
                  <a:pt x="548" y="2376"/>
                  <a:pt x="513" y="2350"/>
                  <a:pt x="480" y="2323"/>
                </a:cubicBezTo>
                <a:cubicBezTo>
                  <a:pt x="447" y="2296"/>
                  <a:pt x="414" y="2267"/>
                  <a:pt x="384" y="2237"/>
                </a:cubicBezTo>
                <a:cubicBezTo>
                  <a:pt x="354" y="2206"/>
                  <a:pt x="325" y="2174"/>
                  <a:pt x="298" y="2141"/>
                </a:cubicBezTo>
                <a:cubicBezTo>
                  <a:pt x="270" y="2108"/>
                  <a:pt x="245" y="2074"/>
                  <a:pt x="221" y="2038"/>
                </a:cubicBezTo>
                <a:cubicBezTo>
                  <a:pt x="197" y="2002"/>
                  <a:pt x="175" y="1966"/>
                  <a:pt x="155" y="1928"/>
                </a:cubicBezTo>
                <a:cubicBezTo>
                  <a:pt x="135" y="1890"/>
                  <a:pt x="116" y="1851"/>
                  <a:pt x="100" y="1812"/>
                </a:cubicBezTo>
                <a:cubicBezTo>
                  <a:pt x="84" y="1772"/>
                  <a:pt x="69" y="1732"/>
                  <a:pt x="57" y="1691"/>
                </a:cubicBezTo>
                <a:cubicBezTo>
                  <a:pt x="44" y="1650"/>
                  <a:pt x="34" y="1608"/>
                  <a:pt x="26" y="1566"/>
                </a:cubicBezTo>
                <a:cubicBezTo>
                  <a:pt x="17" y="1524"/>
                  <a:pt x="11" y="1481"/>
                  <a:pt x="7" y="1439"/>
                </a:cubicBezTo>
                <a:cubicBezTo>
                  <a:pt x="2" y="1396"/>
                  <a:pt x="0" y="1353"/>
                  <a:pt x="0" y="1310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155920" y="2645280"/>
            <a:ext cx="209096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image &amp; video transforms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090280" y="2246400"/>
            <a:ext cx="1736769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2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TorchAudio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666720" y="3305160"/>
            <a:ext cx="5239080" cy="2248200"/>
          </a:xfrm>
          <a:custGeom>
            <a:avLst/>
            <a:gdLst/>
            <a:ahLst/>
            <a:rect l="0" t="0" r="r" b="b"/>
            <a:pathLst>
              <a:path w="14553" h="6245">
                <a:moveTo>
                  <a:pt x="0" y="5927"/>
                </a:moveTo>
                <a:lnTo>
                  <a:pt x="0" y="318"/>
                </a:ln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6"/>
                  <a:pt x="42" y="158"/>
                  <a:pt x="53" y="141"/>
                </a:cubicBezTo>
                <a:cubicBezTo>
                  <a:pt x="65" y="123"/>
                  <a:pt x="78" y="107"/>
                  <a:pt x="93" y="93"/>
                </a:cubicBezTo>
                <a:cubicBezTo>
                  <a:pt x="107" y="78"/>
                  <a:pt x="123" y="65"/>
                  <a:pt x="141" y="53"/>
                </a:cubicBezTo>
                <a:cubicBezTo>
                  <a:pt x="158" y="41"/>
                  <a:pt x="176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6" y="0"/>
                  <a:pt x="317" y="0"/>
                </a:cubicBezTo>
                <a:lnTo>
                  <a:pt x="14235" y="0"/>
                </a:lnTo>
                <a:cubicBezTo>
                  <a:pt x="14256" y="0"/>
                  <a:pt x="14277" y="2"/>
                  <a:pt x="14297" y="6"/>
                </a:cubicBezTo>
                <a:cubicBezTo>
                  <a:pt x="14318" y="10"/>
                  <a:pt x="14337" y="16"/>
                  <a:pt x="14357" y="24"/>
                </a:cubicBezTo>
                <a:cubicBezTo>
                  <a:pt x="14376" y="32"/>
                  <a:pt x="14394" y="41"/>
                  <a:pt x="14412" y="53"/>
                </a:cubicBezTo>
                <a:cubicBezTo>
                  <a:pt x="14429" y="65"/>
                  <a:pt x="14445" y="78"/>
                  <a:pt x="14460" y="93"/>
                </a:cubicBezTo>
                <a:cubicBezTo>
                  <a:pt x="14474" y="107"/>
                  <a:pt x="14488" y="123"/>
                  <a:pt x="14499" y="141"/>
                </a:cubicBezTo>
                <a:cubicBezTo>
                  <a:pt x="14511" y="158"/>
                  <a:pt x="14521" y="176"/>
                  <a:pt x="14528" y="197"/>
                </a:cubicBezTo>
                <a:cubicBezTo>
                  <a:pt x="14536" y="216"/>
                  <a:pt x="14542" y="236"/>
                  <a:pt x="14547" y="256"/>
                </a:cubicBezTo>
                <a:cubicBezTo>
                  <a:pt x="14551" y="277"/>
                  <a:pt x="14553" y="297"/>
                  <a:pt x="14553" y="318"/>
                </a:cubicBezTo>
                <a:lnTo>
                  <a:pt x="14553" y="5927"/>
                </a:lnTo>
                <a:cubicBezTo>
                  <a:pt x="14553" y="5948"/>
                  <a:pt x="14551" y="5969"/>
                  <a:pt x="14547" y="5989"/>
                </a:cubicBezTo>
                <a:cubicBezTo>
                  <a:pt x="14542" y="6010"/>
                  <a:pt x="14536" y="6029"/>
                  <a:pt x="14528" y="6049"/>
                </a:cubicBezTo>
                <a:cubicBezTo>
                  <a:pt x="14521" y="6068"/>
                  <a:pt x="14511" y="6086"/>
                  <a:pt x="14499" y="6104"/>
                </a:cubicBezTo>
                <a:cubicBezTo>
                  <a:pt x="14488" y="6121"/>
                  <a:pt x="14474" y="6137"/>
                  <a:pt x="14460" y="6152"/>
                </a:cubicBezTo>
                <a:cubicBezTo>
                  <a:pt x="14445" y="6166"/>
                  <a:pt x="14429" y="6180"/>
                  <a:pt x="14412" y="6191"/>
                </a:cubicBezTo>
                <a:cubicBezTo>
                  <a:pt x="14394" y="6203"/>
                  <a:pt x="14376" y="6213"/>
                  <a:pt x="14357" y="6221"/>
                </a:cubicBezTo>
                <a:cubicBezTo>
                  <a:pt x="14337" y="6229"/>
                  <a:pt x="14318" y="6235"/>
                  <a:pt x="14297" y="6239"/>
                </a:cubicBezTo>
                <a:cubicBezTo>
                  <a:pt x="14277" y="6243"/>
                  <a:pt x="14256" y="6245"/>
                  <a:pt x="14235" y="6245"/>
                </a:cubicBezTo>
                <a:lnTo>
                  <a:pt x="317" y="6245"/>
                </a:lnTo>
                <a:cubicBezTo>
                  <a:pt x="296" y="6245"/>
                  <a:pt x="276" y="6243"/>
                  <a:pt x="255" y="6239"/>
                </a:cubicBezTo>
                <a:cubicBezTo>
                  <a:pt x="235" y="6235"/>
                  <a:pt x="215" y="6229"/>
                  <a:pt x="196" y="6221"/>
                </a:cubicBezTo>
                <a:cubicBezTo>
                  <a:pt x="176" y="6213"/>
                  <a:pt x="158" y="6203"/>
                  <a:pt x="141" y="6191"/>
                </a:cubicBezTo>
                <a:cubicBezTo>
                  <a:pt x="123" y="6180"/>
                  <a:pt x="107" y="6166"/>
                  <a:pt x="93" y="6152"/>
                </a:cubicBezTo>
                <a:cubicBezTo>
                  <a:pt x="78" y="6137"/>
                  <a:pt x="65" y="6121"/>
                  <a:pt x="53" y="6104"/>
                </a:cubicBezTo>
                <a:cubicBezTo>
                  <a:pt x="42" y="6086"/>
                  <a:pt x="32" y="6068"/>
                  <a:pt x="24" y="6049"/>
                </a:cubicBezTo>
                <a:cubicBezTo>
                  <a:pt x="16" y="6029"/>
                  <a:pt x="10" y="6010"/>
                  <a:pt x="6" y="5989"/>
                </a:cubicBezTo>
                <a:cubicBezTo>
                  <a:pt x="2" y="5969"/>
                  <a:pt x="0" y="5948"/>
                  <a:pt x="0" y="5927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8242920" y="2645280"/>
            <a:ext cx="137363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audio transforms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914400" y="3506400"/>
            <a:ext cx="3284582" cy="32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31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Part 1: The landscape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914400" y="4054320"/>
            <a:ext cx="5092113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Where these three libraries landed: who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6286320" y="3305160"/>
            <a:ext cx="5239080" cy="2248200"/>
          </a:xfrm>
          <a:custGeom>
            <a:avLst/>
            <a:gdLst/>
            <a:ahLst/>
            <a:rect l="0" t="0" r="r" b="b"/>
            <a:pathLst>
              <a:path w="14553" h="6245">
                <a:moveTo>
                  <a:pt x="0" y="5927"/>
                </a:moveTo>
                <a:lnTo>
                  <a:pt x="0" y="318"/>
                </a:ln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6"/>
                  <a:pt x="42" y="158"/>
                  <a:pt x="54" y="141"/>
                </a:cubicBezTo>
                <a:cubicBezTo>
                  <a:pt x="65" y="123"/>
                  <a:pt x="78" y="107"/>
                  <a:pt x="93" y="93"/>
                </a:cubicBezTo>
                <a:cubicBezTo>
                  <a:pt x="108" y="78"/>
                  <a:pt x="124" y="65"/>
                  <a:pt x="141" y="53"/>
                </a:cubicBezTo>
                <a:cubicBezTo>
                  <a:pt x="158" y="41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7" y="0"/>
                </a:cubicBezTo>
                <a:lnTo>
                  <a:pt x="14236" y="0"/>
                </a:lnTo>
                <a:cubicBezTo>
                  <a:pt x="14256" y="0"/>
                  <a:pt x="14277" y="2"/>
                  <a:pt x="14298" y="6"/>
                </a:cubicBezTo>
                <a:cubicBezTo>
                  <a:pt x="14318" y="10"/>
                  <a:pt x="14338" y="16"/>
                  <a:pt x="14357" y="24"/>
                </a:cubicBezTo>
                <a:cubicBezTo>
                  <a:pt x="14376" y="32"/>
                  <a:pt x="14395" y="41"/>
                  <a:pt x="14412" y="53"/>
                </a:cubicBezTo>
                <a:cubicBezTo>
                  <a:pt x="14429" y="65"/>
                  <a:pt x="14445" y="78"/>
                  <a:pt x="14460" y="93"/>
                </a:cubicBezTo>
                <a:cubicBezTo>
                  <a:pt x="14475" y="107"/>
                  <a:pt x="14488" y="123"/>
                  <a:pt x="14500" y="141"/>
                </a:cubicBezTo>
                <a:cubicBezTo>
                  <a:pt x="14511" y="158"/>
                  <a:pt x="14521" y="176"/>
                  <a:pt x="14529" y="197"/>
                </a:cubicBezTo>
                <a:cubicBezTo>
                  <a:pt x="14537" y="216"/>
                  <a:pt x="14543" y="236"/>
                  <a:pt x="14547" y="256"/>
                </a:cubicBezTo>
                <a:cubicBezTo>
                  <a:pt x="14551" y="277"/>
                  <a:pt x="14553" y="297"/>
                  <a:pt x="14553" y="318"/>
                </a:cubicBezTo>
                <a:lnTo>
                  <a:pt x="14553" y="5927"/>
                </a:lnTo>
                <a:cubicBezTo>
                  <a:pt x="14553" y="5948"/>
                  <a:pt x="14551" y="5969"/>
                  <a:pt x="14547" y="5989"/>
                </a:cubicBezTo>
                <a:cubicBezTo>
                  <a:pt x="14543" y="6010"/>
                  <a:pt x="14537" y="6029"/>
                  <a:pt x="14529" y="6049"/>
                </a:cubicBezTo>
                <a:cubicBezTo>
                  <a:pt x="14521" y="6068"/>
                  <a:pt x="14511" y="6086"/>
                  <a:pt x="14500" y="6104"/>
                </a:cubicBezTo>
                <a:cubicBezTo>
                  <a:pt x="14488" y="6121"/>
                  <a:pt x="14475" y="6137"/>
                  <a:pt x="14460" y="6152"/>
                </a:cubicBezTo>
                <a:cubicBezTo>
                  <a:pt x="14445" y="6166"/>
                  <a:pt x="14429" y="6180"/>
                  <a:pt x="14412" y="6191"/>
                </a:cubicBezTo>
                <a:cubicBezTo>
                  <a:pt x="14395" y="6203"/>
                  <a:pt x="14376" y="6213"/>
                  <a:pt x="14357" y="6221"/>
                </a:cubicBezTo>
                <a:cubicBezTo>
                  <a:pt x="14338" y="6229"/>
                  <a:pt x="14318" y="6235"/>
                  <a:pt x="14298" y="6239"/>
                </a:cubicBezTo>
                <a:cubicBezTo>
                  <a:pt x="14277" y="6243"/>
                  <a:pt x="14256" y="6245"/>
                  <a:pt x="14236" y="6245"/>
                </a:cubicBezTo>
                <a:lnTo>
                  <a:pt x="317" y="6245"/>
                </a:lnTo>
                <a:cubicBezTo>
                  <a:pt x="297" y="6245"/>
                  <a:pt x="276" y="6243"/>
                  <a:pt x="256" y="6239"/>
                </a:cubicBezTo>
                <a:cubicBezTo>
                  <a:pt x="235" y="6235"/>
                  <a:pt x="215" y="6229"/>
                  <a:pt x="196" y="6221"/>
                </a:cubicBezTo>
                <a:cubicBezTo>
                  <a:pt x="177" y="6213"/>
                  <a:pt x="158" y="6203"/>
                  <a:pt x="141" y="6191"/>
                </a:cubicBezTo>
                <a:cubicBezTo>
                  <a:pt x="124" y="6180"/>
                  <a:pt x="108" y="6166"/>
                  <a:pt x="93" y="6152"/>
                </a:cubicBezTo>
                <a:cubicBezTo>
                  <a:pt x="78" y="6137"/>
                  <a:pt x="65" y="6121"/>
                  <a:pt x="54" y="6104"/>
                </a:cubicBezTo>
                <a:cubicBezTo>
                  <a:pt x="42" y="6086"/>
                  <a:pt x="32" y="6068"/>
                  <a:pt x="24" y="6049"/>
                </a:cubicBezTo>
                <a:cubicBezTo>
                  <a:pt x="16" y="6029"/>
                  <a:pt x="10" y="6010"/>
                  <a:pt x="6" y="5989"/>
                </a:cubicBezTo>
                <a:cubicBezTo>
                  <a:pt x="2" y="5969"/>
                  <a:pt x="0" y="5948"/>
                  <a:pt x="0" y="5927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914400" y="4454640"/>
            <a:ext cx="462827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does what, and how they fit together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534000" y="3506400"/>
            <a:ext cx="2648505" cy="32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31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Part 2: Going fast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6534000" y="4054320"/>
            <a:ext cx="480362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How to make your media pipeline fast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534000" y="4454640"/>
            <a:ext cx="5027961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with these three libraries, using existing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6534000" y="4854600"/>
            <a:ext cx="2210716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and new features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778840" y="635580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009520" y="1285560"/>
            <a:ext cx="8172720" cy="4763160"/>
          </a:xfrm>
          <a:custGeom>
            <a:avLst/>
            <a:gdLst/>
            <a:ahLst/>
            <a:rect l="0" t="0" r="r" b="b"/>
            <a:pathLst>
              <a:path w="22702" h="13231">
                <a:moveTo>
                  <a:pt x="0" y="0"/>
                </a:moveTo>
                <a:lnTo>
                  <a:pt x="22702" y="0"/>
                </a:lnTo>
                <a:lnTo>
                  <a:pt x="22702" y="13231"/>
                </a:lnTo>
                <a:lnTo>
                  <a:pt x="0" y="132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214000" y="1421640"/>
            <a:ext cx="7764120" cy="2551680"/>
          </a:xfrm>
          <a:custGeom>
            <a:avLst/>
            <a:gdLst/>
            <a:ahLst/>
            <a:rect l="0" t="0" r="r" b="b"/>
            <a:pathLst>
              <a:path w="21567" h="7088">
                <a:moveTo>
                  <a:pt x="284" y="0"/>
                </a:moveTo>
                <a:lnTo>
                  <a:pt x="21283" y="0"/>
                </a:lnTo>
                <a:cubicBezTo>
                  <a:pt x="21302" y="0"/>
                  <a:pt x="21320" y="2"/>
                  <a:pt x="21339" y="6"/>
                </a:cubicBezTo>
                <a:cubicBezTo>
                  <a:pt x="21357" y="9"/>
                  <a:pt x="21375" y="15"/>
                  <a:pt x="21392" y="22"/>
                </a:cubicBezTo>
                <a:cubicBezTo>
                  <a:pt x="21409" y="29"/>
                  <a:pt x="21425" y="38"/>
                  <a:pt x="21441" y="48"/>
                </a:cubicBezTo>
                <a:cubicBezTo>
                  <a:pt x="21456" y="58"/>
                  <a:pt x="21471" y="70"/>
                  <a:pt x="21484" y="83"/>
                </a:cubicBezTo>
                <a:cubicBezTo>
                  <a:pt x="21497" y="97"/>
                  <a:pt x="21509" y="111"/>
                  <a:pt x="21519" y="126"/>
                </a:cubicBezTo>
                <a:cubicBezTo>
                  <a:pt x="21529" y="142"/>
                  <a:pt x="21538" y="158"/>
                  <a:pt x="21545" y="175"/>
                </a:cubicBezTo>
                <a:cubicBezTo>
                  <a:pt x="21552" y="193"/>
                  <a:pt x="21558" y="210"/>
                  <a:pt x="21561" y="229"/>
                </a:cubicBezTo>
                <a:cubicBezTo>
                  <a:pt x="21565" y="247"/>
                  <a:pt x="21567" y="265"/>
                  <a:pt x="21567" y="284"/>
                </a:cubicBezTo>
                <a:lnTo>
                  <a:pt x="21567" y="6805"/>
                </a:lnTo>
                <a:cubicBezTo>
                  <a:pt x="21567" y="6824"/>
                  <a:pt x="21565" y="6842"/>
                  <a:pt x="21561" y="6860"/>
                </a:cubicBezTo>
                <a:cubicBezTo>
                  <a:pt x="21558" y="6878"/>
                  <a:pt x="21552" y="6896"/>
                  <a:pt x="21545" y="6913"/>
                </a:cubicBezTo>
                <a:cubicBezTo>
                  <a:pt x="21538" y="6931"/>
                  <a:pt x="21529" y="6947"/>
                  <a:pt x="21519" y="6962"/>
                </a:cubicBezTo>
                <a:cubicBezTo>
                  <a:pt x="21509" y="6978"/>
                  <a:pt x="21497" y="6992"/>
                  <a:pt x="21484" y="7005"/>
                </a:cubicBezTo>
                <a:cubicBezTo>
                  <a:pt x="21471" y="7019"/>
                  <a:pt x="21456" y="7030"/>
                  <a:pt x="21441" y="7041"/>
                </a:cubicBezTo>
                <a:cubicBezTo>
                  <a:pt x="21425" y="7051"/>
                  <a:pt x="21409" y="7060"/>
                  <a:pt x="21392" y="7067"/>
                </a:cubicBezTo>
                <a:cubicBezTo>
                  <a:pt x="21375" y="7074"/>
                  <a:pt x="21357" y="7079"/>
                  <a:pt x="21339" y="7083"/>
                </a:cubicBezTo>
                <a:cubicBezTo>
                  <a:pt x="21320" y="7087"/>
                  <a:pt x="21302" y="7088"/>
                  <a:pt x="21283" y="7088"/>
                </a:cubicBezTo>
                <a:lnTo>
                  <a:pt x="284" y="7088"/>
                </a:lnTo>
                <a:cubicBezTo>
                  <a:pt x="265" y="7088"/>
                  <a:pt x="246" y="7087"/>
                  <a:pt x="228" y="7083"/>
                </a:cubicBezTo>
                <a:cubicBezTo>
                  <a:pt x="210" y="7079"/>
                  <a:pt x="192" y="7074"/>
                  <a:pt x="175" y="7067"/>
                </a:cubicBezTo>
                <a:cubicBezTo>
                  <a:pt x="158" y="7060"/>
                  <a:pt x="141" y="7051"/>
                  <a:pt x="126" y="7041"/>
                </a:cubicBezTo>
                <a:cubicBezTo>
                  <a:pt x="110" y="7030"/>
                  <a:pt x="96" y="7019"/>
                  <a:pt x="83" y="7005"/>
                </a:cubicBezTo>
                <a:cubicBezTo>
                  <a:pt x="70" y="6992"/>
                  <a:pt x="58" y="6978"/>
                  <a:pt x="48" y="6962"/>
                </a:cubicBezTo>
                <a:cubicBezTo>
                  <a:pt x="37" y="6947"/>
                  <a:pt x="28" y="6931"/>
                  <a:pt x="21" y="6913"/>
                </a:cubicBezTo>
                <a:cubicBezTo>
                  <a:pt x="14" y="6896"/>
                  <a:pt x="9" y="6878"/>
                  <a:pt x="5" y="6860"/>
                </a:cubicBezTo>
                <a:cubicBezTo>
                  <a:pt x="2" y="6842"/>
                  <a:pt x="0" y="6824"/>
                  <a:pt x="0" y="6805"/>
                </a:cubicBezTo>
                <a:lnTo>
                  <a:pt x="0" y="284"/>
                </a:lnTo>
                <a:cubicBezTo>
                  <a:pt x="0" y="265"/>
                  <a:pt x="2" y="247"/>
                  <a:pt x="5" y="229"/>
                </a:cubicBezTo>
                <a:cubicBezTo>
                  <a:pt x="9" y="210"/>
                  <a:pt x="14" y="193"/>
                  <a:pt x="21" y="175"/>
                </a:cubicBezTo>
                <a:cubicBezTo>
                  <a:pt x="28" y="158"/>
                  <a:pt x="37" y="142"/>
                  <a:pt x="48" y="126"/>
                </a:cubicBezTo>
                <a:cubicBezTo>
                  <a:pt x="58" y="111"/>
                  <a:pt x="70" y="97"/>
                  <a:pt x="83" y="83"/>
                </a:cubicBezTo>
                <a:cubicBezTo>
                  <a:pt x="96" y="70"/>
                  <a:pt x="110" y="58"/>
                  <a:pt x="126" y="48"/>
                </a:cubicBezTo>
                <a:cubicBezTo>
                  <a:pt x="141" y="38"/>
                  <a:pt x="158" y="29"/>
                  <a:pt x="175" y="22"/>
                </a:cubicBezTo>
                <a:cubicBezTo>
                  <a:pt x="192" y="15"/>
                  <a:pt x="210" y="9"/>
                  <a:pt x="228" y="6"/>
                </a:cubicBezTo>
                <a:cubicBezTo>
                  <a:pt x="246" y="2"/>
                  <a:pt x="265" y="0"/>
                  <a:pt x="284" y="0"/>
                </a:cubicBezTo>
                <a:close/>
              </a:path>
            </a:pathLst>
          </a:custGeom>
          <a:solidFill>
            <a:srgbClr val="fbfb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214000" y="1421640"/>
            <a:ext cx="7764120" cy="2551680"/>
          </a:xfrm>
          <a:custGeom>
            <a:avLst/>
            <a:gdLst/>
            <a:ahLst/>
            <a:rect l="0" t="0" r="r" b="b"/>
            <a:pathLst>
              <a:path w="21567" h="7088">
                <a:moveTo>
                  <a:pt x="284" y="0"/>
                </a:moveTo>
                <a:lnTo>
                  <a:pt x="21283" y="0"/>
                </a:lnTo>
                <a:cubicBezTo>
                  <a:pt x="21302" y="0"/>
                  <a:pt x="21320" y="2"/>
                  <a:pt x="21339" y="6"/>
                </a:cubicBezTo>
                <a:cubicBezTo>
                  <a:pt x="21357" y="9"/>
                  <a:pt x="21375" y="15"/>
                  <a:pt x="21392" y="22"/>
                </a:cubicBezTo>
                <a:cubicBezTo>
                  <a:pt x="21409" y="29"/>
                  <a:pt x="21425" y="38"/>
                  <a:pt x="21441" y="48"/>
                </a:cubicBezTo>
                <a:cubicBezTo>
                  <a:pt x="21456" y="58"/>
                  <a:pt x="21471" y="70"/>
                  <a:pt x="21484" y="83"/>
                </a:cubicBezTo>
                <a:cubicBezTo>
                  <a:pt x="21497" y="97"/>
                  <a:pt x="21509" y="111"/>
                  <a:pt x="21519" y="126"/>
                </a:cubicBezTo>
                <a:cubicBezTo>
                  <a:pt x="21529" y="142"/>
                  <a:pt x="21538" y="158"/>
                  <a:pt x="21545" y="175"/>
                </a:cubicBezTo>
                <a:cubicBezTo>
                  <a:pt x="21552" y="193"/>
                  <a:pt x="21558" y="210"/>
                  <a:pt x="21561" y="229"/>
                </a:cubicBezTo>
                <a:cubicBezTo>
                  <a:pt x="21565" y="247"/>
                  <a:pt x="21567" y="265"/>
                  <a:pt x="21567" y="284"/>
                </a:cubicBezTo>
                <a:lnTo>
                  <a:pt x="21567" y="6805"/>
                </a:lnTo>
                <a:cubicBezTo>
                  <a:pt x="21567" y="6824"/>
                  <a:pt x="21565" y="6842"/>
                  <a:pt x="21561" y="6860"/>
                </a:cubicBezTo>
                <a:cubicBezTo>
                  <a:pt x="21558" y="6878"/>
                  <a:pt x="21552" y="6896"/>
                  <a:pt x="21545" y="6913"/>
                </a:cubicBezTo>
                <a:cubicBezTo>
                  <a:pt x="21538" y="6931"/>
                  <a:pt x="21529" y="6947"/>
                  <a:pt x="21519" y="6962"/>
                </a:cubicBezTo>
                <a:cubicBezTo>
                  <a:pt x="21509" y="6978"/>
                  <a:pt x="21497" y="6992"/>
                  <a:pt x="21484" y="7005"/>
                </a:cubicBezTo>
                <a:cubicBezTo>
                  <a:pt x="21471" y="7019"/>
                  <a:pt x="21456" y="7030"/>
                  <a:pt x="21441" y="7041"/>
                </a:cubicBezTo>
                <a:cubicBezTo>
                  <a:pt x="21425" y="7051"/>
                  <a:pt x="21409" y="7060"/>
                  <a:pt x="21392" y="7067"/>
                </a:cubicBezTo>
                <a:cubicBezTo>
                  <a:pt x="21375" y="7074"/>
                  <a:pt x="21357" y="7079"/>
                  <a:pt x="21339" y="7083"/>
                </a:cubicBezTo>
                <a:cubicBezTo>
                  <a:pt x="21320" y="7087"/>
                  <a:pt x="21302" y="7088"/>
                  <a:pt x="21283" y="7088"/>
                </a:cubicBezTo>
                <a:lnTo>
                  <a:pt x="284" y="7088"/>
                </a:lnTo>
                <a:cubicBezTo>
                  <a:pt x="265" y="7088"/>
                  <a:pt x="246" y="7087"/>
                  <a:pt x="228" y="7083"/>
                </a:cubicBezTo>
                <a:cubicBezTo>
                  <a:pt x="210" y="7079"/>
                  <a:pt x="192" y="7074"/>
                  <a:pt x="175" y="7067"/>
                </a:cubicBezTo>
                <a:cubicBezTo>
                  <a:pt x="158" y="7060"/>
                  <a:pt x="141" y="7051"/>
                  <a:pt x="126" y="7041"/>
                </a:cubicBezTo>
                <a:cubicBezTo>
                  <a:pt x="110" y="7030"/>
                  <a:pt x="96" y="7019"/>
                  <a:pt x="83" y="7005"/>
                </a:cubicBezTo>
                <a:cubicBezTo>
                  <a:pt x="70" y="6992"/>
                  <a:pt x="58" y="6978"/>
                  <a:pt x="48" y="6962"/>
                </a:cubicBezTo>
                <a:cubicBezTo>
                  <a:pt x="37" y="6947"/>
                  <a:pt x="28" y="6931"/>
                  <a:pt x="21" y="6913"/>
                </a:cubicBezTo>
                <a:cubicBezTo>
                  <a:pt x="14" y="6896"/>
                  <a:pt x="9" y="6878"/>
                  <a:pt x="5" y="6860"/>
                </a:cubicBezTo>
                <a:cubicBezTo>
                  <a:pt x="2" y="6842"/>
                  <a:pt x="0" y="6824"/>
                  <a:pt x="0" y="6805"/>
                </a:cubicBezTo>
                <a:lnTo>
                  <a:pt x="0" y="284"/>
                </a:lnTo>
                <a:cubicBezTo>
                  <a:pt x="0" y="265"/>
                  <a:pt x="2" y="247"/>
                  <a:pt x="5" y="229"/>
                </a:cubicBezTo>
                <a:cubicBezTo>
                  <a:pt x="9" y="210"/>
                  <a:pt x="14" y="193"/>
                  <a:pt x="21" y="175"/>
                </a:cubicBezTo>
                <a:cubicBezTo>
                  <a:pt x="28" y="158"/>
                  <a:pt x="37" y="142"/>
                  <a:pt x="48" y="126"/>
                </a:cubicBezTo>
                <a:cubicBezTo>
                  <a:pt x="58" y="111"/>
                  <a:pt x="70" y="97"/>
                  <a:pt x="83" y="83"/>
                </a:cubicBezTo>
                <a:cubicBezTo>
                  <a:pt x="96" y="70"/>
                  <a:pt x="110" y="58"/>
                  <a:pt x="126" y="48"/>
                </a:cubicBezTo>
                <a:cubicBezTo>
                  <a:pt x="141" y="38"/>
                  <a:pt x="158" y="29"/>
                  <a:pt x="175" y="22"/>
                </a:cubicBezTo>
                <a:cubicBezTo>
                  <a:pt x="192" y="15"/>
                  <a:pt x="210" y="9"/>
                  <a:pt x="228" y="6"/>
                </a:cubicBezTo>
                <a:cubicBezTo>
                  <a:pt x="246" y="2"/>
                  <a:pt x="265" y="0"/>
                  <a:pt x="284" y="0"/>
                </a:cubicBezTo>
                <a:close/>
              </a:path>
            </a:pathLst>
          </a:custGeom>
          <a:noFill/>
          <a:ln w="8280">
            <a:solidFill>
              <a:srgbClr val="e2e8f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66720" y="569520"/>
            <a:ext cx="8255001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The PyTorch media stack: before and now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2486520" y="1494720"/>
            <a:ext cx="513604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2758680" y="1965960"/>
            <a:ext cx="3235320" cy="1667160"/>
          </a:xfrm>
          <a:custGeom>
            <a:avLst/>
            <a:gdLst/>
            <a:ahLst/>
            <a:rect l="0" t="0" r="r" b="b"/>
            <a:pathLst>
              <a:path w="8987" h="4631">
                <a:moveTo>
                  <a:pt x="237" y="0"/>
                </a:moveTo>
                <a:lnTo>
                  <a:pt x="8751" y="0"/>
                </a:lnTo>
                <a:cubicBezTo>
                  <a:pt x="8766" y="0"/>
                  <a:pt x="8781" y="2"/>
                  <a:pt x="8797" y="5"/>
                </a:cubicBezTo>
                <a:cubicBezTo>
                  <a:pt x="8812" y="8"/>
                  <a:pt x="8827" y="12"/>
                  <a:pt x="8841" y="18"/>
                </a:cubicBezTo>
                <a:cubicBezTo>
                  <a:pt x="8855" y="24"/>
                  <a:pt x="8869" y="31"/>
                  <a:pt x="8882" y="40"/>
                </a:cubicBezTo>
                <a:cubicBezTo>
                  <a:pt x="8895" y="49"/>
                  <a:pt x="8907" y="58"/>
                  <a:pt x="8918" y="69"/>
                </a:cubicBezTo>
                <a:cubicBezTo>
                  <a:pt x="8929" y="80"/>
                  <a:pt x="8939" y="92"/>
                  <a:pt x="8947" y="105"/>
                </a:cubicBezTo>
                <a:cubicBezTo>
                  <a:pt x="8956" y="118"/>
                  <a:pt x="8963" y="132"/>
                  <a:pt x="8969" y="146"/>
                </a:cubicBezTo>
                <a:cubicBezTo>
                  <a:pt x="8975" y="160"/>
                  <a:pt x="8979" y="175"/>
                  <a:pt x="8983" y="190"/>
                </a:cubicBezTo>
                <a:cubicBezTo>
                  <a:pt x="8986" y="206"/>
                  <a:pt x="8987" y="221"/>
                  <a:pt x="8987" y="237"/>
                </a:cubicBezTo>
                <a:lnTo>
                  <a:pt x="8987" y="4395"/>
                </a:lnTo>
                <a:cubicBezTo>
                  <a:pt x="8987" y="4411"/>
                  <a:pt x="8986" y="4426"/>
                  <a:pt x="8983" y="4441"/>
                </a:cubicBezTo>
                <a:cubicBezTo>
                  <a:pt x="8979" y="4457"/>
                  <a:pt x="8975" y="4471"/>
                  <a:pt x="8969" y="4486"/>
                </a:cubicBezTo>
                <a:cubicBezTo>
                  <a:pt x="8963" y="4500"/>
                  <a:pt x="8956" y="4514"/>
                  <a:pt x="8947" y="4526"/>
                </a:cubicBezTo>
                <a:cubicBezTo>
                  <a:pt x="8939" y="4539"/>
                  <a:pt x="8929" y="4551"/>
                  <a:pt x="8918" y="4562"/>
                </a:cubicBezTo>
                <a:cubicBezTo>
                  <a:pt x="8907" y="4573"/>
                  <a:pt x="8895" y="4583"/>
                  <a:pt x="8882" y="4592"/>
                </a:cubicBezTo>
                <a:cubicBezTo>
                  <a:pt x="8869" y="4600"/>
                  <a:pt x="8855" y="4608"/>
                  <a:pt x="8841" y="4613"/>
                </a:cubicBezTo>
                <a:cubicBezTo>
                  <a:pt x="8827" y="4619"/>
                  <a:pt x="8812" y="4624"/>
                  <a:pt x="8797" y="4627"/>
                </a:cubicBezTo>
                <a:cubicBezTo>
                  <a:pt x="8781" y="4630"/>
                  <a:pt x="8766" y="4631"/>
                  <a:pt x="8751" y="4631"/>
                </a:cubicBezTo>
                <a:lnTo>
                  <a:pt x="237" y="4631"/>
                </a:lnTo>
                <a:cubicBezTo>
                  <a:pt x="221" y="4631"/>
                  <a:pt x="206" y="4630"/>
                  <a:pt x="190" y="4627"/>
                </a:cubicBezTo>
                <a:cubicBezTo>
                  <a:pt x="175" y="4624"/>
                  <a:pt x="160" y="4619"/>
                  <a:pt x="146" y="4613"/>
                </a:cubicBezTo>
                <a:cubicBezTo>
                  <a:pt x="132" y="4608"/>
                  <a:pt x="118" y="4600"/>
                  <a:pt x="105" y="4592"/>
                </a:cubicBezTo>
                <a:cubicBezTo>
                  <a:pt x="92" y="4583"/>
                  <a:pt x="80" y="4573"/>
                  <a:pt x="69" y="4562"/>
                </a:cubicBezTo>
                <a:cubicBezTo>
                  <a:pt x="58" y="4551"/>
                  <a:pt x="49" y="4539"/>
                  <a:pt x="40" y="4526"/>
                </a:cubicBezTo>
                <a:cubicBezTo>
                  <a:pt x="31" y="4514"/>
                  <a:pt x="24" y="4500"/>
                  <a:pt x="18" y="4486"/>
                </a:cubicBezTo>
                <a:cubicBezTo>
                  <a:pt x="12" y="4471"/>
                  <a:pt x="8" y="4457"/>
                  <a:pt x="5" y="4441"/>
                </a:cubicBezTo>
                <a:cubicBezTo>
                  <a:pt x="2" y="4426"/>
                  <a:pt x="0" y="4411"/>
                  <a:pt x="0" y="4395"/>
                </a:cubicBezTo>
                <a:lnTo>
                  <a:pt x="0" y="237"/>
                </a:lnTo>
                <a:cubicBezTo>
                  <a:pt x="0" y="221"/>
                  <a:pt x="2" y="206"/>
                  <a:pt x="5" y="190"/>
                </a:cubicBezTo>
                <a:cubicBezTo>
                  <a:pt x="8" y="175"/>
                  <a:pt x="12" y="160"/>
                  <a:pt x="18" y="146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2758680" y="1965960"/>
            <a:ext cx="3235320" cy="1667160"/>
          </a:xfrm>
          <a:custGeom>
            <a:avLst/>
            <a:gdLst/>
            <a:ahLst/>
            <a:rect l="0" t="0" r="r" b="b"/>
            <a:pathLst>
              <a:path w="8987" h="4631">
                <a:moveTo>
                  <a:pt x="237" y="0"/>
                </a:moveTo>
                <a:lnTo>
                  <a:pt x="8751" y="0"/>
                </a:lnTo>
                <a:cubicBezTo>
                  <a:pt x="8766" y="0"/>
                  <a:pt x="8781" y="2"/>
                  <a:pt x="8797" y="5"/>
                </a:cubicBezTo>
                <a:cubicBezTo>
                  <a:pt x="8812" y="8"/>
                  <a:pt x="8827" y="12"/>
                  <a:pt x="8841" y="18"/>
                </a:cubicBezTo>
                <a:cubicBezTo>
                  <a:pt x="8855" y="24"/>
                  <a:pt x="8869" y="31"/>
                  <a:pt x="8882" y="40"/>
                </a:cubicBezTo>
                <a:cubicBezTo>
                  <a:pt x="8895" y="49"/>
                  <a:pt x="8907" y="58"/>
                  <a:pt x="8918" y="69"/>
                </a:cubicBezTo>
                <a:cubicBezTo>
                  <a:pt x="8929" y="80"/>
                  <a:pt x="8939" y="92"/>
                  <a:pt x="8947" y="105"/>
                </a:cubicBezTo>
                <a:cubicBezTo>
                  <a:pt x="8956" y="118"/>
                  <a:pt x="8963" y="132"/>
                  <a:pt x="8969" y="146"/>
                </a:cubicBezTo>
                <a:cubicBezTo>
                  <a:pt x="8975" y="160"/>
                  <a:pt x="8979" y="175"/>
                  <a:pt x="8983" y="190"/>
                </a:cubicBezTo>
                <a:cubicBezTo>
                  <a:pt x="8986" y="206"/>
                  <a:pt x="8987" y="221"/>
                  <a:pt x="8987" y="237"/>
                </a:cubicBezTo>
                <a:lnTo>
                  <a:pt x="8987" y="4395"/>
                </a:lnTo>
                <a:cubicBezTo>
                  <a:pt x="8987" y="4411"/>
                  <a:pt x="8986" y="4426"/>
                  <a:pt x="8983" y="4441"/>
                </a:cubicBezTo>
                <a:cubicBezTo>
                  <a:pt x="8979" y="4457"/>
                  <a:pt x="8975" y="4471"/>
                  <a:pt x="8969" y="4486"/>
                </a:cubicBezTo>
                <a:cubicBezTo>
                  <a:pt x="8963" y="4500"/>
                  <a:pt x="8956" y="4514"/>
                  <a:pt x="8947" y="4526"/>
                </a:cubicBezTo>
                <a:cubicBezTo>
                  <a:pt x="8939" y="4539"/>
                  <a:pt x="8929" y="4551"/>
                  <a:pt x="8918" y="4562"/>
                </a:cubicBezTo>
                <a:cubicBezTo>
                  <a:pt x="8907" y="4573"/>
                  <a:pt x="8895" y="4583"/>
                  <a:pt x="8882" y="4592"/>
                </a:cubicBezTo>
                <a:cubicBezTo>
                  <a:pt x="8869" y="4600"/>
                  <a:pt x="8855" y="4608"/>
                  <a:pt x="8841" y="4613"/>
                </a:cubicBezTo>
                <a:cubicBezTo>
                  <a:pt x="8827" y="4619"/>
                  <a:pt x="8812" y="4624"/>
                  <a:pt x="8797" y="4627"/>
                </a:cubicBezTo>
                <a:cubicBezTo>
                  <a:pt x="8781" y="4630"/>
                  <a:pt x="8766" y="4631"/>
                  <a:pt x="8751" y="4631"/>
                </a:cubicBezTo>
                <a:lnTo>
                  <a:pt x="237" y="4631"/>
                </a:lnTo>
                <a:cubicBezTo>
                  <a:pt x="221" y="4631"/>
                  <a:pt x="206" y="4630"/>
                  <a:pt x="190" y="4627"/>
                </a:cubicBezTo>
                <a:cubicBezTo>
                  <a:pt x="175" y="4624"/>
                  <a:pt x="160" y="4619"/>
                  <a:pt x="146" y="4613"/>
                </a:cubicBezTo>
                <a:cubicBezTo>
                  <a:pt x="132" y="4608"/>
                  <a:pt x="118" y="4600"/>
                  <a:pt x="105" y="4592"/>
                </a:cubicBezTo>
                <a:cubicBezTo>
                  <a:pt x="92" y="4583"/>
                  <a:pt x="80" y="4573"/>
                  <a:pt x="69" y="4562"/>
                </a:cubicBezTo>
                <a:cubicBezTo>
                  <a:pt x="58" y="4551"/>
                  <a:pt x="49" y="4539"/>
                  <a:pt x="40" y="4526"/>
                </a:cubicBezTo>
                <a:cubicBezTo>
                  <a:pt x="31" y="4514"/>
                  <a:pt x="24" y="4500"/>
                  <a:pt x="18" y="4486"/>
                </a:cubicBezTo>
                <a:cubicBezTo>
                  <a:pt x="12" y="4471"/>
                  <a:pt x="8" y="4457"/>
                  <a:pt x="5" y="4441"/>
                </a:cubicBezTo>
                <a:cubicBezTo>
                  <a:pt x="2" y="4426"/>
                  <a:pt x="0" y="4411"/>
                  <a:pt x="0" y="4395"/>
                </a:cubicBezTo>
                <a:lnTo>
                  <a:pt x="0" y="237"/>
                </a:lnTo>
                <a:cubicBezTo>
                  <a:pt x="0" y="221"/>
                  <a:pt x="2" y="206"/>
                  <a:pt x="5" y="190"/>
                </a:cubicBezTo>
                <a:cubicBezTo>
                  <a:pt x="8" y="175"/>
                  <a:pt x="12" y="160"/>
                  <a:pt x="18" y="146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758680" y="1965960"/>
            <a:ext cx="3235320" cy="255600"/>
          </a:xfrm>
          <a:custGeom>
            <a:avLst/>
            <a:gdLst/>
            <a:ahLst/>
            <a:rect l="0" t="0" r="r" b="b"/>
            <a:pathLst>
              <a:path w="8987" h="710">
                <a:moveTo>
                  <a:pt x="237" y="0"/>
                </a:moveTo>
                <a:lnTo>
                  <a:pt x="8751" y="0"/>
                </a:lnTo>
                <a:cubicBezTo>
                  <a:pt x="8766" y="0"/>
                  <a:pt x="8781" y="2"/>
                  <a:pt x="8797" y="5"/>
                </a:cubicBezTo>
                <a:cubicBezTo>
                  <a:pt x="8812" y="8"/>
                  <a:pt x="8827" y="12"/>
                  <a:pt x="8841" y="18"/>
                </a:cubicBezTo>
                <a:cubicBezTo>
                  <a:pt x="8855" y="24"/>
                  <a:pt x="8869" y="31"/>
                  <a:pt x="8882" y="40"/>
                </a:cubicBezTo>
                <a:cubicBezTo>
                  <a:pt x="8895" y="49"/>
                  <a:pt x="8907" y="58"/>
                  <a:pt x="8918" y="69"/>
                </a:cubicBezTo>
                <a:cubicBezTo>
                  <a:pt x="8929" y="80"/>
                  <a:pt x="8939" y="92"/>
                  <a:pt x="8947" y="105"/>
                </a:cubicBezTo>
                <a:cubicBezTo>
                  <a:pt x="8956" y="118"/>
                  <a:pt x="8963" y="132"/>
                  <a:pt x="8969" y="146"/>
                </a:cubicBezTo>
                <a:cubicBezTo>
                  <a:pt x="8975" y="160"/>
                  <a:pt x="8979" y="175"/>
                  <a:pt x="8983" y="190"/>
                </a:cubicBezTo>
                <a:cubicBezTo>
                  <a:pt x="8986" y="206"/>
                  <a:pt x="8987" y="221"/>
                  <a:pt x="8987" y="237"/>
                </a:cubicBezTo>
                <a:lnTo>
                  <a:pt x="8987" y="473"/>
                </a:lnTo>
                <a:cubicBezTo>
                  <a:pt x="8987" y="488"/>
                  <a:pt x="8986" y="504"/>
                  <a:pt x="8983" y="519"/>
                </a:cubicBezTo>
                <a:cubicBezTo>
                  <a:pt x="8979" y="534"/>
                  <a:pt x="8975" y="549"/>
                  <a:pt x="8969" y="564"/>
                </a:cubicBezTo>
                <a:cubicBezTo>
                  <a:pt x="8963" y="578"/>
                  <a:pt x="8956" y="592"/>
                  <a:pt x="8947" y="605"/>
                </a:cubicBezTo>
                <a:cubicBezTo>
                  <a:pt x="8939" y="618"/>
                  <a:pt x="8929" y="630"/>
                  <a:pt x="8918" y="641"/>
                </a:cubicBezTo>
                <a:cubicBezTo>
                  <a:pt x="8907" y="652"/>
                  <a:pt x="8895" y="662"/>
                  <a:pt x="8882" y="670"/>
                </a:cubicBezTo>
                <a:cubicBezTo>
                  <a:pt x="8869" y="679"/>
                  <a:pt x="8855" y="686"/>
                  <a:pt x="8841" y="692"/>
                </a:cubicBezTo>
                <a:cubicBezTo>
                  <a:pt x="8827" y="698"/>
                  <a:pt x="8812" y="702"/>
                  <a:pt x="8797" y="705"/>
                </a:cubicBezTo>
                <a:cubicBezTo>
                  <a:pt x="8781" y="708"/>
                  <a:pt x="8766" y="710"/>
                  <a:pt x="8751" y="710"/>
                </a:cubicBezTo>
                <a:lnTo>
                  <a:pt x="237" y="710"/>
                </a:lnTo>
                <a:cubicBezTo>
                  <a:pt x="221" y="710"/>
                  <a:pt x="206" y="708"/>
                  <a:pt x="190" y="705"/>
                </a:cubicBezTo>
                <a:cubicBezTo>
                  <a:pt x="175" y="702"/>
                  <a:pt x="160" y="698"/>
                  <a:pt x="146" y="692"/>
                </a:cubicBezTo>
                <a:cubicBezTo>
                  <a:pt x="132" y="686"/>
                  <a:pt x="118" y="679"/>
                  <a:pt x="105" y="670"/>
                </a:cubicBezTo>
                <a:cubicBezTo>
                  <a:pt x="92" y="662"/>
                  <a:pt x="80" y="652"/>
                  <a:pt x="69" y="641"/>
                </a:cubicBezTo>
                <a:cubicBezTo>
                  <a:pt x="58" y="630"/>
                  <a:pt x="49" y="618"/>
                  <a:pt x="40" y="605"/>
                </a:cubicBezTo>
                <a:cubicBezTo>
                  <a:pt x="31" y="592"/>
                  <a:pt x="24" y="578"/>
                  <a:pt x="18" y="564"/>
                </a:cubicBezTo>
                <a:cubicBezTo>
                  <a:pt x="12" y="549"/>
                  <a:pt x="8" y="534"/>
                  <a:pt x="5" y="519"/>
                </a:cubicBezTo>
                <a:cubicBezTo>
                  <a:pt x="2" y="504"/>
                  <a:pt x="0" y="488"/>
                  <a:pt x="0" y="473"/>
                </a:cubicBezTo>
                <a:lnTo>
                  <a:pt x="0" y="237"/>
                </a:lnTo>
                <a:cubicBezTo>
                  <a:pt x="0" y="221"/>
                  <a:pt x="2" y="206"/>
                  <a:pt x="5" y="190"/>
                </a:cubicBezTo>
                <a:cubicBezTo>
                  <a:pt x="8" y="175"/>
                  <a:pt x="12" y="160"/>
                  <a:pt x="18" y="146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758680" y="2136240"/>
            <a:ext cx="3235320" cy="85320"/>
          </a:xfrm>
          <a:custGeom>
            <a:avLst/>
            <a:gdLst/>
            <a:ahLst/>
            <a:rect l="0" t="0" r="r" b="b"/>
            <a:pathLst>
              <a:path w="8987" h="237">
                <a:moveTo>
                  <a:pt x="0" y="0"/>
                </a:moveTo>
                <a:lnTo>
                  <a:pt x="8987" y="0"/>
                </a:lnTo>
                <a:lnTo>
                  <a:pt x="8987" y="237"/>
                </a:lnTo>
                <a:lnTo>
                  <a:pt x="0" y="237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486520" y="1711080"/>
            <a:ext cx="2886062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70" b="0" u="none" strike="noStrike">
                <a:solidFill>
                  <a:srgbClr val="64748b"/>
                </a:solidFill>
                <a:effectLst/>
                <a:uFillTx/>
                <a:latin typeface="SegoeUI"/>
                <a:ea typeface="SegoeUI"/>
              </a:rPr>
              <a:t>Each library built its own decoding and encoding stack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2928960" y="22892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3"/>
                </a:cubicBezTo>
                <a:cubicBezTo>
                  <a:pt x="7936" y="4"/>
                  <a:pt x="7945" y="7"/>
                  <a:pt x="7954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6" y="29"/>
                  <a:pt x="7993" y="35"/>
                  <a:pt x="8000" y="41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1"/>
                  <a:pt x="8027" y="79"/>
                  <a:pt x="8030" y="87"/>
                </a:cubicBezTo>
                <a:cubicBezTo>
                  <a:pt x="8034" y="97"/>
                  <a:pt x="8037" y="106"/>
                  <a:pt x="8038" y="115"/>
                </a:cubicBezTo>
                <a:cubicBezTo>
                  <a:pt x="8040" y="124"/>
                  <a:pt x="8041" y="133"/>
                  <a:pt x="8041" y="143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7" y="510"/>
                  <a:pt x="8034" y="519"/>
                  <a:pt x="8030" y="528"/>
                </a:cubicBezTo>
                <a:cubicBezTo>
                  <a:pt x="8027" y="536"/>
                  <a:pt x="8022" y="544"/>
                  <a:pt x="8017" y="552"/>
                </a:cubicBezTo>
                <a:cubicBezTo>
                  <a:pt x="8012" y="560"/>
                  <a:pt x="8006" y="567"/>
                  <a:pt x="8000" y="574"/>
                </a:cubicBezTo>
                <a:cubicBezTo>
                  <a:pt x="7993" y="580"/>
                  <a:pt x="7986" y="586"/>
                  <a:pt x="7978" y="591"/>
                </a:cubicBezTo>
                <a:cubicBezTo>
                  <a:pt x="7970" y="596"/>
                  <a:pt x="7962" y="601"/>
                  <a:pt x="7954" y="604"/>
                </a:cubicBezTo>
                <a:cubicBezTo>
                  <a:pt x="7945" y="608"/>
                  <a:pt x="7936" y="611"/>
                  <a:pt x="7927" y="612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2"/>
                </a:cubicBezTo>
                <a:cubicBezTo>
                  <a:pt x="105" y="611"/>
                  <a:pt x="96" y="608"/>
                  <a:pt x="88" y="604"/>
                </a:cubicBezTo>
                <a:cubicBezTo>
                  <a:pt x="79" y="601"/>
                  <a:pt x="71" y="596"/>
                  <a:pt x="63" y="591"/>
                </a:cubicBezTo>
                <a:cubicBezTo>
                  <a:pt x="55" y="586"/>
                  <a:pt x="48" y="580"/>
                  <a:pt x="42" y="574"/>
                </a:cubicBezTo>
                <a:cubicBezTo>
                  <a:pt x="35" y="567"/>
                  <a:pt x="29" y="560"/>
                  <a:pt x="24" y="552"/>
                </a:cubicBezTo>
                <a:cubicBezTo>
                  <a:pt x="19" y="544"/>
                  <a:pt x="14" y="536"/>
                  <a:pt x="11" y="528"/>
                </a:cubicBezTo>
                <a:cubicBezTo>
                  <a:pt x="7" y="519"/>
                  <a:pt x="5" y="510"/>
                  <a:pt x="3" y="501"/>
                </a:cubicBezTo>
                <a:cubicBezTo>
                  <a:pt x="1" y="492"/>
                  <a:pt x="0" y="483"/>
                  <a:pt x="0" y="473"/>
                </a:cubicBezTo>
                <a:lnTo>
                  <a:pt x="0" y="143"/>
                </a:lnTo>
                <a:cubicBezTo>
                  <a:pt x="0" y="133"/>
                  <a:pt x="1" y="124"/>
                  <a:pt x="3" y="115"/>
                </a:cubicBezTo>
                <a:cubicBezTo>
                  <a:pt x="5" y="106"/>
                  <a:pt x="7" y="97"/>
                  <a:pt x="11" y="87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4"/>
                  <a:pt x="88" y="11"/>
                </a:cubicBezTo>
                <a:cubicBezTo>
                  <a:pt x="96" y="7"/>
                  <a:pt x="105" y="4"/>
                  <a:pt x="114" y="3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solidFill>
            <a:srgbClr val="fef3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2928960" y="22892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3"/>
                </a:cubicBezTo>
                <a:cubicBezTo>
                  <a:pt x="7936" y="4"/>
                  <a:pt x="7945" y="7"/>
                  <a:pt x="7954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6" y="29"/>
                  <a:pt x="7993" y="35"/>
                  <a:pt x="8000" y="41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1"/>
                  <a:pt x="8027" y="79"/>
                  <a:pt x="8030" y="87"/>
                </a:cubicBezTo>
                <a:cubicBezTo>
                  <a:pt x="8034" y="97"/>
                  <a:pt x="8037" y="106"/>
                  <a:pt x="8038" y="115"/>
                </a:cubicBezTo>
                <a:cubicBezTo>
                  <a:pt x="8040" y="124"/>
                  <a:pt x="8041" y="133"/>
                  <a:pt x="8041" y="143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7" y="510"/>
                  <a:pt x="8034" y="519"/>
                  <a:pt x="8030" y="528"/>
                </a:cubicBezTo>
                <a:cubicBezTo>
                  <a:pt x="8027" y="536"/>
                  <a:pt x="8022" y="544"/>
                  <a:pt x="8017" y="552"/>
                </a:cubicBezTo>
                <a:cubicBezTo>
                  <a:pt x="8012" y="560"/>
                  <a:pt x="8006" y="567"/>
                  <a:pt x="8000" y="574"/>
                </a:cubicBezTo>
                <a:cubicBezTo>
                  <a:pt x="7993" y="580"/>
                  <a:pt x="7986" y="586"/>
                  <a:pt x="7978" y="591"/>
                </a:cubicBezTo>
                <a:cubicBezTo>
                  <a:pt x="7970" y="596"/>
                  <a:pt x="7962" y="601"/>
                  <a:pt x="7954" y="604"/>
                </a:cubicBezTo>
                <a:cubicBezTo>
                  <a:pt x="7945" y="608"/>
                  <a:pt x="7936" y="611"/>
                  <a:pt x="7927" y="612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2"/>
                </a:cubicBezTo>
                <a:cubicBezTo>
                  <a:pt x="105" y="611"/>
                  <a:pt x="96" y="608"/>
                  <a:pt x="88" y="604"/>
                </a:cubicBezTo>
                <a:cubicBezTo>
                  <a:pt x="79" y="601"/>
                  <a:pt x="71" y="596"/>
                  <a:pt x="63" y="591"/>
                </a:cubicBezTo>
                <a:cubicBezTo>
                  <a:pt x="55" y="586"/>
                  <a:pt x="48" y="580"/>
                  <a:pt x="42" y="574"/>
                </a:cubicBezTo>
                <a:cubicBezTo>
                  <a:pt x="35" y="567"/>
                  <a:pt x="29" y="560"/>
                  <a:pt x="24" y="552"/>
                </a:cubicBezTo>
                <a:cubicBezTo>
                  <a:pt x="19" y="544"/>
                  <a:pt x="14" y="536"/>
                  <a:pt x="11" y="528"/>
                </a:cubicBezTo>
                <a:cubicBezTo>
                  <a:pt x="7" y="519"/>
                  <a:pt x="5" y="510"/>
                  <a:pt x="3" y="501"/>
                </a:cubicBezTo>
                <a:cubicBezTo>
                  <a:pt x="1" y="492"/>
                  <a:pt x="0" y="483"/>
                  <a:pt x="0" y="473"/>
                </a:cubicBezTo>
                <a:lnTo>
                  <a:pt x="0" y="143"/>
                </a:lnTo>
                <a:cubicBezTo>
                  <a:pt x="0" y="133"/>
                  <a:pt x="1" y="124"/>
                  <a:pt x="3" y="115"/>
                </a:cubicBezTo>
                <a:cubicBezTo>
                  <a:pt x="5" y="106"/>
                  <a:pt x="7" y="97"/>
                  <a:pt x="11" y="87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4"/>
                  <a:pt x="88" y="11"/>
                </a:cubicBezTo>
                <a:cubicBezTo>
                  <a:pt x="96" y="7"/>
                  <a:pt x="105" y="4"/>
                  <a:pt x="114" y="3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noFill/>
          <a:ln w="8280">
            <a:solidFill>
              <a:srgbClr val="fcd34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075200" y="2021040"/>
            <a:ext cx="648518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90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torchvision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2928960" y="254448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2"/>
                </a:cubicBezTo>
                <a:cubicBezTo>
                  <a:pt x="7936" y="4"/>
                  <a:pt x="7945" y="7"/>
                  <a:pt x="7954" y="10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6" y="29"/>
                  <a:pt x="7993" y="35"/>
                  <a:pt x="8000" y="41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0"/>
                  <a:pt x="8027" y="79"/>
                  <a:pt x="8030" y="87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3"/>
                  <a:pt x="8041" y="132"/>
                  <a:pt x="8041" y="141"/>
                </a:cubicBezTo>
                <a:lnTo>
                  <a:pt x="8041" y="472"/>
                </a:lnTo>
                <a:cubicBezTo>
                  <a:pt x="8041" y="481"/>
                  <a:pt x="8040" y="491"/>
                  <a:pt x="8038" y="500"/>
                </a:cubicBezTo>
                <a:cubicBezTo>
                  <a:pt x="8037" y="509"/>
                  <a:pt x="8034" y="518"/>
                  <a:pt x="8030" y="526"/>
                </a:cubicBezTo>
                <a:cubicBezTo>
                  <a:pt x="8027" y="535"/>
                  <a:pt x="8022" y="543"/>
                  <a:pt x="8017" y="551"/>
                </a:cubicBezTo>
                <a:cubicBezTo>
                  <a:pt x="8012" y="559"/>
                  <a:pt x="8006" y="566"/>
                  <a:pt x="8000" y="572"/>
                </a:cubicBezTo>
                <a:cubicBezTo>
                  <a:pt x="7993" y="579"/>
                  <a:pt x="7986" y="585"/>
                  <a:pt x="7978" y="590"/>
                </a:cubicBezTo>
                <a:cubicBezTo>
                  <a:pt x="7970" y="595"/>
                  <a:pt x="7962" y="600"/>
                  <a:pt x="7954" y="603"/>
                </a:cubicBezTo>
                <a:cubicBezTo>
                  <a:pt x="7945" y="608"/>
                  <a:pt x="7936" y="610"/>
                  <a:pt x="7927" y="612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2"/>
                </a:cubicBezTo>
                <a:cubicBezTo>
                  <a:pt x="105" y="610"/>
                  <a:pt x="96" y="608"/>
                  <a:pt x="88" y="603"/>
                </a:cubicBezTo>
                <a:cubicBezTo>
                  <a:pt x="79" y="600"/>
                  <a:pt x="71" y="595"/>
                  <a:pt x="63" y="590"/>
                </a:cubicBezTo>
                <a:cubicBezTo>
                  <a:pt x="55" y="585"/>
                  <a:pt x="48" y="579"/>
                  <a:pt x="42" y="572"/>
                </a:cubicBezTo>
                <a:cubicBezTo>
                  <a:pt x="35" y="566"/>
                  <a:pt x="29" y="559"/>
                  <a:pt x="24" y="551"/>
                </a:cubicBezTo>
                <a:cubicBezTo>
                  <a:pt x="19" y="543"/>
                  <a:pt x="14" y="535"/>
                  <a:pt x="11" y="526"/>
                </a:cubicBezTo>
                <a:cubicBezTo>
                  <a:pt x="7" y="518"/>
                  <a:pt x="5" y="509"/>
                  <a:pt x="3" y="500"/>
                </a:cubicBezTo>
                <a:cubicBezTo>
                  <a:pt x="1" y="491"/>
                  <a:pt x="0" y="481"/>
                  <a:pt x="0" y="472"/>
                </a:cubicBezTo>
                <a:lnTo>
                  <a:pt x="0" y="141"/>
                </a:lnTo>
                <a:cubicBezTo>
                  <a:pt x="0" y="132"/>
                  <a:pt x="1" y="123"/>
                  <a:pt x="3" y="114"/>
                </a:cubicBezTo>
                <a:cubicBezTo>
                  <a:pt x="5" y="105"/>
                  <a:pt x="7" y="96"/>
                  <a:pt x="11" y="87"/>
                </a:cubicBezTo>
                <a:cubicBezTo>
                  <a:pt x="14" y="79"/>
                  <a:pt x="19" y="70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8"/>
                  <a:pt x="79" y="14"/>
                  <a:pt x="88" y="10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2928960" y="254448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2"/>
                </a:cubicBezTo>
                <a:cubicBezTo>
                  <a:pt x="7936" y="4"/>
                  <a:pt x="7945" y="7"/>
                  <a:pt x="7954" y="10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6" y="29"/>
                  <a:pt x="7993" y="35"/>
                  <a:pt x="8000" y="41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0"/>
                  <a:pt x="8027" y="79"/>
                  <a:pt x="8030" y="87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3"/>
                  <a:pt x="8041" y="132"/>
                  <a:pt x="8041" y="141"/>
                </a:cubicBezTo>
                <a:lnTo>
                  <a:pt x="8041" y="472"/>
                </a:lnTo>
                <a:cubicBezTo>
                  <a:pt x="8041" y="481"/>
                  <a:pt x="8040" y="491"/>
                  <a:pt x="8038" y="500"/>
                </a:cubicBezTo>
                <a:cubicBezTo>
                  <a:pt x="8037" y="509"/>
                  <a:pt x="8034" y="518"/>
                  <a:pt x="8030" y="526"/>
                </a:cubicBezTo>
                <a:cubicBezTo>
                  <a:pt x="8027" y="535"/>
                  <a:pt x="8022" y="543"/>
                  <a:pt x="8017" y="551"/>
                </a:cubicBezTo>
                <a:cubicBezTo>
                  <a:pt x="8012" y="559"/>
                  <a:pt x="8006" y="566"/>
                  <a:pt x="8000" y="572"/>
                </a:cubicBezTo>
                <a:cubicBezTo>
                  <a:pt x="7993" y="579"/>
                  <a:pt x="7986" y="585"/>
                  <a:pt x="7978" y="590"/>
                </a:cubicBezTo>
                <a:cubicBezTo>
                  <a:pt x="7970" y="595"/>
                  <a:pt x="7962" y="600"/>
                  <a:pt x="7954" y="603"/>
                </a:cubicBezTo>
                <a:cubicBezTo>
                  <a:pt x="7945" y="608"/>
                  <a:pt x="7936" y="610"/>
                  <a:pt x="7927" y="612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2"/>
                </a:cubicBezTo>
                <a:cubicBezTo>
                  <a:pt x="105" y="610"/>
                  <a:pt x="96" y="608"/>
                  <a:pt x="88" y="603"/>
                </a:cubicBezTo>
                <a:cubicBezTo>
                  <a:pt x="79" y="600"/>
                  <a:pt x="71" y="595"/>
                  <a:pt x="63" y="590"/>
                </a:cubicBezTo>
                <a:cubicBezTo>
                  <a:pt x="55" y="585"/>
                  <a:pt x="48" y="579"/>
                  <a:pt x="42" y="572"/>
                </a:cubicBezTo>
                <a:cubicBezTo>
                  <a:pt x="35" y="566"/>
                  <a:pt x="29" y="559"/>
                  <a:pt x="24" y="551"/>
                </a:cubicBezTo>
                <a:cubicBezTo>
                  <a:pt x="19" y="543"/>
                  <a:pt x="14" y="535"/>
                  <a:pt x="11" y="526"/>
                </a:cubicBezTo>
                <a:cubicBezTo>
                  <a:pt x="7" y="518"/>
                  <a:pt x="5" y="509"/>
                  <a:pt x="3" y="500"/>
                </a:cubicBezTo>
                <a:cubicBezTo>
                  <a:pt x="1" y="491"/>
                  <a:pt x="0" y="481"/>
                  <a:pt x="0" y="472"/>
                </a:cubicBezTo>
                <a:lnTo>
                  <a:pt x="0" y="141"/>
                </a:lnTo>
                <a:cubicBezTo>
                  <a:pt x="0" y="132"/>
                  <a:pt x="1" y="123"/>
                  <a:pt x="3" y="114"/>
                </a:cubicBezTo>
                <a:cubicBezTo>
                  <a:pt x="5" y="105"/>
                  <a:pt x="7" y="96"/>
                  <a:pt x="11" y="87"/>
                </a:cubicBezTo>
                <a:cubicBezTo>
                  <a:pt x="14" y="79"/>
                  <a:pt x="19" y="70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8"/>
                  <a:pt x="79" y="14"/>
                  <a:pt x="88" y="10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noFill/>
          <a:ln w="8280">
            <a:solidFill>
              <a:srgbClr val="93c5f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181760" y="2327760"/>
            <a:ext cx="421848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92400e"/>
                </a:solidFill>
                <a:effectLst/>
                <a:uFillTx/>
                <a:latin typeface="SegoeUI"/>
                <a:ea typeface="SegoeUI"/>
              </a:rPr>
              <a:t>datasets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2928960" y="2799360"/>
            <a:ext cx="2894760" cy="221760"/>
          </a:xfrm>
          <a:custGeom>
            <a:avLst/>
            <a:gdLst/>
            <a:ahLst/>
            <a:rect l="0" t="0" r="r" b="b"/>
            <a:pathLst>
              <a:path w="8041" h="616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3"/>
                </a:cubicBezTo>
                <a:cubicBezTo>
                  <a:pt x="7936" y="5"/>
                  <a:pt x="7945" y="8"/>
                  <a:pt x="7954" y="11"/>
                </a:cubicBezTo>
                <a:cubicBezTo>
                  <a:pt x="7962" y="15"/>
                  <a:pt x="7970" y="19"/>
                  <a:pt x="7978" y="24"/>
                </a:cubicBezTo>
                <a:cubicBezTo>
                  <a:pt x="7986" y="29"/>
                  <a:pt x="7993" y="35"/>
                  <a:pt x="8000" y="42"/>
                </a:cubicBezTo>
                <a:cubicBezTo>
                  <a:pt x="8006" y="48"/>
                  <a:pt x="8012" y="56"/>
                  <a:pt x="8017" y="63"/>
                </a:cubicBezTo>
                <a:cubicBezTo>
                  <a:pt x="8022" y="71"/>
                  <a:pt x="8027" y="79"/>
                  <a:pt x="8030" y="88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4"/>
                  <a:pt x="8041" y="133"/>
                  <a:pt x="8041" y="142"/>
                </a:cubicBezTo>
                <a:lnTo>
                  <a:pt x="8041" y="473"/>
                </a:lnTo>
                <a:cubicBezTo>
                  <a:pt x="8041" y="482"/>
                  <a:pt x="8040" y="491"/>
                  <a:pt x="8038" y="500"/>
                </a:cubicBezTo>
                <a:cubicBezTo>
                  <a:pt x="8037" y="510"/>
                  <a:pt x="8034" y="519"/>
                  <a:pt x="8030" y="528"/>
                </a:cubicBezTo>
                <a:cubicBezTo>
                  <a:pt x="8027" y="537"/>
                  <a:pt x="8022" y="545"/>
                  <a:pt x="8017" y="553"/>
                </a:cubicBezTo>
                <a:cubicBezTo>
                  <a:pt x="8012" y="560"/>
                  <a:pt x="8006" y="567"/>
                  <a:pt x="8000" y="574"/>
                </a:cubicBezTo>
                <a:cubicBezTo>
                  <a:pt x="7993" y="581"/>
                  <a:pt x="7986" y="587"/>
                  <a:pt x="7978" y="592"/>
                </a:cubicBezTo>
                <a:cubicBezTo>
                  <a:pt x="7970" y="597"/>
                  <a:pt x="7962" y="601"/>
                  <a:pt x="7954" y="605"/>
                </a:cubicBezTo>
                <a:cubicBezTo>
                  <a:pt x="7945" y="608"/>
                  <a:pt x="7936" y="611"/>
                  <a:pt x="7927" y="613"/>
                </a:cubicBezTo>
                <a:cubicBezTo>
                  <a:pt x="7918" y="615"/>
                  <a:pt x="7909" y="616"/>
                  <a:pt x="7899" y="616"/>
                </a:cubicBezTo>
                <a:lnTo>
                  <a:pt x="142" y="616"/>
                </a:lnTo>
                <a:cubicBezTo>
                  <a:pt x="133" y="616"/>
                  <a:pt x="123" y="615"/>
                  <a:pt x="114" y="613"/>
                </a:cubicBezTo>
                <a:cubicBezTo>
                  <a:pt x="105" y="611"/>
                  <a:pt x="96" y="608"/>
                  <a:pt x="88" y="605"/>
                </a:cubicBezTo>
                <a:cubicBezTo>
                  <a:pt x="79" y="601"/>
                  <a:pt x="71" y="597"/>
                  <a:pt x="63" y="592"/>
                </a:cubicBezTo>
                <a:cubicBezTo>
                  <a:pt x="55" y="587"/>
                  <a:pt x="48" y="581"/>
                  <a:pt x="42" y="574"/>
                </a:cubicBezTo>
                <a:cubicBezTo>
                  <a:pt x="35" y="567"/>
                  <a:pt x="29" y="560"/>
                  <a:pt x="24" y="553"/>
                </a:cubicBezTo>
                <a:cubicBezTo>
                  <a:pt x="19" y="545"/>
                  <a:pt x="14" y="537"/>
                  <a:pt x="11" y="528"/>
                </a:cubicBezTo>
                <a:cubicBezTo>
                  <a:pt x="7" y="519"/>
                  <a:pt x="5" y="510"/>
                  <a:pt x="3" y="500"/>
                </a:cubicBezTo>
                <a:cubicBezTo>
                  <a:pt x="1" y="491"/>
                  <a:pt x="0" y="482"/>
                  <a:pt x="0" y="473"/>
                </a:cubicBezTo>
                <a:lnTo>
                  <a:pt x="0" y="142"/>
                </a:lnTo>
                <a:cubicBezTo>
                  <a:pt x="0" y="133"/>
                  <a:pt x="1" y="124"/>
                  <a:pt x="3" y="114"/>
                </a:cubicBezTo>
                <a:cubicBezTo>
                  <a:pt x="5" y="105"/>
                  <a:pt x="7" y="96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8" y="11"/>
                </a:cubicBezTo>
                <a:cubicBezTo>
                  <a:pt x="96" y="8"/>
                  <a:pt x="105" y="5"/>
                  <a:pt x="114" y="3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2928960" y="2799360"/>
            <a:ext cx="2894760" cy="221760"/>
          </a:xfrm>
          <a:custGeom>
            <a:avLst/>
            <a:gdLst/>
            <a:ahLst/>
            <a:rect l="0" t="0" r="r" b="b"/>
            <a:pathLst>
              <a:path w="8041" h="616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3"/>
                </a:cubicBezTo>
                <a:cubicBezTo>
                  <a:pt x="7936" y="5"/>
                  <a:pt x="7945" y="8"/>
                  <a:pt x="7954" y="11"/>
                </a:cubicBezTo>
                <a:cubicBezTo>
                  <a:pt x="7962" y="15"/>
                  <a:pt x="7970" y="19"/>
                  <a:pt x="7978" y="24"/>
                </a:cubicBezTo>
                <a:cubicBezTo>
                  <a:pt x="7986" y="29"/>
                  <a:pt x="7993" y="35"/>
                  <a:pt x="8000" y="42"/>
                </a:cubicBezTo>
                <a:cubicBezTo>
                  <a:pt x="8006" y="48"/>
                  <a:pt x="8012" y="56"/>
                  <a:pt x="8017" y="63"/>
                </a:cubicBezTo>
                <a:cubicBezTo>
                  <a:pt x="8022" y="71"/>
                  <a:pt x="8027" y="79"/>
                  <a:pt x="8030" y="88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4"/>
                  <a:pt x="8041" y="133"/>
                  <a:pt x="8041" y="142"/>
                </a:cubicBezTo>
                <a:lnTo>
                  <a:pt x="8041" y="473"/>
                </a:lnTo>
                <a:cubicBezTo>
                  <a:pt x="8041" y="482"/>
                  <a:pt x="8040" y="491"/>
                  <a:pt x="8038" y="500"/>
                </a:cubicBezTo>
                <a:cubicBezTo>
                  <a:pt x="8037" y="510"/>
                  <a:pt x="8034" y="519"/>
                  <a:pt x="8030" y="528"/>
                </a:cubicBezTo>
                <a:cubicBezTo>
                  <a:pt x="8027" y="537"/>
                  <a:pt x="8022" y="545"/>
                  <a:pt x="8017" y="553"/>
                </a:cubicBezTo>
                <a:cubicBezTo>
                  <a:pt x="8012" y="560"/>
                  <a:pt x="8006" y="567"/>
                  <a:pt x="8000" y="574"/>
                </a:cubicBezTo>
                <a:cubicBezTo>
                  <a:pt x="7993" y="581"/>
                  <a:pt x="7986" y="587"/>
                  <a:pt x="7978" y="592"/>
                </a:cubicBezTo>
                <a:cubicBezTo>
                  <a:pt x="7970" y="597"/>
                  <a:pt x="7962" y="601"/>
                  <a:pt x="7954" y="605"/>
                </a:cubicBezTo>
                <a:cubicBezTo>
                  <a:pt x="7945" y="608"/>
                  <a:pt x="7936" y="611"/>
                  <a:pt x="7927" y="613"/>
                </a:cubicBezTo>
                <a:cubicBezTo>
                  <a:pt x="7918" y="615"/>
                  <a:pt x="7909" y="616"/>
                  <a:pt x="7899" y="616"/>
                </a:cubicBezTo>
                <a:lnTo>
                  <a:pt x="142" y="616"/>
                </a:lnTo>
                <a:cubicBezTo>
                  <a:pt x="133" y="616"/>
                  <a:pt x="123" y="615"/>
                  <a:pt x="114" y="613"/>
                </a:cubicBezTo>
                <a:cubicBezTo>
                  <a:pt x="105" y="611"/>
                  <a:pt x="96" y="608"/>
                  <a:pt x="88" y="605"/>
                </a:cubicBezTo>
                <a:cubicBezTo>
                  <a:pt x="79" y="601"/>
                  <a:pt x="71" y="597"/>
                  <a:pt x="63" y="592"/>
                </a:cubicBezTo>
                <a:cubicBezTo>
                  <a:pt x="55" y="587"/>
                  <a:pt x="48" y="581"/>
                  <a:pt x="42" y="574"/>
                </a:cubicBezTo>
                <a:cubicBezTo>
                  <a:pt x="35" y="567"/>
                  <a:pt x="29" y="560"/>
                  <a:pt x="24" y="553"/>
                </a:cubicBezTo>
                <a:cubicBezTo>
                  <a:pt x="19" y="545"/>
                  <a:pt x="14" y="537"/>
                  <a:pt x="11" y="528"/>
                </a:cubicBezTo>
                <a:cubicBezTo>
                  <a:pt x="7" y="519"/>
                  <a:pt x="5" y="510"/>
                  <a:pt x="3" y="500"/>
                </a:cubicBezTo>
                <a:cubicBezTo>
                  <a:pt x="1" y="491"/>
                  <a:pt x="0" y="482"/>
                  <a:pt x="0" y="473"/>
                </a:cubicBezTo>
                <a:lnTo>
                  <a:pt x="0" y="142"/>
                </a:lnTo>
                <a:cubicBezTo>
                  <a:pt x="0" y="133"/>
                  <a:pt x="1" y="124"/>
                  <a:pt x="3" y="114"/>
                </a:cubicBezTo>
                <a:cubicBezTo>
                  <a:pt x="5" y="105"/>
                  <a:pt x="7" y="96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8" y="11"/>
                </a:cubicBezTo>
                <a:cubicBezTo>
                  <a:pt x="96" y="8"/>
                  <a:pt x="105" y="5"/>
                  <a:pt x="114" y="3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noFill/>
          <a:ln w="8280">
            <a:solidFill>
              <a:srgbClr val="93c5f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836520" y="2582640"/>
            <a:ext cx="1170288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1e40af"/>
                </a:solidFill>
                <a:effectLst/>
                <a:uFillTx/>
                <a:latin typeface="SegoeUI"/>
                <a:ea typeface="SegoeUI"/>
              </a:rPr>
              <a:t>video decode / encode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2928960" y="305460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3"/>
                </a:cubicBezTo>
                <a:cubicBezTo>
                  <a:pt x="7936" y="5"/>
                  <a:pt x="7945" y="7"/>
                  <a:pt x="7954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6" y="29"/>
                  <a:pt x="7993" y="35"/>
                  <a:pt x="8000" y="42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1"/>
                  <a:pt x="8027" y="79"/>
                  <a:pt x="8030" y="88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3"/>
                  <a:pt x="8041" y="133"/>
                  <a:pt x="8041" y="142"/>
                </a:cubicBezTo>
                <a:lnTo>
                  <a:pt x="8041" y="474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7" y="510"/>
                  <a:pt x="8034" y="519"/>
                  <a:pt x="8030" y="528"/>
                </a:cubicBezTo>
                <a:cubicBezTo>
                  <a:pt x="8027" y="536"/>
                  <a:pt x="8022" y="545"/>
                  <a:pt x="8017" y="552"/>
                </a:cubicBezTo>
                <a:cubicBezTo>
                  <a:pt x="8012" y="560"/>
                  <a:pt x="8006" y="567"/>
                  <a:pt x="8000" y="574"/>
                </a:cubicBezTo>
                <a:cubicBezTo>
                  <a:pt x="7993" y="580"/>
                  <a:pt x="7986" y="586"/>
                  <a:pt x="7978" y="591"/>
                </a:cubicBezTo>
                <a:cubicBezTo>
                  <a:pt x="7970" y="597"/>
                  <a:pt x="7962" y="601"/>
                  <a:pt x="7954" y="604"/>
                </a:cubicBezTo>
                <a:cubicBezTo>
                  <a:pt x="7945" y="608"/>
                  <a:pt x="7936" y="611"/>
                  <a:pt x="7927" y="613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3"/>
                </a:cubicBezTo>
                <a:cubicBezTo>
                  <a:pt x="105" y="611"/>
                  <a:pt x="96" y="608"/>
                  <a:pt x="88" y="604"/>
                </a:cubicBezTo>
                <a:cubicBezTo>
                  <a:pt x="79" y="601"/>
                  <a:pt x="71" y="597"/>
                  <a:pt x="63" y="591"/>
                </a:cubicBezTo>
                <a:cubicBezTo>
                  <a:pt x="55" y="586"/>
                  <a:pt x="48" y="580"/>
                  <a:pt x="42" y="574"/>
                </a:cubicBezTo>
                <a:cubicBezTo>
                  <a:pt x="35" y="567"/>
                  <a:pt x="29" y="560"/>
                  <a:pt x="24" y="552"/>
                </a:cubicBezTo>
                <a:cubicBezTo>
                  <a:pt x="19" y="545"/>
                  <a:pt x="14" y="536"/>
                  <a:pt x="11" y="528"/>
                </a:cubicBezTo>
                <a:cubicBezTo>
                  <a:pt x="7" y="519"/>
                  <a:pt x="5" y="510"/>
                  <a:pt x="3" y="501"/>
                </a:cubicBezTo>
                <a:cubicBezTo>
                  <a:pt x="1" y="492"/>
                  <a:pt x="0" y="483"/>
                  <a:pt x="0" y="474"/>
                </a:cubicBezTo>
                <a:lnTo>
                  <a:pt x="0" y="142"/>
                </a:lnTo>
                <a:cubicBezTo>
                  <a:pt x="0" y="133"/>
                  <a:pt x="1" y="123"/>
                  <a:pt x="3" y="114"/>
                </a:cubicBezTo>
                <a:cubicBezTo>
                  <a:pt x="5" y="105"/>
                  <a:pt x="7" y="96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4"/>
                  <a:pt x="88" y="11"/>
                </a:cubicBezTo>
                <a:cubicBezTo>
                  <a:pt x="96" y="7"/>
                  <a:pt x="105" y="5"/>
                  <a:pt x="114" y="3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928960" y="305460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3"/>
                </a:cubicBezTo>
                <a:cubicBezTo>
                  <a:pt x="7936" y="5"/>
                  <a:pt x="7945" y="7"/>
                  <a:pt x="7954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6" y="29"/>
                  <a:pt x="7993" y="35"/>
                  <a:pt x="8000" y="42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1"/>
                  <a:pt x="8027" y="79"/>
                  <a:pt x="8030" y="88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3"/>
                  <a:pt x="8041" y="133"/>
                  <a:pt x="8041" y="142"/>
                </a:cubicBezTo>
                <a:lnTo>
                  <a:pt x="8041" y="474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7" y="510"/>
                  <a:pt x="8034" y="519"/>
                  <a:pt x="8030" y="528"/>
                </a:cubicBezTo>
                <a:cubicBezTo>
                  <a:pt x="8027" y="536"/>
                  <a:pt x="8022" y="545"/>
                  <a:pt x="8017" y="552"/>
                </a:cubicBezTo>
                <a:cubicBezTo>
                  <a:pt x="8012" y="560"/>
                  <a:pt x="8006" y="567"/>
                  <a:pt x="8000" y="574"/>
                </a:cubicBezTo>
                <a:cubicBezTo>
                  <a:pt x="7993" y="580"/>
                  <a:pt x="7986" y="586"/>
                  <a:pt x="7978" y="591"/>
                </a:cubicBezTo>
                <a:cubicBezTo>
                  <a:pt x="7970" y="597"/>
                  <a:pt x="7962" y="601"/>
                  <a:pt x="7954" y="604"/>
                </a:cubicBezTo>
                <a:cubicBezTo>
                  <a:pt x="7945" y="608"/>
                  <a:pt x="7936" y="611"/>
                  <a:pt x="7927" y="613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3"/>
                </a:cubicBezTo>
                <a:cubicBezTo>
                  <a:pt x="105" y="611"/>
                  <a:pt x="96" y="608"/>
                  <a:pt x="88" y="604"/>
                </a:cubicBezTo>
                <a:cubicBezTo>
                  <a:pt x="79" y="601"/>
                  <a:pt x="71" y="597"/>
                  <a:pt x="63" y="591"/>
                </a:cubicBezTo>
                <a:cubicBezTo>
                  <a:pt x="55" y="586"/>
                  <a:pt x="48" y="580"/>
                  <a:pt x="42" y="574"/>
                </a:cubicBezTo>
                <a:cubicBezTo>
                  <a:pt x="35" y="567"/>
                  <a:pt x="29" y="560"/>
                  <a:pt x="24" y="552"/>
                </a:cubicBezTo>
                <a:cubicBezTo>
                  <a:pt x="19" y="545"/>
                  <a:pt x="14" y="536"/>
                  <a:pt x="11" y="528"/>
                </a:cubicBezTo>
                <a:cubicBezTo>
                  <a:pt x="7" y="519"/>
                  <a:pt x="5" y="510"/>
                  <a:pt x="3" y="501"/>
                </a:cubicBezTo>
                <a:cubicBezTo>
                  <a:pt x="1" y="492"/>
                  <a:pt x="0" y="483"/>
                  <a:pt x="0" y="474"/>
                </a:cubicBezTo>
                <a:lnTo>
                  <a:pt x="0" y="142"/>
                </a:lnTo>
                <a:cubicBezTo>
                  <a:pt x="0" y="133"/>
                  <a:pt x="1" y="123"/>
                  <a:pt x="3" y="114"/>
                </a:cubicBezTo>
                <a:cubicBezTo>
                  <a:pt x="5" y="105"/>
                  <a:pt x="7" y="96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4"/>
                  <a:pt x="88" y="11"/>
                </a:cubicBezTo>
                <a:cubicBezTo>
                  <a:pt x="96" y="7"/>
                  <a:pt x="105" y="5"/>
                  <a:pt x="114" y="3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820320" y="2837880"/>
            <a:ext cx="1205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1e40af"/>
                </a:solidFill>
                <a:effectLst/>
                <a:uFillTx/>
                <a:latin typeface="SegoeUI"/>
                <a:ea typeface="SegoeUI"/>
              </a:rPr>
              <a:t>image decode / encode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2928960" y="33098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2"/>
                </a:cubicBezTo>
                <a:cubicBezTo>
                  <a:pt x="7936" y="4"/>
                  <a:pt x="7945" y="7"/>
                  <a:pt x="7954" y="11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6" y="29"/>
                  <a:pt x="7993" y="35"/>
                  <a:pt x="8000" y="41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1"/>
                  <a:pt x="8027" y="79"/>
                  <a:pt x="8030" y="87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3"/>
                  <a:pt x="8041" y="132"/>
                  <a:pt x="8041" y="142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7" y="510"/>
                  <a:pt x="8034" y="519"/>
                  <a:pt x="8030" y="527"/>
                </a:cubicBezTo>
                <a:cubicBezTo>
                  <a:pt x="8027" y="536"/>
                  <a:pt x="8022" y="544"/>
                  <a:pt x="8017" y="552"/>
                </a:cubicBezTo>
                <a:cubicBezTo>
                  <a:pt x="8012" y="560"/>
                  <a:pt x="8006" y="567"/>
                  <a:pt x="8000" y="573"/>
                </a:cubicBezTo>
                <a:cubicBezTo>
                  <a:pt x="7993" y="580"/>
                  <a:pt x="7986" y="586"/>
                  <a:pt x="7978" y="591"/>
                </a:cubicBezTo>
                <a:cubicBezTo>
                  <a:pt x="7970" y="596"/>
                  <a:pt x="7962" y="601"/>
                  <a:pt x="7954" y="604"/>
                </a:cubicBezTo>
                <a:cubicBezTo>
                  <a:pt x="7945" y="608"/>
                  <a:pt x="7936" y="610"/>
                  <a:pt x="7927" y="612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2"/>
                </a:cubicBezTo>
                <a:cubicBezTo>
                  <a:pt x="105" y="610"/>
                  <a:pt x="96" y="608"/>
                  <a:pt x="88" y="604"/>
                </a:cubicBezTo>
                <a:cubicBezTo>
                  <a:pt x="79" y="601"/>
                  <a:pt x="71" y="596"/>
                  <a:pt x="63" y="591"/>
                </a:cubicBezTo>
                <a:cubicBezTo>
                  <a:pt x="55" y="586"/>
                  <a:pt x="48" y="580"/>
                  <a:pt x="42" y="573"/>
                </a:cubicBezTo>
                <a:cubicBezTo>
                  <a:pt x="35" y="567"/>
                  <a:pt x="29" y="560"/>
                  <a:pt x="24" y="552"/>
                </a:cubicBezTo>
                <a:cubicBezTo>
                  <a:pt x="19" y="544"/>
                  <a:pt x="14" y="536"/>
                  <a:pt x="11" y="527"/>
                </a:cubicBezTo>
                <a:cubicBezTo>
                  <a:pt x="7" y="519"/>
                  <a:pt x="5" y="510"/>
                  <a:pt x="3" y="501"/>
                </a:cubicBezTo>
                <a:cubicBezTo>
                  <a:pt x="1" y="492"/>
                  <a:pt x="0" y="483"/>
                  <a:pt x="0" y="473"/>
                </a:cubicBezTo>
                <a:lnTo>
                  <a:pt x="0" y="142"/>
                </a:lnTo>
                <a:cubicBezTo>
                  <a:pt x="0" y="132"/>
                  <a:pt x="1" y="123"/>
                  <a:pt x="3" y="114"/>
                </a:cubicBezTo>
                <a:cubicBezTo>
                  <a:pt x="5" y="105"/>
                  <a:pt x="7" y="96"/>
                  <a:pt x="11" y="87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8"/>
                  <a:pt x="79" y="14"/>
                  <a:pt x="88" y="11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solidFill>
            <a:srgbClr val="fef3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2928960" y="33098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2" y="0"/>
                </a:moveTo>
                <a:lnTo>
                  <a:pt x="7899" y="0"/>
                </a:lnTo>
                <a:cubicBezTo>
                  <a:pt x="7909" y="0"/>
                  <a:pt x="7918" y="1"/>
                  <a:pt x="7927" y="2"/>
                </a:cubicBezTo>
                <a:cubicBezTo>
                  <a:pt x="7936" y="4"/>
                  <a:pt x="7945" y="7"/>
                  <a:pt x="7954" y="11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6" y="29"/>
                  <a:pt x="7993" y="35"/>
                  <a:pt x="8000" y="41"/>
                </a:cubicBezTo>
                <a:cubicBezTo>
                  <a:pt x="8006" y="48"/>
                  <a:pt x="8012" y="55"/>
                  <a:pt x="8017" y="63"/>
                </a:cubicBezTo>
                <a:cubicBezTo>
                  <a:pt x="8022" y="71"/>
                  <a:pt x="8027" y="79"/>
                  <a:pt x="8030" y="87"/>
                </a:cubicBezTo>
                <a:cubicBezTo>
                  <a:pt x="8034" y="96"/>
                  <a:pt x="8037" y="105"/>
                  <a:pt x="8038" y="114"/>
                </a:cubicBezTo>
                <a:cubicBezTo>
                  <a:pt x="8040" y="123"/>
                  <a:pt x="8041" y="132"/>
                  <a:pt x="8041" y="142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7" y="510"/>
                  <a:pt x="8034" y="519"/>
                  <a:pt x="8030" y="527"/>
                </a:cubicBezTo>
                <a:cubicBezTo>
                  <a:pt x="8027" y="536"/>
                  <a:pt x="8022" y="544"/>
                  <a:pt x="8017" y="552"/>
                </a:cubicBezTo>
                <a:cubicBezTo>
                  <a:pt x="8012" y="560"/>
                  <a:pt x="8006" y="567"/>
                  <a:pt x="8000" y="573"/>
                </a:cubicBezTo>
                <a:cubicBezTo>
                  <a:pt x="7993" y="580"/>
                  <a:pt x="7986" y="586"/>
                  <a:pt x="7978" y="591"/>
                </a:cubicBezTo>
                <a:cubicBezTo>
                  <a:pt x="7970" y="596"/>
                  <a:pt x="7962" y="601"/>
                  <a:pt x="7954" y="604"/>
                </a:cubicBezTo>
                <a:cubicBezTo>
                  <a:pt x="7945" y="608"/>
                  <a:pt x="7936" y="610"/>
                  <a:pt x="7927" y="612"/>
                </a:cubicBezTo>
                <a:cubicBezTo>
                  <a:pt x="7918" y="614"/>
                  <a:pt x="7909" y="615"/>
                  <a:pt x="7899" y="615"/>
                </a:cubicBezTo>
                <a:lnTo>
                  <a:pt x="142" y="615"/>
                </a:lnTo>
                <a:cubicBezTo>
                  <a:pt x="133" y="615"/>
                  <a:pt x="123" y="614"/>
                  <a:pt x="114" y="612"/>
                </a:cubicBezTo>
                <a:cubicBezTo>
                  <a:pt x="105" y="610"/>
                  <a:pt x="96" y="608"/>
                  <a:pt x="88" y="604"/>
                </a:cubicBezTo>
                <a:cubicBezTo>
                  <a:pt x="79" y="601"/>
                  <a:pt x="71" y="596"/>
                  <a:pt x="63" y="591"/>
                </a:cubicBezTo>
                <a:cubicBezTo>
                  <a:pt x="55" y="586"/>
                  <a:pt x="48" y="580"/>
                  <a:pt x="42" y="573"/>
                </a:cubicBezTo>
                <a:cubicBezTo>
                  <a:pt x="35" y="567"/>
                  <a:pt x="29" y="560"/>
                  <a:pt x="24" y="552"/>
                </a:cubicBezTo>
                <a:cubicBezTo>
                  <a:pt x="19" y="544"/>
                  <a:pt x="14" y="536"/>
                  <a:pt x="11" y="527"/>
                </a:cubicBezTo>
                <a:cubicBezTo>
                  <a:pt x="7" y="519"/>
                  <a:pt x="5" y="510"/>
                  <a:pt x="3" y="501"/>
                </a:cubicBezTo>
                <a:cubicBezTo>
                  <a:pt x="1" y="492"/>
                  <a:pt x="0" y="483"/>
                  <a:pt x="0" y="473"/>
                </a:cubicBezTo>
                <a:lnTo>
                  <a:pt x="0" y="142"/>
                </a:lnTo>
                <a:cubicBezTo>
                  <a:pt x="0" y="132"/>
                  <a:pt x="1" y="123"/>
                  <a:pt x="3" y="114"/>
                </a:cubicBezTo>
                <a:cubicBezTo>
                  <a:pt x="5" y="105"/>
                  <a:pt x="7" y="96"/>
                  <a:pt x="11" y="87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8"/>
                  <a:pt x="79" y="14"/>
                  <a:pt x="88" y="11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3" y="0"/>
                  <a:pt x="142" y="0"/>
                </a:cubicBezTo>
                <a:close/>
              </a:path>
            </a:pathLst>
          </a:custGeom>
          <a:noFill/>
          <a:ln w="8280">
            <a:solidFill>
              <a:srgbClr val="fcd34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125240" y="3093120"/>
            <a:ext cx="5443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transforms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198120" y="1965960"/>
            <a:ext cx="3235320" cy="1667160"/>
          </a:xfrm>
          <a:custGeom>
            <a:avLst/>
            <a:gdLst/>
            <a:ahLst/>
            <a:rect l="0" t="0" r="r" b="b"/>
            <a:pathLst>
              <a:path w="8987" h="4631">
                <a:moveTo>
                  <a:pt x="236" y="0"/>
                </a:moveTo>
                <a:lnTo>
                  <a:pt x="8750" y="0"/>
                </a:lnTo>
                <a:cubicBezTo>
                  <a:pt x="8766" y="0"/>
                  <a:pt x="8781" y="2"/>
                  <a:pt x="8796" y="5"/>
                </a:cubicBezTo>
                <a:cubicBezTo>
                  <a:pt x="8811" y="8"/>
                  <a:pt x="8826" y="12"/>
                  <a:pt x="8841" y="18"/>
                </a:cubicBezTo>
                <a:cubicBezTo>
                  <a:pt x="8855" y="24"/>
                  <a:pt x="8868" y="31"/>
                  <a:pt x="8881" y="40"/>
                </a:cubicBezTo>
                <a:cubicBezTo>
                  <a:pt x="8894" y="49"/>
                  <a:pt x="8906" y="58"/>
                  <a:pt x="8917" y="69"/>
                </a:cubicBezTo>
                <a:cubicBezTo>
                  <a:pt x="8928" y="80"/>
                  <a:pt x="8938" y="92"/>
                  <a:pt x="8947" y="105"/>
                </a:cubicBezTo>
                <a:cubicBezTo>
                  <a:pt x="8955" y="118"/>
                  <a:pt x="8963" y="132"/>
                  <a:pt x="8969" y="146"/>
                </a:cubicBezTo>
                <a:cubicBezTo>
                  <a:pt x="8974" y="160"/>
                  <a:pt x="8979" y="175"/>
                  <a:pt x="8982" y="190"/>
                </a:cubicBezTo>
                <a:cubicBezTo>
                  <a:pt x="8985" y="206"/>
                  <a:pt x="8987" y="221"/>
                  <a:pt x="8987" y="237"/>
                </a:cubicBezTo>
                <a:lnTo>
                  <a:pt x="8987" y="4395"/>
                </a:lnTo>
                <a:cubicBezTo>
                  <a:pt x="8987" y="4411"/>
                  <a:pt x="8985" y="4426"/>
                  <a:pt x="8982" y="4441"/>
                </a:cubicBezTo>
                <a:cubicBezTo>
                  <a:pt x="8979" y="4457"/>
                  <a:pt x="8974" y="4471"/>
                  <a:pt x="8969" y="4486"/>
                </a:cubicBezTo>
                <a:cubicBezTo>
                  <a:pt x="8963" y="4500"/>
                  <a:pt x="8955" y="4514"/>
                  <a:pt x="8947" y="4526"/>
                </a:cubicBezTo>
                <a:cubicBezTo>
                  <a:pt x="8938" y="4539"/>
                  <a:pt x="8928" y="4551"/>
                  <a:pt x="8917" y="4562"/>
                </a:cubicBezTo>
                <a:cubicBezTo>
                  <a:pt x="8906" y="4573"/>
                  <a:pt x="8894" y="4583"/>
                  <a:pt x="8881" y="4592"/>
                </a:cubicBezTo>
                <a:cubicBezTo>
                  <a:pt x="8868" y="4600"/>
                  <a:pt x="8855" y="4608"/>
                  <a:pt x="8841" y="4613"/>
                </a:cubicBezTo>
                <a:cubicBezTo>
                  <a:pt x="8826" y="4619"/>
                  <a:pt x="8811" y="4624"/>
                  <a:pt x="8796" y="4627"/>
                </a:cubicBezTo>
                <a:cubicBezTo>
                  <a:pt x="8781" y="4630"/>
                  <a:pt x="8766" y="4631"/>
                  <a:pt x="8750" y="4631"/>
                </a:cubicBezTo>
                <a:lnTo>
                  <a:pt x="236" y="4631"/>
                </a:lnTo>
                <a:cubicBezTo>
                  <a:pt x="221" y="4631"/>
                  <a:pt x="205" y="4630"/>
                  <a:pt x="190" y="4627"/>
                </a:cubicBezTo>
                <a:cubicBezTo>
                  <a:pt x="175" y="4624"/>
                  <a:pt x="160" y="4619"/>
                  <a:pt x="146" y="4613"/>
                </a:cubicBezTo>
                <a:cubicBezTo>
                  <a:pt x="131" y="4608"/>
                  <a:pt x="118" y="4600"/>
                  <a:pt x="105" y="4592"/>
                </a:cubicBezTo>
                <a:cubicBezTo>
                  <a:pt x="92" y="4583"/>
                  <a:pt x="80" y="4573"/>
                  <a:pt x="69" y="4562"/>
                </a:cubicBezTo>
                <a:cubicBezTo>
                  <a:pt x="58" y="4551"/>
                  <a:pt x="48" y="4539"/>
                  <a:pt x="39" y="4526"/>
                </a:cubicBezTo>
                <a:cubicBezTo>
                  <a:pt x="31" y="4514"/>
                  <a:pt x="24" y="4500"/>
                  <a:pt x="18" y="4486"/>
                </a:cubicBezTo>
                <a:cubicBezTo>
                  <a:pt x="12" y="4471"/>
                  <a:pt x="7" y="4457"/>
                  <a:pt x="4" y="4441"/>
                </a:cubicBezTo>
                <a:cubicBezTo>
                  <a:pt x="1" y="4426"/>
                  <a:pt x="0" y="4411"/>
                  <a:pt x="0" y="4395"/>
                </a:cubicBezTo>
                <a:lnTo>
                  <a:pt x="0" y="237"/>
                </a:lnTo>
                <a:cubicBezTo>
                  <a:pt x="0" y="221"/>
                  <a:pt x="1" y="206"/>
                  <a:pt x="4" y="190"/>
                </a:cubicBezTo>
                <a:cubicBezTo>
                  <a:pt x="7" y="175"/>
                  <a:pt x="12" y="160"/>
                  <a:pt x="18" y="146"/>
                </a:cubicBezTo>
                <a:cubicBezTo>
                  <a:pt x="24" y="132"/>
                  <a:pt x="31" y="118"/>
                  <a:pt x="39" y="105"/>
                </a:cubicBezTo>
                <a:cubicBezTo>
                  <a:pt x="48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198120" y="1965960"/>
            <a:ext cx="3235320" cy="1667160"/>
          </a:xfrm>
          <a:custGeom>
            <a:avLst/>
            <a:gdLst/>
            <a:ahLst/>
            <a:rect l="0" t="0" r="r" b="b"/>
            <a:pathLst>
              <a:path w="8987" h="4631">
                <a:moveTo>
                  <a:pt x="236" y="0"/>
                </a:moveTo>
                <a:lnTo>
                  <a:pt x="8750" y="0"/>
                </a:lnTo>
                <a:cubicBezTo>
                  <a:pt x="8766" y="0"/>
                  <a:pt x="8781" y="2"/>
                  <a:pt x="8796" y="5"/>
                </a:cubicBezTo>
                <a:cubicBezTo>
                  <a:pt x="8811" y="8"/>
                  <a:pt x="8826" y="12"/>
                  <a:pt x="8841" y="18"/>
                </a:cubicBezTo>
                <a:cubicBezTo>
                  <a:pt x="8855" y="24"/>
                  <a:pt x="8868" y="31"/>
                  <a:pt x="8881" y="40"/>
                </a:cubicBezTo>
                <a:cubicBezTo>
                  <a:pt x="8894" y="49"/>
                  <a:pt x="8906" y="58"/>
                  <a:pt x="8917" y="69"/>
                </a:cubicBezTo>
                <a:cubicBezTo>
                  <a:pt x="8928" y="80"/>
                  <a:pt x="8938" y="92"/>
                  <a:pt x="8947" y="105"/>
                </a:cubicBezTo>
                <a:cubicBezTo>
                  <a:pt x="8955" y="118"/>
                  <a:pt x="8963" y="132"/>
                  <a:pt x="8969" y="146"/>
                </a:cubicBezTo>
                <a:cubicBezTo>
                  <a:pt x="8974" y="160"/>
                  <a:pt x="8979" y="175"/>
                  <a:pt x="8982" y="190"/>
                </a:cubicBezTo>
                <a:cubicBezTo>
                  <a:pt x="8985" y="206"/>
                  <a:pt x="8987" y="221"/>
                  <a:pt x="8987" y="237"/>
                </a:cubicBezTo>
                <a:lnTo>
                  <a:pt x="8987" y="4395"/>
                </a:lnTo>
                <a:cubicBezTo>
                  <a:pt x="8987" y="4411"/>
                  <a:pt x="8985" y="4426"/>
                  <a:pt x="8982" y="4441"/>
                </a:cubicBezTo>
                <a:cubicBezTo>
                  <a:pt x="8979" y="4457"/>
                  <a:pt x="8974" y="4471"/>
                  <a:pt x="8969" y="4486"/>
                </a:cubicBezTo>
                <a:cubicBezTo>
                  <a:pt x="8963" y="4500"/>
                  <a:pt x="8955" y="4514"/>
                  <a:pt x="8947" y="4526"/>
                </a:cubicBezTo>
                <a:cubicBezTo>
                  <a:pt x="8938" y="4539"/>
                  <a:pt x="8928" y="4551"/>
                  <a:pt x="8917" y="4562"/>
                </a:cubicBezTo>
                <a:cubicBezTo>
                  <a:pt x="8906" y="4573"/>
                  <a:pt x="8894" y="4583"/>
                  <a:pt x="8881" y="4592"/>
                </a:cubicBezTo>
                <a:cubicBezTo>
                  <a:pt x="8868" y="4600"/>
                  <a:pt x="8855" y="4608"/>
                  <a:pt x="8841" y="4613"/>
                </a:cubicBezTo>
                <a:cubicBezTo>
                  <a:pt x="8826" y="4619"/>
                  <a:pt x="8811" y="4624"/>
                  <a:pt x="8796" y="4627"/>
                </a:cubicBezTo>
                <a:cubicBezTo>
                  <a:pt x="8781" y="4630"/>
                  <a:pt x="8766" y="4631"/>
                  <a:pt x="8750" y="4631"/>
                </a:cubicBezTo>
                <a:lnTo>
                  <a:pt x="236" y="4631"/>
                </a:lnTo>
                <a:cubicBezTo>
                  <a:pt x="221" y="4631"/>
                  <a:pt x="205" y="4630"/>
                  <a:pt x="190" y="4627"/>
                </a:cubicBezTo>
                <a:cubicBezTo>
                  <a:pt x="175" y="4624"/>
                  <a:pt x="160" y="4619"/>
                  <a:pt x="146" y="4613"/>
                </a:cubicBezTo>
                <a:cubicBezTo>
                  <a:pt x="131" y="4608"/>
                  <a:pt x="118" y="4600"/>
                  <a:pt x="105" y="4592"/>
                </a:cubicBezTo>
                <a:cubicBezTo>
                  <a:pt x="92" y="4583"/>
                  <a:pt x="80" y="4573"/>
                  <a:pt x="69" y="4562"/>
                </a:cubicBezTo>
                <a:cubicBezTo>
                  <a:pt x="58" y="4551"/>
                  <a:pt x="48" y="4539"/>
                  <a:pt x="39" y="4526"/>
                </a:cubicBezTo>
                <a:cubicBezTo>
                  <a:pt x="31" y="4514"/>
                  <a:pt x="24" y="4500"/>
                  <a:pt x="18" y="4486"/>
                </a:cubicBezTo>
                <a:cubicBezTo>
                  <a:pt x="12" y="4471"/>
                  <a:pt x="7" y="4457"/>
                  <a:pt x="4" y="4441"/>
                </a:cubicBezTo>
                <a:cubicBezTo>
                  <a:pt x="1" y="4426"/>
                  <a:pt x="0" y="4411"/>
                  <a:pt x="0" y="4395"/>
                </a:cubicBezTo>
                <a:lnTo>
                  <a:pt x="0" y="237"/>
                </a:lnTo>
                <a:cubicBezTo>
                  <a:pt x="0" y="221"/>
                  <a:pt x="1" y="206"/>
                  <a:pt x="4" y="190"/>
                </a:cubicBezTo>
                <a:cubicBezTo>
                  <a:pt x="7" y="175"/>
                  <a:pt x="12" y="160"/>
                  <a:pt x="18" y="146"/>
                </a:cubicBezTo>
                <a:cubicBezTo>
                  <a:pt x="24" y="132"/>
                  <a:pt x="31" y="118"/>
                  <a:pt x="39" y="105"/>
                </a:cubicBezTo>
                <a:cubicBezTo>
                  <a:pt x="48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198120" y="1965960"/>
            <a:ext cx="3235320" cy="255600"/>
          </a:xfrm>
          <a:custGeom>
            <a:avLst/>
            <a:gdLst/>
            <a:ahLst/>
            <a:rect l="0" t="0" r="r" b="b"/>
            <a:pathLst>
              <a:path w="8987" h="710">
                <a:moveTo>
                  <a:pt x="236" y="0"/>
                </a:moveTo>
                <a:lnTo>
                  <a:pt x="8750" y="0"/>
                </a:lnTo>
                <a:cubicBezTo>
                  <a:pt x="8766" y="0"/>
                  <a:pt x="8781" y="2"/>
                  <a:pt x="8796" y="5"/>
                </a:cubicBezTo>
                <a:cubicBezTo>
                  <a:pt x="8811" y="8"/>
                  <a:pt x="8826" y="12"/>
                  <a:pt x="8841" y="18"/>
                </a:cubicBezTo>
                <a:cubicBezTo>
                  <a:pt x="8855" y="24"/>
                  <a:pt x="8868" y="31"/>
                  <a:pt x="8881" y="40"/>
                </a:cubicBezTo>
                <a:cubicBezTo>
                  <a:pt x="8894" y="49"/>
                  <a:pt x="8906" y="58"/>
                  <a:pt x="8917" y="69"/>
                </a:cubicBezTo>
                <a:cubicBezTo>
                  <a:pt x="8928" y="80"/>
                  <a:pt x="8938" y="92"/>
                  <a:pt x="8947" y="105"/>
                </a:cubicBezTo>
                <a:cubicBezTo>
                  <a:pt x="8955" y="118"/>
                  <a:pt x="8963" y="132"/>
                  <a:pt x="8969" y="146"/>
                </a:cubicBezTo>
                <a:cubicBezTo>
                  <a:pt x="8974" y="160"/>
                  <a:pt x="8979" y="175"/>
                  <a:pt x="8982" y="190"/>
                </a:cubicBezTo>
                <a:cubicBezTo>
                  <a:pt x="8985" y="206"/>
                  <a:pt x="8987" y="221"/>
                  <a:pt x="8987" y="237"/>
                </a:cubicBezTo>
                <a:lnTo>
                  <a:pt x="8987" y="473"/>
                </a:lnTo>
                <a:cubicBezTo>
                  <a:pt x="8987" y="488"/>
                  <a:pt x="8985" y="504"/>
                  <a:pt x="8982" y="519"/>
                </a:cubicBezTo>
                <a:cubicBezTo>
                  <a:pt x="8979" y="534"/>
                  <a:pt x="8974" y="549"/>
                  <a:pt x="8969" y="564"/>
                </a:cubicBezTo>
                <a:cubicBezTo>
                  <a:pt x="8963" y="578"/>
                  <a:pt x="8955" y="592"/>
                  <a:pt x="8947" y="605"/>
                </a:cubicBezTo>
                <a:cubicBezTo>
                  <a:pt x="8938" y="618"/>
                  <a:pt x="8928" y="630"/>
                  <a:pt x="8917" y="641"/>
                </a:cubicBezTo>
                <a:cubicBezTo>
                  <a:pt x="8906" y="652"/>
                  <a:pt x="8894" y="662"/>
                  <a:pt x="8881" y="670"/>
                </a:cubicBezTo>
                <a:cubicBezTo>
                  <a:pt x="8868" y="679"/>
                  <a:pt x="8855" y="686"/>
                  <a:pt x="8841" y="692"/>
                </a:cubicBezTo>
                <a:cubicBezTo>
                  <a:pt x="8826" y="698"/>
                  <a:pt x="8811" y="702"/>
                  <a:pt x="8796" y="705"/>
                </a:cubicBezTo>
                <a:cubicBezTo>
                  <a:pt x="8781" y="708"/>
                  <a:pt x="8766" y="710"/>
                  <a:pt x="8750" y="710"/>
                </a:cubicBezTo>
                <a:lnTo>
                  <a:pt x="236" y="710"/>
                </a:lnTo>
                <a:cubicBezTo>
                  <a:pt x="221" y="710"/>
                  <a:pt x="205" y="708"/>
                  <a:pt x="190" y="705"/>
                </a:cubicBezTo>
                <a:cubicBezTo>
                  <a:pt x="175" y="702"/>
                  <a:pt x="160" y="698"/>
                  <a:pt x="146" y="692"/>
                </a:cubicBezTo>
                <a:cubicBezTo>
                  <a:pt x="131" y="686"/>
                  <a:pt x="118" y="679"/>
                  <a:pt x="105" y="670"/>
                </a:cubicBezTo>
                <a:cubicBezTo>
                  <a:pt x="92" y="662"/>
                  <a:pt x="80" y="652"/>
                  <a:pt x="69" y="641"/>
                </a:cubicBezTo>
                <a:cubicBezTo>
                  <a:pt x="58" y="630"/>
                  <a:pt x="48" y="618"/>
                  <a:pt x="39" y="605"/>
                </a:cubicBezTo>
                <a:cubicBezTo>
                  <a:pt x="31" y="592"/>
                  <a:pt x="24" y="578"/>
                  <a:pt x="18" y="564"/>
                </a:cubicBezTo>
                <a:cubicBezTo>
                  <a:pt x="12" y="549"/>
                  <a:pt x="7" y="534"/>
                  <a:pt x="4" y="519"/>
                </a:cubicBezTo>
                <a:cubicBezTo>
                  <a:pt x="1" y="504"/>
                  <a:pt x="0" y="488"/>
                  <a:pt x="0" y="473"/>
                </a:cubicBezTo>
                <a:lnTo>
                  <a:pt x="0" y="237"/>
                </a:lnTo>
                <a:cubicBezTo>
                  <a:pt x="0" y="221"/>
                  <a:pt x="1" y="206"/>
                  <a:pt x="4" y="190"/>
                </a:cubicBezTo>
                <a:cubicBezTo>
                  <a:pt x="7" y="175"/>
                  <a:pt x="12" y="160"/>
                  <a:pt x="18" y="146"/>
                </a:cubicBezTo>
                <a:cubicBezTo>
                  <a:pt x="24" y="132"/>
                  <a:pt x="31" y="118"/>
                  <a:pt x="39" y="105"/>
                </a:cubicBezTo>
                <a:cubicBezTo>
                  <a:pt x="48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6198120" y="2136240"/>
            <a:ext cx="3235320" cy="85320"/>
          </a:xfrm>
          <a:custGeom>
            <a:avLst/>
            <a:gdLst/>
            <a:ahLst/>
            <a:rect l="0" t="0" r="r" b="b"/>
            <a:pathLst>
              <a:path w="8987" h="237">
                <a:moveTo>
                  <a:pt x="0" y="0"/>
                </a:moveTo>
                <a:lnTo>
                  <a:pt x="8987" y="0"/>
                </a:lnTo>
                <a:lnTo>
                  <a:pt x="8987" y="237"/>
                </a:lnTo>
                <a:lnTo>
                  <a:pt x="0" y="237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204800" y="3348360"/>
            <a:ext cx="37247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92400e"/>
                </a:solidFill>
                <a:effectLst/>
                <a:uFillTx/>
                <a:latin typeface="SegoeUI"/>
                <a:ea typeface="SegoeUI"/>
              </a:rPr>
              <a:t>models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368400" y="22892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3"/>
                </a:cubicBezTo>
                <a:cubicBezTo>
                  <a:pt x="7935" y="4"/>
                  <a:pt x="7944" y="7"/>
                  <a:pt x="7953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5" y="29"/>
                  <a:pt x="7992" y="35"/>
                  <a:pt x="7999" y="41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1"/>
                  <a:pt x="8026" y="79"/>
                  <a:pt x="8030" y="87"/>
                </a:cubicBezTo>
                <a:cubicBezTo>
                  <a:pt x="8033" y="97"/>
                  <a:pt x="8036" y="106"/>
                  <a:pt x="8038" y="115"/>
                </a:cubicBezTo>
                <a:cubicBezTo>
                  <a:pt x="8040" y="124"/>
                  <a:pt x="8041" y="133"/>
                  <a:pt x="8041" y="143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6" y="510"/>
                  <a:pt x="8033" y="519"/>
                  <a:pt x="8030" y="528"/>
                </a:cubicBezTo>
                <a:cubicBezTo>
                  <a:pt x="8026" y="536"/>
                  <a:pt x="8022" y="544"/>
                  <a:pt x="8017" y="552"/>
                </a:cubicBezTo>
                <a:cubicBezTo>
                  <a:pt x="8011" y="560"/>
                  <a:pt x="8006" y="567"/>
                  <a:pt x="7999" y="574"/>
                </a:cubicBezTo>
                <a:cubicBezTo>
                  <a:pt x="7992" y="580"/>
                  <a:pt x="7985" y="586"/>
                  <a:pt x="7978" y="591"/>
                </a:cubicBezTo>
                <a:cubicBezTo>
                  <a:pt x="7970" y="596"/>
                  <a:pt x="7962" y="601"/>
                  <a:pt x="7953" y="604"/>
                </a:cubicBezTo>
                <a:cubicBezTo>
                  <a:pt x="7944" y="608"/>
                  <a:pt x="7935" y="611"/>
                  <a:pt x="7926" y="612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2"/>
                </a:cubicBezTo>
                <a:cubicBezTo>
                  <a:pt x="105" y="611"/>
                  <a:pt x="96" y="608"/>
                  <a:pt x="87" y="604"/>
                </a:cubicBezTo>
                <a:cubicBezTo>
                  <a:pt x="79" y="601"/>
                  <a:pt x="70" y="596"/>
                  <a:pt x="63" y="591"/>
                </a:cubicBezTo>
                <a:cubicBezTo>
                  <a:pt x="55" y="586"/>
                  <a:pt x="48" y="580"/>
                  <a:pt x="41" y="574"/>
                </a:cubicBezTo>
                <a:cubicBezTo>
                  <a:pt x="35" y="567"/>
                  <a:pt x="29" y="560"/>
                  <a:pt x="23" y="552"/>
                </a:cubicBezTo>
                <a:cubicBezTo>
                  <a:pt x="18" y="544"/>
                  <a:pt x="14" y="536"/>
                  <a:pt x="10" y="528"/>
                </a:cubicBezTo>
                <a:cubicBezTo>
                  <a:pt x="7" y="519"/>
                  <a:pt x="4" y="510"/>
                  <a:pt x="2" y="501"/>
                </a:cubicBezTo>
                <a:cubicBezTo>
                  <a:pt x="0" y="492"/>
                  <a:pt x="0" y="483"/>
                  <a:pt x="0" y="473"/>
                </a:cubicBezTo>
                <a:lnTo>
                  <a:pt x="0" y="143"/>
                </a:lnTo>
                <a:cubicBezTo>
                  <a:pt x="0" y="133"/>
                  <a:pt x="0" y="124"/>
                  <a:pt x="2" y="115"/>
                </a:cubicBezTo>
                <a:cubicBezTo>
                  <a:pt x="4" y="106"/>
                  <a:pt x="7" y="97"/>
                  <a:pt x="10" y="87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5"/>
                  <a:pt x="35" y="48"/>
                  <a:pt x="41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4"/>
                  <a:pt x="87" y="11"/>
                </a:cubicBezTo>
                <a:cubicBezTo>
                  <a:pt x="96" y="7"/>
                  <a:pt x="105" y="4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solidFill>
            <a:srgbClr val="fef3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6368400" y="22892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3"/>
                </a:cubicBezTo>
                <a:cubicBezTo>
                  <a:pt x="7935" y="4"/>
                  <a:pt x="7944" y="7"/>
                  <a:pt x="7953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5" y="29"/>
                  <a:pt x="7992" y="35"/>
                  <a:pt x="7999" y="41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1"/>
                  <a:pt x="8026" y="79"/>
                  <a:pt x="8030" y="87"/>
                </a:cubicBezTo>
                <a:cubicBezTo>
                  <a:pt x="8033" y="97"/>
                  <a:pt x="8036" y="106"/>
                  <a:pt x="8038" y="115"/>
                </a:cubicBezTo>
                <a:cubicBezTo>
                  <a:pt x="8040" y="124"/>
                  <a:pt x="8041" y="133"/>
                  <a:pt x="8041" y="143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6" y="510"/>
                  <a:pt x="8033" y="519"/>
                  <a:pt x="8030" y="528"/>
                </a:cubicBezTo>
                <a:cubicBezTo>
                  <a:pt x="8026" y="536"/>
                  <a:pt x="8022" y="544"/>
                  <a:pt x="8017" y="552"/>
                </a:cubicBezTo>
                <a:cubicBezTo>
                  <a:pt x="8011" y="560"/>
                  <a:pt x="8006" y="567"/>
                  <a:pt x="7999" y="574"/>
                </a:cubicBezTo>
                <a:cubicBezTo>
                  <a:pt x="7992" y="580"/>
                  <a:pt x="7985" y="586"/>
                  <a:pt x="7978" y="591"/>
                </a:cubicBezTo>
                <a:cubicBezTo>
                  <a:pt x="7970" y="596"/>
                  <a:pt x="7962" y="601"/>
                  <a:pt x="7953" y="604"/>
                </a:cubicBezTo>
                <a:cubicBezTo>
                  <a:pt x="7944" y="608"/>
                  <a:pt x="7935" y="611"/>
                  <a:pt x="7926" y="612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2"/>
                </a:cubicBezTo>
                <a:cubicBezTo>
                  <a:pt x="105" y="611"/>
                  <a:pt x="96" y="608"/>
                  <a:pt x="87" y="604"/>
                </a:cubicBezTo>
                <a:cubicBezTo>
                  <a:pt x="79" y="601"/>
                  <a:pt x="70" y="596"/>
                  <a:pt x="63" y="591"/>
                </a:cubicBezTo>
                <a:cubicBezTo>
                  <a:pt x="55" y="586"/>
                  <a:pt x="48" y="580"/>
                  <a:pt x="41" y="574"/>
                </a:cubicBezTo>
                <a:cubicBezTo>
                  <a:pt x="35" y="567"/>
                  <a:pt x="29" y="560"/>
                  <a:pt x="23" y="552"/>
                </a:cubicBezTo>
                <a:cubicBezTo>
                  <a:pt x="18" y="544"/>
                  <a:pt x="14" y="536"/>
                  <a:pt x="10" y="528"/>
                </a:cubicBezTo>
                <a:cubicBezTo>
                  <a:pt x="7" y="519"/>
                  <a:pt x="4" y="510"/>
                  <a:pt x="2" y="501"/>
                </a:cubicBezTo>
                <a:cubicBezTo>
                  <a:pt x="0" y="492"/>
                  <a:pt x="0" y="483"/>
                  <a:pt x="0" y="473"/>
                </a:cubicBezTo>
                <a:lnTo>
                  <a:pt x="0" y="143"/>
                </a:lnTo>
                <a:cubicBezTo>
                  <a:pt x="0" y="133"/>
                  <a:pt x="0" y="124"/>
                  <a:pt x="2" y="115"/>
                </a:cubicBezTo>
                <a:cubicBezTo>
                  <a:pt x="4" y="106"/>
                  <a:pt x="7" y="97"/>
                  <a:pt x="10" y="87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5"/>
                  <a:pt x="35" y="48"/>
                  <a:pt x="41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4"/>
                  <a:pt x="87" y="11"/>
                </a:cubicBezTo>
                <a:cubicBezTo>
                  <a:pt x="96" y="7"/>
                  <a:pt x="105" y="4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noFill/>
          <a:ln w="8280">
            <a:solidFill>
              <a:srgbClr val="fcd34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520760" y="2021040"/>
            <a:ext cx="63491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90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torchaudio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6368400" y="254448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2"/>
                </a:cubicBezTo>
                <a:cubicBezTo>
                  <a:pt x="7935" y="4"/>
                  <a:pt x="7944" y="7"/>
                  <a:pt x="7953" y="10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5" y="29"/>
                  <a:pt x="7992" y="35"/>
                  <a:pt x="7999" y="41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0"/>
                  <a:pt x="8026" y="79"/>
                  <a:pt x="8030" y="87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3"/>
                  <a:pt x="8041" y="132"/>
                  <a:pt x="8041" y="141"/>
                </a:cubicBezTo>
                <a:lnTo>
                  <a:pt x="8041" y="472"/>
                </a:lnTo>
                <a:cubicBezTo>
                  <a:pt x="8041" y="481"/>
                  <a:pt x="8040" y="491"/>
                  <a:pt x="8038" y="500"/>
                </a:cubicBezTo>
                <a:cubicBezTo>
                  <a:pt x="8036" y="509"/>
                  <a:pt x="8033" y="518"/>
                  <a:pt x="8030" y="526"/>
                </a:cubicBezTo>
                <a:cubicBezTo>
                  <a:pt x="8026" y="535"/>
                  <a:pt x="8022" y="543"/>
                  <a:pt x="8017" y="551"/>
                </a:cubicBezTo>
                <a:cubicBezTo>
                  <a:pt x="8011" y="559"/>
                  <a:pt x="8006" y="566"/>
                  <a:pt x="7999" y="572"/>
                </a:cubicBezTo>
                <a:cubicBezTo>
                  <a:pt x="7992" y="579"/>
                  <a:pt x="7985" y="585"/>
                  <a:pt x="7978" y="590"/>
                </a:cubicBezTo>
                <a:cubicBezTo>
                  <a:pt x="7970" y="595"/>
                  <a:pt x="7962" y="600"/>
                  <a:pt x="7953" y="603"/>
                </a:cubicBezTo>
                <a:cubicBezTo>
                  <a:pt x="7944" y="608"/>
                  <a:pt x="7935" y="610"/>
                  <a:pt x="7926" y="612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2"/>
                </a:cubicBezTo>
                <a:cubicBezTo>
                  <a:pt x="105" y="610"/>
                  <a:pt x="96" y="608"/>
                  <a:pt x="87" y="603"/>
                </a:cubicBezTo>
                <a:cubicBezTo>
                  <a:pt x="79" y="600"/>
                  <a:pt x="70" y="595"/>
                  <a:pt x="63" y="590"/>
                </a:cubicBezTo>
                <a:cubicBezTo>
                  <a:pt x="55" y="585"/>
                  <a:pt x="48" y="579"/>
                  <a:pt x="41" y="572"/>
                </a:cubicBezTo>
                <a:cubicBezTo>
                  <a:pt x="35" y="566"/>
                  <a:pt x="29" y="559"/>
                  <a:pt x="23" y="551"/>
                </a:cubicBezTo>
                <a:cubicBezTo>
                  <a:pt x="18" y="543"/>
                  <a:pt x="14" y="535"/>
                  <a:pt x="10" y="526"/>
                </a:cubicBezTo>
                <a:cubicBezTo>
                  <a:pt x="7" y="518"/>
                  <a:pt x="4" y="509"/>
                  <a:pt x="2" y="500"/>
                </a:cubicBezTo>
                <a:cubicBezTo>
                  <a:pt x="0" y="491"/>
                  <a:pt x="0" y="481"/>
                  <a:pt x="0" y="472"/>
                </a:cubicBezTo>
                <a:lnTo>
                  <a:pt x="0" y="141"/>
                </a:lnTo>
                <a:cubicBezTo>
                  <a:pt x="0" y="132"/>
                  <a:pt x="0" y="123"/>
                  <a:pt x="2" y="114"/>
                </a:cubicBezTo>
                <a:cubicBezTo>
                  <a:pt x="4" y="105"/>
                  <a:pt x="7" y="96"/>
                  <a:pt x="10" y="87"/>
                </a:cubicBezTo>
                <a:cubicBezTo>
                  <a:pt x="14" y="79"/>
                  <a:pt x="18" y="70"/>
                  <a:pt x="23" y="63"/>
                </a:cubicBezTo>
                <a:cubicBezTo>
                  <a:pt x="29" y="55"/>
                  <a:pt x="35" y="48"/>
                  <a:pt x="41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8"/>
                  <a:pt x="79" y="14"/>
                  <a:pt x="87" y="10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6368400" y="254448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2"/>
                </a:cubicBezTo>
                <a:cubicBezTo>
                  <a:pt x="7935" y="4"/>
                  <a:pt x="7944" y="7"/>
                  <a:pt x="7953" y="10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5" y="29"/>
                  <a:pt x="7992" y="35"/>
                  <a:pt x="7999" y="41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0"/>
                  <a:pt x="8026" y="79"/>
                  <a:pt x="8030" y="87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3"/>
                  <a:pt x="8041" y="132"/>
                  <a:pt x="8041" y="141"/>
                </a:cubicBezTo>
                <a:lnTo>
                  <a:pt x="8041" y="472"/>
                </a:lnTo>
                <a:cubicBezTo>
                  <a:pt x="8041" y="481"/>
                  <a:pt x="8040" y="491"/>
                  <a:pt x="8038" y="500"/>
                </a:cubicBezTo>
                <a:cubicBezTo>
                  <a:pt x="8036" y="509"/>
                  <a:pt x="8033" y="518"/>
                  <a:pt x="8030" y="526"/>
                </a:cubicBezTo>
                <a:cubicBezTo>
                  <a:pt x="8026" y="535"/>
                  <a:pt x="8022" y="543"/>
                  <a:pt x="8017" y="551"/>
                </a:cubicBezTo>
                <a:cubicBezTo>
                  <a:pt x="8011" y="559"/>
                  <a:pt x="8006" y="566"/>
                  <a:pt x="7999" y="572"/>
                </a:cubicBezTo>
                <a:cubicBezTo>
                  <a:pt x="7992" y="579"/>
                  <a:pt x="7985" y="585"/>
                  <a:pt x="7978" y="590"/>
                </a:cubicBezTo>
                <a:cubicBezTo>
                  <a:pt x="7970" y="595"/>
                  <a:pt x="7962" y="600"/>
                  <a:pt x="7953" y="603"/>
                </a:cubicBezTo>
                <a:cubicBezTo>
                  <a:pt x="7944" y="608"/>
                  <a:pt x="7935" y="610"/>
                  <a:pt x="7926" y="612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2"/>
                </a:cubicBezTo>
                <a:cubicBezTo>
                  <a:pt x="105" y="610"/>
                  <a:pt x="96" y="608"/>
                  <a:pt x="87" y="603"/>
                </a:cubicBezTo>
                <a:cubicBezTo>
                  <a:pt x="79" y="600"/>
                  <a:pt x="70" y="595"/>
                  <a:pt x="63" y="590"/>
                </a:cubicBezTo>
                <a:cubicBezTo>
                  <a:pt x="55" y="585"/>
                  <a:pt x="48" y="579"/>
                  <a:pt x="41" y="572"/>
                </a:cubicBezTo>
                <a:cubicBezTo>
                  <a:pt x="35" y="566"/>
                  <a:pt x="29" y="559"/>
                  <a:pt x="23" y="551"/>
                </a:cubicBezTo>
                <a:cubicBezTo>
                  <a:pt x="18" y="543"/>
                  <a:pt x="14" y="535"/>
                  <a:pt x="10" y="526"/>
                </a:cubicBezTo>
                <a:cubicBezTo>
                  <a:pt x="7" y="518"/>
                  <a:pt x="4" y="509"/>
                  <a:pt x="2" y="500"/>
                </a:cubicBezTo>
                <a:cubicBezTo>
                  <a:pt x="0" y="491"/>
                  <a:pt x="0" y="481"/>
                  <a:pt x="0" y="472"/>
                </a:cubicBezTo>
                <a:lnTo>
                  <a:pt x="0" y="141"/>
                </a:lnTo>
                <a:cubicBezTo>
                  <a:pt x="0" y="132"/>
                  <a:pt x="0" y="123"/>
                  <a:pt x="2" y="114"/>
                </a:cubicBezTo>
                <a:cubicBezTo>
                  <a:pt x="4" y="105"/>
                  <a:pt x="7" y="96"/>
                  <a:pt x="10" y="87"/>
                </a:cubicBezTo>
                <a:cubicBezTo>
                  <a:pt x="14" y="79"/>
                  <a:pt x="18" y="70"/>
                  <a:pt x="23" y="63"/>
                </a:cubicBezTo>
                <a:cubicBezTo>
                  <a:pt x="29" y="55"/>
                  <a:pt x="35" y="48"/>
                  <a:pt x="41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8"/>
                  <a:pt x="79" y="14"/>
                  <a:pt x="87" y="10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noFill/>
          <a:ln w="8280">
            <a:solidFill>
              <a:srgbClr val="93c5f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361640" y="2327760"/>
            <a:ext cx="983664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92400e"/>
                </a:solidFill>
                <a:effectLst/>
                <a:uFillTx/>
                <a:latin typeface="SegoeUI"/>
                <a:ea typeface="SegoeUI"/>
              </a:rPr>
              <a:t>datasets / pipelines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6368400" y="2799360"/>
            <a:ext cx="2894760" cy="221760"/>
          </a:xfrm>
          <a:custGeom>
            <a:avLst/>
            <a:gdLst/>
            <a:ahLst/>
            <a:rect l="0" t="0" r="r" b="b"/>
            <a:pathLst>
              <a:path w="8041" h="616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3"/>
                </a:cubicBezTo>
                <a:cubicBezTo>
                  <a:pt x="7935" y="5"/>
                  <a:pt x="7944" y="8"/>
                  <a:pt x="7953" y="11"/>
                </a:cubicBezTo>
                <a:cubicBezTo>
                  <a:pt x="7962" y="15"/>
                  <a:pt x="7970" y="19"/>
                  <a:pt x="7978" y="24"/>
                </a:cubicBezTo>
                <a:cubicBezTo>
                  <a:pt x="7985" y="29"/>
                  <a:pt x="7992" y="35"/>
                  <a:pt x="7999" y="42"/>
                </a:cubicBezTo>
                <a:cubicBezTo>
                  <a:pt x="8006" y="48"/>
                  <a:pt x="8011" y="56"/>
                  <a:pt x="8017" y="63"/>
                </a:cubicBezTo>
                <a:cubicBezTo>
                  <a:pt x="8022" y="71"/>
                  <a:pt x="8026" y="79"/>
                  <a:pt x="8030" y="88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4"/>
                  <a:pt x="8041" y="133"/>
                  <a:pt x="8041" y="142"/>
                </a:cubicBezTo>
                <a:lnTo>
                  <a:pt x="8041" y="473"/>
                </a:lnTo>
                <a:cubicBezTo>
                  <a:pt x="8041" y="482"/>
                  <a:pt x="8040" y="491"/>
                  <a:pt x="8038" y="500"/>
                </a:cubicBezTo>
                <a:cubicBezTo>
                  <a:pt x="8036" y="510"/>
                  <a:pt x="8033" y="519"/>
                  <a:pt x="8030" y="528"/>
                </a:cubicBezTo>
                <a:cubicBezTo>
                  <a:pt x="8026" y="537"/>
                  <a:pt x="8022" y="545"/>
                  <a:pt x="8017" y="553"/>
                </a:cubicBezTo>
                <a:cubicBezTo>
                  <a:pt x="8011" y="560"/>
                  <a:pt x="8006" y="567"/>
                  <a:pt x="7999" y="574"/>
                </a:cubicBezTo>
                <a:cubicBezTo>
                  <a:pt x="7992" y="581"/>
                  <a:pt x="7985" y="587"/>
                  <a:pt x="7978" y="592"/>
                </a:cubicBezTo>
                <a:cubicBezTo>
                  <a:pt x="7970" y="597"/>
                  <a:pt x="7962" y="601"/>
                  <a:pt x="7953" y="605"/>
                </a:cubicBezTo>
                <a:cubicBezTo>
                  <a:pt x="7944" y="608"/>
                  <a:pt x="7935" y="611"/>
                  <a:pt x="7926" y="613"/>
                </a:cubicBezTo>
                <a:cubicBezTo>
                  <a:pt x="7917" y="615"/>
                  <a:pt x="7908" y="616"/>
                  <a:pt x="7899" y="616"/>
                </a:cubicBezTo>
                <a:lnTo>
                  <a:pt x="141" y="616"/>
                </a:lnTo>
                <a:cubicBezTo>
                  <a:pt x="132" y="616"/>
                  <a:pt x="123" y="615"/>
                  <a:pt x="114" y="613"/>
                </a:cubicBezTo>
                <a:cubicBezTo>
                  <a:pt x="105" y="611"/>
                  <a:pt x="96" y="608"/>
                  <a:pt x="87" y="605"/>
                </a:cubicBezTo>
                <a:cubicBezTo>
                  <a:pt x="79" y="601"/>
                  <a:pt x="70" y="597"/>
                  <a:pt x="63" y="592"/>
                </a:cubicBezTo>
                <a:cubicBezTo>
                  <a:pt x="55" y="587"/>
                  <a:pt x="48" y="581"/>
                  <a:pt x="41" y="574"/>
                </a:cubicBezTo>
                <a:cubicBezTo>
                  <a:pt x="35" y="567"/>
                  <a:pt x="29" y="560"/>
                  <a:pt x="23" y="553"/>
                </a:cubicBezTo>
                <a:cubicBezTo>
                  <a:pt x="18" y="545"/>
                  <a:pt x="14" y="537"/>
                  <a:pt x="10" y="528"/>
                </a:cubicBezTo>
                <a:cubicBezTo>
                  <a:pt x="7" y="519"/>
                  <a:pt x="4" y="510"/>
                  <a:pt x="2" y="500"/>
                </a:cubicBezTo>
                <a:cubicBezTo>
                  <a:pt x="0" y="491"/>
                  <a:pt x="0" y="482"/>
                  <a:pt x="0" y="473"/>
                </a:cubicBezTo>
                <a:lnTo>
                  <a:pt x="0" y="142"/>
                </a:lnTo>
                <a:cubicBezTo>
                  <a:pt x="0" y="133"/>
                  <a:pt x="0" y="124"/>
                  <a:pt x="2" y="114"/>
                </a:cubicBezTo>
                <a:cubicBezTo>
                  <a:pt x="4" y="105"/>
                  <a:pt x="7" y="96"/>
                  <a:pt x="10" y="88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6"/>
                  <a:pt x="35" y="48"/>
                  <a:pt x="41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5"/>
                  <a:pt x="87" y="11"/>
                </a:cubicBezTo>
                <a:cubicBezTo>
                  <a:pt x="96" y="8"/>
                  <a:pt x="105" y="5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368400" y="2799360"/>
            <a:ext cx="2894760" cy="221760"/>
          </a:xfrm>
          <a:custGeom>
            <a:avLst/>
            <a:gdLst/>
            <a:ahLst/>
            <a:rect l="0" t="0" r="r" b="b"/>
            <a:pathLst>
              <a:path w="8041" h="616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3"/>
                </a:cubicBezTo>
                <a:cubicBezTo>
                  <a:pt x="7935" y="5"/>
                  <a:pt x="7944" y="8"/>
                  <a:pt x="7953" y="11"/>
                </a:cubicBezTo>
                <a:cubicBezTo>
                  <a:pt x="7962" y="15"/>
                  <a:pt x="7970" y="19"/>
                  <a:pt x="7978" y="24"/>
                </a:cubicBezTo>
                <a:cubicBezTo>
                  <a:pt x="7985" y="29"/>
                  <a:pt x="7992" y="35"/>
                  <a:pt x="7999" y="42"/>
                </a:cubicBezTo>
                <a:cubicBezTo>
                  <a:pt x="8006" y="48"/>
                  <a:pt x="8011" y="56"/>
                  <a:pt x="8017" y="63"/>
                </a:cubicBezTo>
                <a:cubicBezTo>
                  <a:pt x="8022" y="71"/>
                  <a:pt x="8026" y="79"/>
                  <a:pt x="8030" y="88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4"/>
                  <a:pt x="8041" y="133"/>
                  <a:pt x="8041" y="142"/>
                </a:cubicBezTo>
                <a:lnTo>
                  <a:pt x="8041" y="473"/>
                </a:lnTo>
                <a:cubicBezTo>
                  <a:pt x="8041" y="482"/>
                  <a:pt x="8040" y="491"/>
                  <a:pt x="8038" y="500"/>
                </a:cubicBezTo>
                <a:cubicBezTo>
                  <a:pt x="8036" y="510"/>
                  <a:pt x="8033" y="519"/>
                  <a:pt x="8030" y="528"/>
                </a:cubicBezTo>
                <a:cubicBezTo>
                  <a:pt x="8026" y="537"/>
                  <a:pt x="8022" y="545"/>
                  <a:pt x="8017" y="553"/>
                </a:cubicBezTo>
                <a:cubicBezTo>
                  <a:pt x="8011" y="560"/>
                  <a:pt x="8006" y="567"/>
                  <a:pt x="7999" y="574"/>
                </a:cubicBezTo>
                <a:cubicBezTo>
                  <a:pt x="7992" y="581"/>
                  <a:pt x="7985" y="587"/>
                  <a:pt x="7978" y="592"/>
                </a:cubicBezTo>
                <a:cubicBezTo>
                  <a:pt x="7970" y="597"/>
                  <a:pt x="7962" y="601"/>
                  <a:pt x="7953" y="605"/>
                </a:cubicBezTo>
                <a:cubicBezTo>
                  <a:pt x="7944" y="608"/>
                  <a:pt x="7935" y="611"/>
                  <a:pt x="7926" y="613"/>
                </a:cubicBezTo>
                <a:cubicBezTo>
                  <a:pt x="7917" y="615"/>
                  <a:pt x="7908" y="616"/>
                  <a:pt x="7899" y="616"/>
                </a:cubicBezTo>
                <a:lnTo>
                  <a:pt x="141" y="616"/>
                </a:lnTo>
                <a:cubicBezTo>
                  <a:pt x="132" y="616"/>
                  <a:pt x="123" y="615"/>
                  <a:pt x="114" y="613"/>
                </a:cubicBezTo>
                <a:cubicBezTo>
                  <a:pt x="105" y="611"/>
                  <a:pt x="96" y="608"/>
                  <a:pt x="87" y="605"/>
                </a:cubicBezTo>
                <a:cubicBezTo>
                  <a:pt x="79" y="601"/>
                  <a:pt x="70" y="597"/>
                  <a:pt x="63" y="592"/>
                </a:cubicBezTo>
                <a:cubicBezTo>
                  <a:pt x="55" y="587"/>
                  <a:pt x="48" y="581"/>
                  <a:pt x="41" y="574"/>
                </a:cubicBezTo>
                <a:cubicBezTo>
                  <a:pt x="35" y="567"/>
                  <a:pt x="29" y="560"/>
                  <a:pt x="23" y="553"/>
                </a:cubicBezTo>
                <a:cubicBezTo>
                  <a:pt x="18" y="545"/>
                  <a:pt x="14" y="537"/>
                  <a:pt x="10" y="528"/>
                </a:cubicBezTo>
                <a:cubicBezTo>
                  <a:pt x="7" y="519"/>
                  <a:pt x="4" y="510"/>
                  <a:pt x="2" y="500"/>
                </a:cubicBezTo>
                <a:cubicBezTo>
                  <a:pt x="0" y="491"/>
                  <a:pt x="0" y="482"/>
                  <a:pt x="0" y="473"/>
                </a:cubicBezTo>
                <a:lnTo>
                  <a:pt x="0" y="142"/>
                </a:lnTo>
                <a:cubicBezTo>
                  <a:pt x="0" y="133"/>
                  <a:pt x="0" y="124"/>
                  <a:pt x="2" y="114"/>
                </a:cubicBezTo>
                <a:cubicBezTo>
                  <a:pt x="4" y="105"/>
                  <a:pt x="7" y="96"/>
                  <a:pt x="10" y="88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6"/>
                  <a:pt x="35" y="48"/>
                  <a:pt x="41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5"/>
                  <a:pt x="87" y="11"/>
                </a:cubicBezTo>
                <a:cubicBezTo>
                  <a:pt x="96" y="8"/>
                  <a:pt x="105" y="5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noFill/>
          <a:ln w="8280">
            <a:solidFill>
              <a:srgbClr val="93c5f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7275600" y="2582640"/>
            <a:ext cx="1170288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1e40af"/>
                </a:solidFill>
                <a:effectLst/>
                <a:uFillTx/>
                <a:latin typeface="SegoeUI"/>
                <a:ea typeface="SegoeUI"/>
              </a:rPr>
              <a:t>video decode / encode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6368400" y="305460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3"/>
                </a:cubicBezTo>
                <a:cubicBezTo>
                  <a:pt x="7935" y="5"/>
                  <a:pt x="7944" y="7"/>
                  <a:pt x="7953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5" y="29"/>
                  <a:pt x="7992" y="35"/>
                  <a:pt x="7999" y="42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1"/>
                  <a:pt x="8026" y="79"/>
                  <a:pt x="8030" y="88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3"/>
                  <a:pt x="8041" y="133"/>
                  <a:pt x="8041" y="142"/>
                </a:cubicBezTo>
                <a:lnTo>
                  <a:pt x="8041" y="474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6" y="510"/>
                  <a:pt x="8033" y="519"/>
                  <a:pt x="8030" y="528"/>
                </a:cubicBezTo>
                <a:cubicBezTo>
                  <a:pt x="8026" y="536"/>
                  <a:pt x="8022" y="545"/>
                  <a:pt x="8017" y="552"/>
                </a:cubicBezTo>
                <a:cubicBezTo>
                  <a:pt x="8011" y="560"/>
                  <a:pt x="8006" y="567"/>
                  <a:pt x="7999" y="574"/>
                </a:cubicBezTo>
                <a:cubicBezTo>
                  <a:pt x="7992" y="580"/>
                  <a:pt x="7985" y="586"/>
                  <a:pt x="7978" y="591"/>
                </a:cubicBezTo>
                <a:cubicBezTo>
                  <a:pt x="7970" y="597"/>
                  <a:pt x="7962" y="601"/>
                  <a:pt x="7953" y="604"/>
                </a:cubicBezTo>
                <a:cubicBezTo>
                  <a:pt x="7944" y="608"/>
                  <a:pt x="7935" y="611"/>
                  <a:pt x="7926" y="613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3"/>
                </a:cubicBezTo>
                <a:cubicBezTo>
                  <a:pt x="105" y="611"/>
                  <a:pt x="96" y="608"/>
                  <a:pt x="87" y="604"/>
                </a:cubicBezTo>
                <a:cubicBezTo>
                  <a:pt x="79" y="601"/>
                  <a:pt x="70" y="597"/>
                  <a:pt x="63" y="591"/>
                </a:cubicBezTo>
                <a:cubicBezTo>
                  <a:pt x="55" y="586"/>
                  <a:pt x="48" y="580"/>
                  <a:pt x="41" y="574"/>
                </a:cubicBezTo>
                <a:cubicBezTo>
                  <a:pt x="35" y="567"/>
                  <a:pt x="29" y="560"/>
                  <a:pt x="23" y="552"/>
                </a:cubicBezTo>
                <a:cubicBezTo>
                  <a:pt x="18" y="545"/>
                  <a:pt x="14" y="536"/>
                  <a:pt x="10" y="528"/>
                </a:cubicBezTo>
                <a:cubicBezTo>
                  <a:pt x="7" y="519"/>
                  <a:pt x="4" y="510"/>
                  <a:pt x="2" y="501"/>
                </a:cubicBezTo>
                <a:cubicBezTo>
                  <a:pt x="0" y="492"/>
                  <a:pt x="0" y="483"/>
                  <a:pt x="0" y="474"/>
                </a:cubicBezTo>
                <a:lnTo>
                  <a:pt x="0" y="142"/>
                </a:lnTo>
                <a:cubicBezTo>
                  <a:pt x="0" y="133"/>
                  <a:pt x="0" y="123"/>
                  <a:pt x="2" y="114"/>
                </a:cubicBezTo>
                <a:cubicBezTo>
                  <a:pt x="4" y="105"/>
                  <a:pt x="7" y="96"/>
                  <a:pt x="10" y="88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5"/>
                  <a:pt x="35" y="48"/>
                  <a:pt x="41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4"/>
                  <a:pt x="87" y="11"/>
                </a:cubicBezTo>
                <a:cubicBezTo>
                  <a:pt x="96" y="7"/>
                  <a:pt x="105" y="5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6368400" y="305460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3"/>
                </a:cubicBezTo>
                <a:cubicBezTo>
                  <a:pt x="7935" y="5"/>
                  <a:pt x="7944" y="7"/>
                  <a:pt x="7953" y="11"/>
                </a:cubicBezTo>
                <a:cubicBezTo>
                  <a:pt x="7962" y="14"/>
                  <a:pt x="7970" y="19"/>
                  <a:pt x="7978" y="24"/>
                </a:cubicBezTo>
                <a:cubicBezTo>
                  <a:pt x="7985" y="29"/>
                  <a:pt x="7992" y="35"/>
                  <a:pt x="7999" y="42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1"/>
                  <a:pt x="8026" y="79"/>
                  <a:pt x="8030" y="88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3"/>
                  <a:pt x="8041" y="133"/>
                  <a:pt x="8041" y="142"/>
                </a:cubicBezTo>
                <a:lnTo>
                  <a:pt x="8041" y="474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6" y="510"/>
                  <a:pt x="8033" y="519"/>
                  <a:pt x="8030" y="528"/>
                </a:cubicBezTo>
                <a:cubicBezTo>
                  <a:pt x="8026" y="536"/>
                  <a:pt x="8022" y="545"/>
                  <a:pt x="8017" y="552"/>
                </a:cubicBezTo>
                <a:cubicBezTo>
                  <a:pt x="8011" y="560"/>
                  <a:pt x="8006" y="567"/>
                  <a:pt x="7999" y="574"/>
                </a:cubicBezTo>
                <a:cubicBezTo>
                  <a:pt x="7992" y="580"/>
                  <a:pt x="7985" y="586"/>
                  <a:pt x="7978" y="591"/>
                </a:cubicBezTo>
                <a:cubicBezTo>
                  <a:pt x="7970" y="597"/>
                  <a:pt x="7962" y="601"/>
                  <a:pt x="7953" y="604"/>
                </a:cubicBezTo>
                <a:cubicBezTo>
                  <a:pt x="7944" y="608"/>
                  <a:pt x="7935" y="611"/>
                  <a:pt x="7926" y="613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3"/>
                </a:cubicBezTo>
                <a:cubicBezTo>
                  <a:pt x="105" y="611"/>
                  <a:pt x="96" y="608"/>
                  <a:pt x="87" y="604"/>
                </a:cubicBezTo>
                <a:cubicBezTo>
                  <a:pt x="79" y="601"/>
                  <a:pt x="70" y="597"/>
                  <a:pt x="63" y="591"/>
                </a:cubicBezTo>
                <a:cubicBezTo>
                  <a:pt x="55" y="586"/>
                  <a:pt x="48" y="580"/>
                  <a:pt x="41" y="574"/>
                </a:cubicBezTo>
                <a:cubicBezTo>
                  <a:pt x="35" y="567"/>
                  <a:pt x="29" y="560"/>
                  <a:pt x="23" y="552"/>
                </a:cubicBezTo>
                <a:cubicBezTo>
                  <a:pt x="18" y="545"/>
                  <a:pt x="14" y="536"/>
                  <a:pt x="10" y="528"/>
                </a:cubicBezTo>
                <a:cubicBezTo>
                  <a:pt x="7" y="519"/>
                  <a:pt x="4" y="510"/>
                  <a:pt x="2" y="501"/>
                </a:cubicBezTo>
                <a:cubicBezTo>
                  <a:pt x="0" y="492"/>
                  <a:pt x="0" y="483"/>
                  <a:pt x="0" y="474"/>
                </a:cubicBezTo>
                <a:lnTo>
                  <a:pt x="0" y="142"/>
                </a:lnTo>
                <a:cubicBezTo>
                  <a:pt x="0" y="133"/>
                  <a:pt x="0" y="123"/>
                  <a:pt x="2" y="114"/>
                </a:cubicBezTo>
                <a:cubicBezTo>
                  <a:pt x="4" y="105"/>
                  <a:pt x="7" y="96"/>
                  <a:pt x="10" y="88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5"/>
                  <a:pt x="35" y="48"/>
                  <a:pt x="41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4"/>
                  <a:pt x="87" y="11"/>
                </a:cubicBezTo>
                <a:cubicBezTo>
                  <a:pt x="96" y="7"/>
                  <a:pt x="105" y="5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271640" y="2837880"/>
            <a:ext cx="1178452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1e40af"/>
                </a:solidFill>
                <a:effectLst/>
                <a:uFillTx/>
                <a:latin typeface="SegoeUI"/>
                <a:ea typeface="SegoeUI"/>
              </a:rPr>
              <a:t>audio decode / encode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6368400" y="33098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2"/>
                </a:cubicBezTo>
                <a:cubicBezTo>
                  <a:pt x="7935" y="4"/>
                  <a:pt x="7944" y="7"/>
                  <a:pt x="7953" y="11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5" y="29"/>
                  <a:pt x="7992" y="35"/>
                  <a:pt x="7999" y="41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1"/>
                  <a:pt x="8026" y="79"/>
                  <a:pt x="8030" y="87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3"/>
                  <a:pt x="8041" y="132"/>
                  <a:pt x="8041" y="142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6" y="510"/>
                  <a:pt x="8033" y="519"/>
                  <a:pt x="8030" y="527"/>
                </a:cubicBezTo>
                <a:cubicBezTo>
                  <a:pt x="8026" y="536"/>
                  <a:pt x="8022" y="544"/>
                  <a:pt x="8017" y="552"/>
                </a:cubicBezTo>
                <a:cubicBezTo>
                  <a:pt x="8011" y="560"/>
                  <a:pt x="8006" y="567"/>
                  <a:pt x="7999" y="573"/>
                </a:cubicBezTo>
                <a:cubicBezTo>
                  <a:pt x="7992" y="580"/>
                  <a:pt x="7985" y="586"/>
                  <a:pt x="7978" y="591"/>
                </a:cubicBezTo>
                <a:cubicBezTo>
                  <a:pt x="7970" y="596"/>
                  <a:pt x="7962" y="601"/>
                  <a:pt x="7953" y="604"/>
                </a:cubicBezTo>
                <a:cubicBezTo>
                  <a:pt x="7944" y="608"/>
                  <a:pt x="7935" y="610"/>
                  <a:pt x="7926" y="612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2"/>
                </a:cubicBezTo>
                <a:cubicBezTo>
                  <a:pt x="105" y="610"/>
                  <a:pt x="96" y="608"/>
                  <a:pt x="87" y="604"/>
                </a:cubicBezTo>
                <a:cubicBezTo>
                  <a:pt x="79" y="601"/>
                  <a:pt x="70" y="596"/>
                  <a:pt x="63" y="591"/>
                </a:cubicBezTo>
                <a:cubicBezTo>
                  <a:pt x="55" y="586"/>
                  <a:pt x="48" y="580"/>
                  <a:pt x="41" y="573"/>
                </a:cubicBezTo>
                <a:cubicBezTo>
                  <a:pt x="35" y="567"/>
                  <a:pt x="29" y="560"/>
                  <a:pt x="23" y="552"/>
                </a:cubicBezTo>
                <a:cubicBezTo>
                  <a:pt x="18" y="544"/>
                  <a:pt x="14" y="536"/>
                  <a:pt x="10" y="527"/>
                </a:cubicBezTo>
                <a:cubicBezTo>
                  <a:pt x="7" y="519"/>
                  <a:pt x="4" y="510"/>
                  <a:pt x="2" y="501"/>
                </a:cubicBezTo>
                <a:cubicBezTo>
                  <a:pt x="0" y="492"/>
                  <a:pt x="0" y="483"/>
                  <a:pt x="0" y="473"/>
                </a:cubicBezTo>
                <a:lnTo>
                  <a:pt x="0" y="142"/>
                </a:lnTo>
                <a:cubicBezTo>
                  <a:pt x="0" y="132"/>
                  <a:pt x="0" y="123"/>
                  <a:pt x="2" y="114"/>
                </a:cubicBezTo>
                <a:cubicBezTo>
                  <a:pt x="4" y="105"/>
                  <a:pt x="7" y="96"/>
                  <a:pt x="10" y="87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5"/>
                  <a:pt x="35" y="48"/>
                  <a:pt x="41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8"/>
                  <a:pt x="79" y="14"/>
                  <a:pt x="87" y="11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solidFill>
            <a:srgbClr val="fef3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6368400" y="3309840"/>
            <a:ext cx="2894760" cy="221400"/>
          </a:xfrm>
          <a:custGeom>
            <a:avLst/>
            <a:gdLst/>
            <a:ahLst/>
            <a:rect l="0" t="0" r="r" b="b"/>
            <a:pathLst>
              <a:path w="8041" h="615">
                <a:moveTo>
                  <a:pt x="141" y="0"/>
                </a:moveTo>
                <a:lnTo>
                  <a:pt x="7899" y="0"/>
                </a:lnTo>
                <a:cubicBezTo>
                  <a:pt x="7908" y="0"/>
                  <a:pt x="7917" y="1"/>
                  <a:pt x="7926" y="2"/>
                </a:cubicBezTo>
                <a:cubicBezTo>
                  <a:pt x="7935" y="4"/>
                  <a:pt x="7944" y="7"/>
                  <a:pt x="7953" y="11"/>
                </a:cubicBezTo>
                <a:cubicBezTo>
                  <a:pt x="7962" y="14"/>
                  <a:pt x="7970" y="18"/>
                  <a:pt x="7978" y="24"/>
                </a:cubicBezTo>
                <a:cubicBezTo>
                  <a:pt x="7985" y="29"/>
                  <a:pt x="7992" y="35"/>
                  <a:pt x="7999" y="41"/>
                </a:cubicBezTo>
                <a:cubicBezTo>
                  <a:pt x="8006" y="48"/>
                  <a:pt x="8011" y="55"/>
                  <a:pt x="8017" y="63"/>
                </a:cubicBezTo>
                <a:cubicBezTo>
                  <a:pt x="8022" y="71"/>
                  <a:pt x="8026" y="79"/>
                  <a:pt x="8030" y="87"/>
                </a:cubicBezTo>
                <a:cubicBezTo>
                  <a:pt x="8033" y="96"/>
                  <a:pt x="8036" y="105"/>
                  <a:pt x="8038" y="114"/>
                </a:cubicBezTo>
                <a:cubicBezTo>
                  <a:pt x="8040" y="123"/>
                  <a:pt x="8041" y="132"/>
                  <a:pt x="8041" y="142"/>
                </a:cubicBezTo>
                <a:lnTo>
                  <a:pt x="8041" y="473"/>
                </a:lnTo>
                <a:cubicBezTo>
                  <a:pt x="8041" y="483"/>
                  <a:pt x="8040" y="492"/>
                  <a:pt x="8038" y="501"/>
                </a:cubicBezTo>
                <a:cubicBezTo>
                  <a:pt x="8036" y="510"/>
                  <a:pt x="8033" y="519"/>
                  <a:pt x="8030" y="527"/>
                </a:cubicBezTo>
                <a:cubicBezTo>
                  <a:pt x="8026" y="536"/>
                  <a:pt x="8022" y="544"/>
                  <a:pt x="8017" y="552"/>
                </a:cubicBezTo>
                <a:cubicBezTo>
                  <a:pt x="8011" y="560"/>
                  <a:pt x="8006" y="567"/>
                  <a:pt x="7999" y="573"/>
                </a:cubicBezTo>
                <a:cubicBezTo>
                  <a:pt x="7992" y="580"/>
                  <a:pt x="7985" y="586"/>
                  <a:pt x="7978" y="591"/>
                </a:cubicBezTo>
                <a:cubicBezTo>
                  <a:pt x="7970" y="596"/>
                  <a:pt x="7962" y="601"/>
                  <a:pt x="7953" y="604"/>
                </a:cubicBezTo>
                <a:cubicBezTo>
                  <a:pt x="7944" y="608"/>
                  <a:pt x="7935" y="610"/>
                  <a:pt x="7926" y="612"/>
                </a:cubicBezTo>
                <a:cubicBezTo>
                  <a:pt x="7917" y="614"/>
                  <a:pt x="7908" y="615"/>
                  <a:pt x="7899" y="615"/>
                </a:cubicBezTo>
                <a:lnTo>
                  <a:pt x="141" y="615"/>
                </a:lnTo>
                <a:cubicBezTo>
                  <a:pt x="132" y="615"/>
                  <a:pt x="123" y="614"/>
                  <a:pt x="114" y="612"/>
                </a:cubicBezTo>
                <a:cubicBezTo>
                  <a:pt x="105" y="610"/>
                  <a:pt x="96" y="608"/>
                  <a:pt x="87" y="604"/>
                </a:cubicBezTo>
                <a:cubicBezTo>
                  <a:pt x="79" y="601"/>
                  <a:pt x="70" y="596"/>
                  <a:pt x="63" y="591"/>
                </a:cubicBezTo>
                <a:cubicBezTo>
                  <a:pt x="55" y="586"/>
                  <a:pt x="48" y="580"/>
                  <a:pt x="41" y="573"/>
                </a:cubicBezTo>
                <a:cubicBezTo>
                  <a:pt x="35" y="567"/>
                  <a:pt x="29" y="560"/>
                  <a:pt x="23" y="552"/>
                </a:cubicBezTo>
                <a:cubicBezTo>
                  <a:pt x="18" y="544"/>
                  <a:pt x="14" y="536"/>
                  <a:pt x="10" y="527"/>
                </a:cubicBezTo>
                <a:cubicBezTo>
                  <a:pt x="7" y="519"/>
                  <a:pt x="4" y="510"/>
                  <a:pt x="2" y="501"/>
                </a:cubicBezTo>
                <a:cubicBezTo>
                  <a:pt x="0" y="492"/>
                  <a:pt x="0" y="483"/>
                  <a:pt x="0" y="473"/>
                </a:cubicBezTo>
                <a:lnTo>
                  <a:pt x="0" y="142"/>
                </a:lnTo>
                <a:cubicBezTo>
                  <a:pt x="0" y="132"/>
                  <a:pt x="0" y="123"/>
                  <a:pt x="2" y="114"/>
                </a:cubicBezTo>
                <a:cubicBezTo>
                  <a:pt x="4" y="105"/>
                  <a:pt x="7" y="96"/>
                  <a:pt x="10" y="87"/>
                </a:cubicBezTo>
                <a:cubicBezTo>
                  <a:pt x="14" y="79"/>
                  <a:pt x="18" y="71"/>
                  <a:pt x="23" y="63"/>
                </a:cubicBezTo>
                <a:cubicBezTo>
                  <a:pt x="29" y="55"/>
                  <a:pt x="35" y="48"/>
                  <a:pt x="41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8"/>
                  <a:pt x="79" y="14"/>
                  <a:pt x="87" y="11"/>
                </a:cubicBezTo>
                <a:cubicBezTo>
                  <a:pt x="96" y="7"/>
                  <a:pt x="105" y="4"/>
                  <a:pt x="114" y="2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noFill/>
          <a:ln w="8280">
            <a:solidFill>
              <a:srgbClr val="fcd34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564680" y="3093120"/>
            <a:ext cx="5443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transforms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2486160" y="3751920"/>
            <a:ext cx="111240" cy="110880"/>
          </a:xfrm>
          <a:custGeom>
            <a:avLst/>
            <a:gdLst/>
            <a:ahLst/>
            <a:rect l="0" t="0" r="r" b="b"/>
            <a:pathLst>
              <a:path w="309" h="308">
                <a:moveTo>
                  <a:pt x="72" y="0"/>
                </a:moveTo>
                <a:lnTo>
                  <a:pt x="238" y="0"/>
                </a:lnTo>
                <a:cubicBezTo>
                  <a:pt x="247" y="0"/>
                  <a:pt x="256" y="2"/>
                  <a:pt x="265" y="6"/>
                </a:cubicBezTo>
                <a:cubicBezTo>
                  <a:pt x="274" y="9"/>
                  <a:pt x="281" y="14"/>
                  <a:pt x="288" y="21"/>
                </a:cubicBezTo>
                <a:cubicBezTo>
                  <a:pt x="295" y="28"/>
                  <a:pt x="300" y="35"/>
                  <a:pt x="303" y="44"/>
                </a:cubicBezTo>
                <a:cubicBezTo>
                  <a:pt x="307" y="53"/>
                  <a:pt x="309" y="62"/>
                  <a:pt x="309" y="71"/>
                </a:cubicBezTo>
                <a:lnTo>
                  <a:pt x="309" y="237"/>
                </a:lnTo>
                <a:cubicBezTo>
                  <a:pt x="309" y="247"/>
                  <a:pt x="307" y="256"/>
                  <a:pt x="303" y="265"/>
                </a:cubicBezTo>
                <a:cubicBezTo>
                  <a:pt x="300" y="273"/>
                  <a:pt x="295" y="281"/>
                  <a:pt x="288" y="288"/>
                </a:cubicBezTo>
                <a:cubicBezTo>
                  <a:pt x="281" y="294"/>
                  <a:pt x="274" y="299"/>
                  <a:pt x="265" y="303"/>
                </a:cubicBezTo>
                <a:cubicBezTo>
                  <a:pt x="256" y="306"/>
                  <a:pt x="247" y="308"/>
                  <a:pt x="238" y="308"/>
                </a:cubicBezTo>
                <a:lnTo>
                  <a:pt x="72" y="308"/>
                </a:lnTo>
                <a:cubicBezTo>
                  <a:pt x="63" y="308"/>
                  <a:pt x="54" y="306"/>
                  <a:pt x="45" y="303"/>
                </a:cubicBezTo>
                <a:cubicBezTo>
                  <a:pt x="37" y="299"/>
                  <a:pt x="29" y="294"/>
                  <a:pt x="22" y="288"/>
                </a:cubicBezTo>
                <a:cubicBezTo>
                  <a:pt x="16" y="281"/>
                  <a:pt x="10" y="273"/>
                  <a:pt x="7" y="265"/>
                </a:cubicBezTo>
                <a:cubicBezTo>
                  <a:pt x="3" y="256"/>
                  <a:pt x="0" y="247"/>
                  <a:pt x="0" y="237"/>
                </a:cubicBezTo>
                <a:lnTo>
                  <a:pt x="0" y="71"/>
                </a:lnTo>
                <a:cubicBezTo>
                  <a:pt x="0" y="62"/>
                  <a:pt x="3" y="53"/>
                  <a:pt x="7" y="44"/>
                </a:cubicBezTo>
                <a:cubicBezTo>
                  <a:pt x="10" y="35"/>
                  <a:pt x="16" y="28"/>
                  <a:pt x="22" y="21"/>
                </a:cubicBezTo>
                <a:cubicBezTo>
                  <a:pt x="29" y="14"/>
                  <a:pt x="37" y="9"/>
                  <a:pt x="45" y="6"/>
                </a:cubicBezTo>
                <a:cubicBezTo>
                  <a:pt x="54" y="2"/>
                  <a:pt x="63" y="0"/>
                  <a:pt x="72" y="0"/>
                </a:cubicBez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2486160" y="3751920"/>
            <a:ext cx="111240" cy="110880"/>
          </a:xfrm>
          <a:custGeom>
            <a:avLst/>
            <a:gdLst/>
            <a:ahLst/>
            <a:rect l="0" t="0" r="r" b="b"/>
            <a:pathLst>
              <a:path w="309" h="308">
                <a:moveTo>
                  <a:pt x="72" y="0"/>
                </a:moveTo>
                <a:lnTo>
                  <a:pt x="238" y="0"/>
                </a:lnTo>
                <a:cubicBezTo>
                  <a:pt x="247" y="0"/>
                  <a:pt x="256" y="2"/>
                  <a:pt x="265" y="6"/>
                </a:cubicBezTo>
                <a:cubicBezTo>
                  <a:pt x="274" y="9"/>
                  <a:pt x="281" y="14"/>
                  <a:pt x="288" y="21"/>
                </a:cubicBezTo>
                <a:cubicBezTo>
                  <a:pt x="295" y="28"/>
                  <a:pt x="300" y="35"/>
                  <a:pt x="303" y="44"/>
                </a:cubicBezTo>
                <a:cubicBezTo>
                  <a:pt x="307" y="53"/>
                  <a:pt x="309" y="62"/>
                  <a:pt x="309" y="71"/>
                </a:cubicBezTo>
                <a:lnTo>
                  <a:pt x="309" y="237"/>
                </a:lnTo>
                <a:cubicBezTo>
                  <a:pt x="309" y="247"/>
                  <a:pt x="307" y="256"/>
                  <a:pt x="303" y="265"/>
                </a:cubicBezTo>
                <a:cubicBezTo>
                  <a:pt x="300" y="273"/>
                  <a:pt x="295" y="281"/>
                  <a:pt x="288" y="288"/>
                </a:cubicBezTo>
                <a:cubicBezTo>
                  <a:pt x="281" y="294"/>
                  <a:pt x="274" y="299"/>
                  <a:pt x="265" y="303"/>
                </a:cubicBezTo>
                <a:cubicBezTo>
                  <a:pt x="256" y="306"/>
                  <a:pt x="247" y="308"/>
                  <a:pt x="238" y="308"/>
                </a:cubicBezTo>
                <a:lnTo>
                  <a:pt x="72" y="308"/>
                </a:lnTo>
                <a:cubicBezTo>
                  <a:pt x="63" y="308"/>
                  <a:pt x="54" y="306"/>
                  <a:pt x="45" y="303"/>
                </a:cubicBezTo>
                <a:cubicBezTo>
                  <a:pt x="37" y="299"/>
                  <a:pt x="29" y="294"/>
                  <a:pt x="22" y="288"/>
                </a:cubicBezTo>
                <a:cubicBezTo>
                  <a:pt x="16" y="281"/>
                  <a:pt x="10" y="273"/>
                  <a:pt x="7" y="265"/>
                </a:cubicBezTo>
                <a:cubicBezTo>
                  <a:pt x="3" y="256"/>
                  <a:pt x="0" y="247"/>
                  <a:pt x="0" y="237"/>
                </a:cubicBezTo>
                <a:lnTo>
                  <a:pt x="0" y="71"/>
                </a:lnTo>
                <a:cubicBezTo>
                  <a:pt x="0" y="62"/>
                  <a:pt x="3" y="53"/>
                  <a:pt x="7" y="44"/>
                </a:cubicBezTo>
                <a:cubicBezTo>
                  <a:pt x="10" y="35"/>
                  <a:pt x="16" y="28"/>
                  <a:pt x="22" y="21"/>
                </a:cubicBezTo>
                <a:cubicBezTo>
                  <a:pt x="29" y="14"/>
                  <a:pt x="37" y="9"/>
                  <a:pt x="45" y="6"/>
                </a:cubicBezTo>
                <a:cubicBezTo>
                  <a:pt x="54" y="2"/>
                  <a:pt x="63" y="0"/>
                  <a:pt x="72" y="0"/>
                </a:cubicBezTo>
                <a:close/>
              </a:path>
            </a:pathLst>
          </a:custGeom>
          <a:noFill/>
          <a:ln w="8280">
            <a:solidFill>
              <a:srgbClr val="93c5f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643880" y="3348360"/>
            <a:ext cx="37247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92400e"/>
                </a:solidFill>
                <a:effectLst/>
                <a:uFillTx/>
                <a:latin typeface="SegoeUI"/>
                <a:ea typeface="SegoeUI"/>
              </a:rPr>
              <a:t>models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755320" y="375192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71" y="0"/>
                </a:moveTo>
                <a:lnTo>
                  <a:pt x="237" y="0"/>
                </a:lnTo>
                <a:cubicBezTo>
                  <a:pt x="247" y="0"/>
                  <a:pt x="256" y="2"/>
                  <a:pt x="265" y="6"/>
                </a:cubicBezTo>
                <a:cubicBezTo>
                  <a:pt x="273" y="9"/>
                  <a:pt x="281" y="14"/>
                  <a:pt x="288" y="21"/>
                </a:cubicBezTo>
                <a:cubicBezTo>
                  <a:pt x="294" y="28"/>
                  <a:pt x="299" y="35"/>
                  <a:pt x="303" y="44"/>
                </a:cubicBezTo>
                <a:cubicBezTo>
                  <a:pt x="307" y="53"/>
                  <a:pt x="308" y="62"/>
                  <a:pt x="308" y="71"/>
                </a:cubicBezTo>
                <a:lnTo>
                  <a:pt x="308" y="237"/>
                </a:lnTo>
                <a:cubicBezTo>
                  <a:pt x="308" y="247"/>
                  <a:pt x="307" y="256"/>
                  <a:pt x="303" y="265"/>
                </a:cubicBezTo>
                <a:cubicBezTo>
                  <a:pt x="299" y="273"/>
                  <a:pt x="294" y="281"/>
                  <a:pt x="288" y="288"/>
                </a:cubicBezTo>
                <a:cubicBezTo>
                  <a:pt x="281" y="294"/>
                  <a:pt x="273" y="299"/>
                  <a:pt x="265" y="303"/>
                </a:cubicBezTo>
                <a:cubicBezTo>
                  <a:pt x="256" y="306"/>
                  <a:pt x="247" y="308"/>
                  <a:pt x="237" y="308"/>
                </a:cubicBezTo>
                <a:lnTo>
                  <a:pt x="71" y="308"/>
                </a:lnTo>
                <a:cubicBezTo>
                  <a:pt x="61" y="308"/>
                  <a:pt x="52" y="306"/>
                  <a:pt x="44" y="303"/>
                </a:cubicBezTo>
                <a:cubicBezTo>
                  <a:pt x="35" y="299"/>
                  <a:pt x="27" y="294"/>
                  <a:pt x="21" y="288"/>
                </a:cubicBezTo>
                <a:cubicBezTo>
                  <a:pt x="14" y="281"/>
                  <a:pt x="9" y="273"/>
                  <a:pt x="5" y="265"/>
                </a:cubicBezTo>
                <a:cubicBezTo>
                  <a:pt x="2" y="256"/>
                  <a:pt x="0" y="247"/>
                  <a:pt x="0" y="237"/>
                </a:cubicBezTo>
                <a:lnTo>
                  <a:pt x="0" y="71"/>
                </a:lnTo>
                <a:cubicBezTo>
                  <a:pt x="0" y="62"/>
                  <a:pt x="2" y="53"/>
                  <a:pt x="5" y="44"/>
                </a:cubicBezTo>
                <a:cubicBezTo>
                  <a:pt x="9" y="35"/>
                  <a:pt x="14" y="28"/>
                  <a:pt x="21" y="21"/>
                </a:cubicBezTo>
                <a:cubicBezTo>
                  <a:pt x="27" y="14"/>
                  <a:pt x="35" y="9"/>
                  <a:pt x="44" y="6"/>
                </a:cubicBezTo>
                <a:cubicBezTo>
                  <a:pt x="52" y="2"/>
                  <a:pt x="61" y="0"/>
                  <a:pt x="71" y="0"/>
                </a:cubicBezTo>
                <a:close/>
              </a:path>
            </a:pathLst>
          </a:custGeom>
          <a:solidFill>
            <a:srgbClr val="fef3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5755320" y="375192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71" y="0"/>
                </a:moveTo>
                <a:lnTo>
                  <a:pt x="237" y="0"/>
                </a:lnTo>
                <a:cubicBezTo>
                  <a:pt x="247" y="0"/>
                  <a:pt x="256" y="2"/>
                  <a:pt x="265" y="6"/>
                </a:cubicBezTo>
                <a:cubicBezTo>
                  <a:pt x="273" y="9"/>
                  <a:pt x="281" y="14"/>
                  <a:pt x="288" y="21"/>
                </a:cubicBezTo>
                <a:cubicBezTo>
                  <a:pt x="294" y="28"/>
                  <a:pt x="299" y="35"/>
                  <a:pt x="303" y="44"/>
                </a:cubicBezTo>
                <a:cubicBezTo>
                  <a:pt x="307" y="53"/>
                  <a:pt x="308" y="62"/>
                  <a:pt x="308" y="71"/>
                </a:cubicBezTo>
                <a:lnTo>
                  <a:pt x="308" y="237"/>
                </a:lnTo>
                <a:cubicBezTo>
                  <a:pt x="308" y="247"/>
                  <a:pt x="307" y="256"/>
                  <a:pt x="303" y="265"/>
                </a:cubicBezTo>
                <a:cubicBezTo>
                  <a:pt x="299" y="273"/>
                  <a:pt x="294" y="281"/>
                  <a:pt x="288" y="288"/>
                </a:cubicBezTo>
                <a:cubicBezTo>
                  <a:pt x="281" y="294"/>
                  <a:pt x="273" y="299"/>
                  <a:pt x="265" y="303"/>
                </a:cubicBezTo>
                <a:cubicBezTo>
                  <a:pt x="256" y="306"/>
                  <a:pt x="247" y="308"/>
                  <a:pt x="237" y="308"/>
                </a:cubicBezTo>
                <a:lnTo>
                  <a:pt x="71" y="308"/>
                </a:lnTo>
                <a:cubicBezTo>
                  <a:pt x="61" y="308"/>
                  <a:pt x="52" y="306"/>
                  <a:pt x="44" y="303"/>
                </a:cubicBezTo>
                <a:cubicBezTo>
                  <a:pt x="35" y="299"/>
                  <a:pt x="27" y="294"/>
                  <a:pt x="21" y="288"/>
                </a:cubicBezTo>
                <a:cubicBezTo>
                  <a:pt x="14" y="281"/>
                  <a:pt x="9" y="273"/>
                  <a:pt x="5" y="265"/>
                </a:cubicBezTo>
                <a:cubicBezTo>
                  <a:pt x="2" y="256"/>
                  <a:pt x="0" y="247"/>
                  <a:pt x="0" y="237"/>
                </a:cubicBezTo>
                <a:lnTo>
                  <a:pt x="0" y="71"/>
                </a:lnTo>
                <a:cubicBezTo>
                  <a:pt x="0" y="62"/>
                  <a:pt x="2" y="53"/>
                  <a:pt x="5" y="44"/>
                </a:cubicBezTo>
                <a:cubicBezTo>
                  <a:pt x="9" y="35"/>
                  <a:pt x="14" y="28"/>
                  <a:pt x="21" y="21"/>
                </a:cubicBezTo>
                <a:cubicBezTo>
                  <a:pt x="27" y="14"/>
                  <a:pt x="35" y="9"/>
                  <a:pt x="44" y="6"/>
                </a:cubicBezTo>
                <a:cubicBezTo>
                  <a:pt x="52" y="2"/>
                  <a:pt x="61" y="0"/>
                  <a:pt x="71" y="0"/>
                </a:cubicBezTo>
                <a:close/>
              </a:path>
            </a:pathLst>
          </a:custGeom>
          <a:noFill/>
          <a:ln w="8280">
            <a:solidFill>
              <a:srgbClr val="fcd34d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673720" y="3735360"/>
            <a:ext cx="2940883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10" b="0" u="none" strike="noStrike">
                <a:solidFill>
                  <a:srgbClr val="475569"/>
                </a:solidFill>
                <a:effectLst/>
                <a:uFillTx/>
                <a:latin typeface="SegoeUI"/>
                <a:ea typeface="SegoeUI"/>
              </a:rPr>
              <a:t>decoding / encoding: now actively developed in TorchCodec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8479440" y="375192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71" y="0"/>
                </a:moveTo>
                <a:lnTo>
                  <a:pt x="236" y="0"/>
                </a:lnTo>
                <a:cubicBezTo>
                  <a:pt x="247" y="0"/>
                  <a:pt x="256" y="2"/>
                  <a:pt x="265" y="6"/>
                </a:cubicBezTo>
                <a:cubicBezTo>
                  <a:pt x="273" y="9"/>
                  <a:pt x="281" y="14"/>
                  <a:pt x="288" y="21"/>
                </a:cubicBezTo>
                <a:cubicBezTo>
                  <a:pt x="294" y="28"/>
                  <a:pt x="299" y="35"/>
                  <a:pt x="303" y="44"/>
                </a:cubicBezTo>
                <a:cubicBezTo>
                  <a:pt x="307" y="53"/>
                  <a:pt x="308" y="62"/>
                  <a:pt x="308" y="71"/>
                </a:cubicBezTo>
                <a:lnTo>
                  <a:pt x="308" y="237"/>
                </a:lnTo>
                <a:cubicBezTo>
                  <a:pt x="308" y="247"/>
                  <a:pt x="307" y="256"/>
                  <a:pt x="303" y="265"/>
                </a:cubicBezTo>
                <a:cubicBezTo>
                  <a:pt x="299" y="273"/>
                  <a:pt x="294" y="281"/>
                  <a:pt x="288" y="288"/>
                </a:cubicBezTo>
                <a:cubicBezTo>
                  <a:pt x="281" y="294"/>
                  <a:pt x="273" y="299"/>
                  <a:pt x="265" y="303"/>
                </a:cubicBezTo>
                <a:cubicBezTo>
                  <a:pt x="256" y="306"/>
                  <a:pt x="247" y="308"/>
                  <a:pt x="236" y="308"/>
                </a:cubicBezTo>
                <a:lnTo>
                  <a:pt x="71" y="308"/>
                </a:lnTo>
                <a:cubicBezTo>
                  <a:pt x="62" y="308"/>
                  <a:pt x="53" y="306"/>
                  <a:pt x="44" y="303"/>
                </a:cubicBezTo>
                <a:cubicBezTo>
                  <a:pt x="35" y="299"/>
                  <a:pt x="27" y="294"/>
                  <a:pt x="21" y="288"/>
                </a:cubicBezTo>
                <a:cubicBezTo>
                  <a:pt x="14" y="281"/>
                  <a:pt x="9" y="273"/>
                  <a:pt x="5" y="265"/>
                </a:cubicBezTo>
                <a:cubicBezTo>
                  <a:pt x="2" y="256"/>
                  <a:pt x="0" y="247"/>
                  <a:pt x="0" y="237"/>
                </a:cubicBezTo>
                <a:lnTo>
                  <a:pt x="0" y="71"/>
                </a:lnTo>
                <a:cubicBezTo>
                  <a:pt x="0" y="62"/>
                  <a:pt x="2" y="53"/>
                  <a:pt x="5" y="44"/>
                </a:cubicBezTo>
                <a:cubicBezTo>
                  <a:pt x="9" y="35"/>
                  <a:pt x="14" y="28"/>
                  <a:pt x="21" y="21"/>
                </a:cubicBezTo>
                <a:cubicBezTo>
                  <a:pt x="27" y="14"/>
                  <a:pt x="35" y="9"/>
                  <a:pt x="44" y="6"/>
                </a:cubicBezTo>
                <a:cubicBezTo>
                  <a:pt x="53" y="2"/>
                  <a:pt x="62" y="0"/>
                  <a:pt x="71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8479440" y="375192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71" y="0"/>
                </a:moveTo>
                <a:lnTo>
                  <a:pt x="236" y="0"/>
                </a:lnTo>
                <a:cubicBezTo>
                  <a:pt x="247" y="0"/>
                  <a:pt x="256" y="2"/>
                  <a:pt x="265" y="6"/>
                </a:cubicBezTo>
                <a:cubicBezTo>
                  <a:pt x="273" y="9"/>
                  <a:pt x="281" y="14"/>
                  <a:pt x="288" y="21"/>
                </a:cubicBezTo>
                <a:cubicBezTo>
                  <a:pt x="294" y="28"/>
                  <a:pt x="299" y="35"/>
                  <a:pt x="303" y="44"/>
                </a:cubicBezTo>
                <a:cubicBezTo>
                  <a:pt x="307" y="53"/>
                  <a:pt x="308" y="62"/>
                  <a:pt x="308" y="71"/>
                </a:cubicBezTo>
                <a:lnTo>
                  <a:pt x="308" y="237"/>
                </a:lnTo>
                <a:cubicBezTo>
                  <a:pt x="308" y="247"/>
                  <a:pt x="307" y="256"/>
                  <a:pt x="303" y="265"/>
                </a:cubicBezTo>
                <a:cubicBezTo>
                  <a:pt x="299" y="273"/>
                  <a:pt x="294" y="281"/>
                  <a:pt x="288" y="288"/>
                </a:cubicBezTo>
                <a:cubicBezTo>
                  <a:pt x="281" y="294"/>
                  <a:pt x="273" y="299"/>
                  <a:pt x="265" y="303"/>
                </a:cubicBezTo>
                <a:cubicBezTo>
                  <a:pt x="256" y="306"/>
                  <a:pt x="247" y="308"/>
                  <a:pt x="236" y="308"/>
                </a:cubicBezTo>
                <a:lnTo>
                  <a:pt x="71" y="308"/>
                </a:lnTo>
                <a:cubicBezTo>
                  <a:pt x="62" y="308"/>
                  <a:pt x="53" y="306"/>
                  <a:pt x="44" y="303"/>
                </a:cubicBezTo>
                <a:cubicBezTo>
                  <a:pt x="35" y="299"/>
                  <a:pt x="27" y="294"/>
                  <a:pt x="21" y="288"/>
                </a:cubicBezTo>
                <a:cubicBezTo>
                  <a:pt x="14" y="281"/>
                  <a:pt x="9" y="273"/>
                  <a:pt x="5" y="265"/>
                </a:cubicBezTo>
                <a:cubicBezTo>
                  <a:pt x="2" y="256"/>
                  <a:pt x="0" y="247"/>
                  <a:pt x="0" y="237"/>
                </a:cubicBezTo>
                <a:lnTo>
                  <a:pt x="0" y="71"/>
                </a:lnTo>
                <a:cubicBezTo>
                  <a:pt x="0" y="62"/>
                  <a:pt x="2" y="53"/>
                  <a:pt x="5" y="44"/>
                </a:cubicBezTo>
                <a:cubicBezTo>
                  <a:pt x="9" y="35"/>
                  <a:pt x="14" y="28"/>
                  <a:pt x="21" y="21"/>
                </a:cubicBezTo>
                <a:cubicBezTo>
                  <a:pt x="27" y="14"/>
                  <a:pt x="35" y="9"/>
                  <a:pt x="44" y="6"/>
                </a:cubicBezTo>
                <a:cubicBezTo>
                  <a:pt x="53" y="2"/>
                  <a:pt x="62" y="0"/>
                  <a:pt x="71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942520" y="3735360"/>
            <a:ext cx="2234044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10" b="0" u="none" strike="noStrike">
                <a:solidFill>
                  <a:srgbClr val="475569"/>
                </a:solidFill>
                <a:effectLst/>
                <a:uFillTx/>
                <a:latin typeface="SegoeUI"/>
                <a:ea typeface="SegoeUI"/>
              </a:rPr>
              <a:t>now frozen — better served by the ecosystem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2214000" y="4092120"/>
            <a:ext cx="7764120" cy="1820520"/>
          </a:xfrm>
          <a:custGeom>
            <a:avLst/>
            <a:gdLst/>
            <a:ahLst/>
            <a:rect l="0" t="0" r="r" b="b"/>
            <a:pathLst>
              <a:path w="21567" h="5057">
                <a:moveTo>
                  <a:pt x="284" y="0"/>
                </a:moveTo>
                <a:lnTo>
                  <a:pt x="21283" y="0"/>
                </a:lnTo>
                <a:cubicBezTo>
                  <a:pt x="21302" y="0"/>
                  <a:pt x="21320" y="2"/>
                  <a:pt x="21339" y="6"/>
                </a:cubicBezTo>
                <a:cubicBezTo>
                  <a:pt x="21357" y="9"/>
                  <a:pt x="21375" y="15"/>
                  <a:pt x="21392" y="22"/>
                </a:cubicBezTo>
                <a:cubicBezTo>
                  <a:pt x="21409" y="29"/>
                  <a:pt x="21425" y="38"/>
                  <a:pt x="21441" y="48"/>
                </a:cubicBezTo>
                <a:cubicBezTo>
                  <a:pt x="21456" y="58"/>
                  <a:pt x="21471" y="70"/>
                  <a:pt x="21484" y="83"/>
                </a:cubicBezTo>
                <a:cubicBezTo>
                  <a:pt x="21497" y="96"/>
                  <a:pt x="21509" y="111"/>
                  <a:pt x="21519" y="126"/>
                </a:cubicBezTo>
                <a:cubicBezTo>
                  <a:pt x="21529" y="142"/>
                  <a:pt x="21538" y="158"/>
                  <a:pt x="21545" y="175"/>
                </a:cubicBezTo>
                <a:cubicBezTo>
                  <a:pt x="21552" y="192"/>
                  <a:pt x="21558" y="210"/>
                  <a:pt x="21561" y="228"/>
                </a:cubicBezTo>
                <a:cubicBezTo>
                  <a:pt x="21565" y="247"/>
                  <a:pt x="21567" y="265"/>
                  <a:pt x="21567" y="284"/>
                </a:cubicBezTo>
                <a:lnTo>
                  <a:pt x="21567" y="4773"/>
                </a:lnTo>
                <a:cubicBezTo>
                  <a:pt x="21567" y="4792"/>
                  <a:pt x="21565" y="4810"/>
                  <a:pt x="21561" y="4828"/>
                </a:cubicBezTo>
                <a:cubicBezTo>
                  <a:pt x="21558" y="4847"/>
                  <a:pt x="21552" y="4864"/>
                  <a:pt x="21545" y="4882"/>
                </a:cubicBezTo>
                <a:cubicBezTo>
                  <a:pt x="21538" y="4899"/>
                  <a:pt x="21529" y="4915"/>
                  <a:pt x="21519" y="4931"/>
                </a:cubicBezTo>
                <a:cubicBezTo>
                  <a:pt x="21509" y="4946"/>
                  <a:pt x="21497" y="4960"/>
                  <a:pt x="21484" y="4974"/>
                </a:cubicBezTo>
                <a:cubicBezTo>
                  <a:pt x="21471" y="4987"/>
                  <a:pt x="21456" y="4998"/>
                  <a:pt x="21441" y="5009"/>
                </a:cubicBezTo>
                <a:cubicBezTo>
                  <a:pt x="21425" y="5019"/>
                  <a:pt x="21409" y="5028"/>
                  <a:pt x="21392" y="5035"/>
                </a:cubicBezTo>
                <a:cubicBezTo>
                  <a:pt x="21375" y="5042"/>
                  <a:pt x="21357" y="5047"/>
                  <a:pt x="21339" y="5051"/>
                </a:cubicBezTo>
                <a:cubicBezTo>
                  <a:pt x="21320" y="5055"/>
                  <a:pt x="21302" y="5057"/>
                  <a:pt x="21283" y="5057"/>
                </a:cubicBezTo>
                <a:lnTo>
                  <a:pt x="284" y="5057"/>
                </a:lnTo>
                <a:cubicBezTo>
                  <a:pt x="265" y="5057"/>
                  <a:pt x="246" y="5055"/>
                  <a:pt x="228" y="5051"/>
                </a:cubicBezTo>
                <a:cubicBezTo>
                  <a:pt x="210" y="5047"/>
                  <a:pt x="192" y="5042"/>
                  <a:pt x="175" y="5035"/>
                </a:cubicBezTo>
                <a:cubicBezTo>
                  <a:pt x="158" y="5028"/>
                  <a:pt x="141" y="5019"/>
                  <a:pt x="126" y="5009"/>
                </a:cubicBezTo>
                <a:cubicBezTo>
                  <a:pt x="110" y="4998"/>
                  <a:pt x="96" y="4987"/>
                  <a:pt x="83" y="4974"/>
                </a:cubicBezTo>
                <a:cubicBezTo>
                  <a:pt x="70" y="4960"/>
                  <a:pt x="58" y="4946"/>
                  <a:pt x="48" y="4931"/>
                </a:cubicBezTo>
                <a:cubicBezTo>
                  <a:pt x="37" y="4915"/>
                  <a:pt x="28" y="4899"/>
                  <a:pt x="21" y="4882"/>
                </a:cubicBezTo>
                <a:cubicBezTo>
                  <a:pt x="14" y="4864"/>
                  <a:pt x="9" y="4847"/>
                  <a:pt x="5" y="4828"/>
                </a:cubicBezTo>
                <a:cubicBezTo>
                  <a:pt x="2" y="4810"/>
                  <a:pt x="0" y="4792"/>
                  <a:pt x="0" y="4773"/>
                </a:cubicBezTo>
                <a:lnTo>
                  <a:pt x="0" y="284"/>
                </a:lnTo>
                <a:cubicBezTo>
                  <a:pt x="0" y="265"/>
                  <a:pt x="2" y="247"/>
                  <a:pt x="5" y="228"/>
                </a:cubicBezTo>
                <a:cubicBezTo>
                  <a:pt x="9" y="210"/>
                  <a:pt x="14" y="192"/>
                  <a:pt x="21" y="175"/>
                </a:cubicBezTo>
                <a:cubicBezTo>
                  <a:pt x="28" y="158"/>
                  <a:pt x="37" y="142"/>
                  <a:pt x="48" y="126"/>
                </a:cubicBezTo>
                <a:cubicBezTo>
                  <a:pt x="58" y="111"/>
                  <a:pt x="70" y="96"/>
                  <a:pt x="83" y="83"/>
                </a:cubicBezTo>
                <a:cubicBezTo>
                  <a:pt x="96" y="70"/>
                  <a:pt x="110" y="58"/>
                  <a:pt x="126" y="48"/>
                </a:cubicBezTo>
                <a:cubicBezTo>
                  <a:pt x="141" y="38"/>
                  <a:pt x="158" y="29"/>
                  <a:pt x="175" y="22"/>
                </a:cubicBezTo>
                <a:cubicBezTo>
                  <a:pt x="192" y="15"/>
                  <a:pt x="210" y="9"/>
                  <a:pt x="228" y="6"/>
                </a:cubicBezTo>
                <a:cubicBezTo>
                  <a:pt x="246" y="2"/>
                  <a:pt x="265" y="0"/>
                  <a:pt x="284" y="0"/>
                </a:cubicBezTo>
                <a:close/>
              </a:path>
            </a:pathLst>
          </a:custGeom>
          <a:solidFill>
            <a:srgbClr val="fbfb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2214000" y="4092120"/>
            <a:ext cx="7764120" cy="1820520"/>
          </a:xfrm>
          <a:custGeom>
            <a:avLst/>
            <a:gdLst/>
            <a:ahLst/>
            <a:rect l="0" t="0" r="r" b="b"/>
            <a:pathLst>
              <a:path w="21567" h="5057">
                <a:moveTo>
                  <a:pt x="284" y="0"/>
                </a:moveTo>
                <a:lnTo>
                  <a:pt x="21283" y="0"/>
                </a:lnTo>
                <a:cubicBezTo>
                  <a:pt x="21302" y="0"/>
                  <a:pt x="21320" y="2"/>
                  <a:pt x="21339" y="6"/>
                </a:cubicBezTo>
                <a:cubicBezTo>
                  <a:pt x="21357" y="9"/>
                  <a:pt x="21375" y="15"/>
                  <a:pt x="21392" y="22"/>
                </a:cubicBezTo>
                <a:cubicBezTo>
                  <a:pt x="21409" y="29"/>
                  <a:pt x="21425" y="38"/>
                  <a:pt x="21441" y="48"/>
                </a:cubicBezTo>
                <a:cubicBezTo>
                  <a:pt x="21456" y="58"/>
                  <a:pt x="21471" y="70"/>
                  <a:pt x="21484" y="83"/>
                </a:cubicBezTo>
                <a:cubicBezTo>
                  <a:pt x="21497" y="96"/>
                  <a:pt x="21509" y="111"/>
                  <a:pt x="21519" y="126"/>
                </a:cubicBezTo>
                <a:cubicBezTo>
                  <a:pt x="21529" y="142"/>
                  <a:pt x="21538" y="158"/>
                  <a:pt x="21545" y="175"/>
                </a:cubicBezTo>
                <a:cubicBezTo>
                  <a:pt x="21552" y="192"/>
                  <a:pt x="21558" y="210"/>
                  <a:pt x="21561" y="228"/>
                </a:cubicBezTo>
                <a:cubicBezTo>
                  <a:pt x="21565" y="247"/>
                  <a:pt x="21567" y="265"/>
                  <a:pt x="21567" y="284"/>
                </a:cubicBezTo>
                <a:lnTo>
                  <a:pt x="21567" y="4773"/>
                </a:lnTo>
                <a:cubicBezTo>
                  <a:pt x="21567" y="4792"/>
                  <a:pt x="21565" y="4810"/>
                  <a:pt x="21561" y="4828"/>
                </a:cubicBezTo>
                <a:cubicBezTo>
                  <a:pt x="21558" y="4847"/>
                  <a:pt x="21552" y="4864"/>
                  <a:pt x="21545" y="4882"/>
                </a:cubicBezTo>
                <a:cubicBezTo>
                  <a:pt x="21538" y="4899"/>
                  <a:pt x="21529" y="4915"/>
                  <a:pt x="21519" y="4931"/>
                </a:cubicBezTo>
                <a:cubicBezTo>
                  <a:pt x="21509" y="4946"/>
                  <a:pt x="21497" y="4960"/>
                  <a:pt x="21484" y="4974"/>
                </a:cubicBezTo>
                <a:cubicBezTo>
                  <a:pt x="21471" y="4987"/>
                  <a:pt x="21456" y="4998"/>
                  <a:pt x="21441" y="5009"/>
                </a:cubicBezTo>
                <a:cubicBezTo>
                  <a:pt x="21425" y="5019"/>
                  <a:pt x="21409" y="5028"/>
                  <a:pt x="21392" y="5035"/>
                </a:cubicBezTo>
                <a:cubicBezTo>
                  <a:pt x="21375" y="5042"/>
                  <a:pt x="21357" y="5047"/>
                  <a:pt x="21339" y="5051"/>
                </a:cubicBezTo>
                <a:cubicBezTo>
                  <a:pt x="21320" y="5055"/>
                  <a:pt x="21302" y="5057"/>
                  <a:pt x="21283" y="5057"/>
                </a:cubicBezTo>
                <a:lnTo>
                  <a:pt x="284" y="5057"/>
                </a:lnTo>
                <a:cubicBezTo>
                  <a:pt x="265" y="5057"/>
                  <a:pt x="246" y="5055"/>
                  <a:pt x="228" y="5051"/>
                </a:cubicBezTo>
                <a:cubicBezTo>
                  <a:pt x="210" y="5047"/>
                  <a:pt x="192" y="5042"/>
                  <a:pt x="175" y="5035"/>
                </a:cubicBezTo>
                <a:cubicBezTo>
                  <a:pt x="158" y="5028"/>
                  <a:pt x="141" y="5019"/>
                  <a:pt x="126" y="5009"/>
                </a:cubicBezTo>
                <a:cubicBezTo>
                  <a:pt x="110" y="4998"/>
                  <a:pt x="96" y="4987"/>
                  <a:pt x="83" y="4974"/>
                </a:cubicBezTo>
                <a:cubicBezTo>
                  <a:pt x="70" y="4960"/>
                  <a:pt x="58" y="4946"/>
                  <a:pt x="48" y="4931"/>
                </a:cubicBezTo>
                <a:cubicBezTo>
                  <a:pt x="37" y="4915"/>
                  <a:pt x="28" y="4899"/>
                  <a:pt x="21" y="4882"/>
                </a:cubicBezTo>
                <a:cubicBezTo>
                  <a:pt x="14" y="4864"/>
                  <a:pt x="9" y="4847"/>
                  <a:pt x="5" y="4828"/>
                </a:cubicBezTo>
                <a:cubicBezTo>
                  <a:pt x="2" y="4810"/>
                  <a:pt x="0" y="4792"/>
                  <a:pt x="0" y="4773"/>
                </a:cubicBezTo>
                <a:lnTo>
                  <a:pt x="0" y="284"/>
                </a:lnTo>
                <a:cubicBezTo>
                  <a:pt x="0" y="265"/>
                  <a:pt x="2" y="247"/>
                  <a:pt x="5" y="228"/>
                </a:cubicBezTo>
                <a:cubicBezTo>
                  <a:pt x="9" y="210"/>
                  <a:pt x="14" y="192"/>
                  <a:pt x="21" y="175"/>
                </a:cubicBezTo>
                <a:cubicBezTo>
                  <a:pt x="28" y="158"/>
                  <a:pt x="37" y="142"/>
                  <a:pt x="48" y="126"/>
                </a:cubicBezTo>
                <a:cubicBezTo>
                  <a:pt x="58" y="111"/>
                  <a:pt x="70" y="96"/>
                  <a:pt x="83" y="83"/>
                </a:cubicBezTo>
                <a:cubicBezTo>
                  <a:pt x="96" y="70"/>
                  <a:pt x="110" y="58"/>
                  <a:pt x="126" y="48"/>
                </a:cubicBezTo>
                <a:cubicBezTo>
                  <a:pt x="141" y="38"/>
                  <a:pt x="158" y="29"/>
                  <a:pt x="175" y="22"/>
                </a:cubicBezTo>
                <a:cubicBezTo>
                  <a:pt x="192" y="15"/>
                  <a:pt x="210" y="9"/>
                  <a:pt x="228" y="6"/>
                </a:cubicBezTo>
                <a:cubicBezTo>
                  <a:pt x="246" y="2"/>
                  <a:pt x="265" y="0"/>
                  <a:pt x="284" y="0"/>
                </a:cubicBezTo>
                <a:close/>
              </a:path>
            </a:pathLst>
          </a:custGeom>
          <a:noFill/>
          <a:ln w="8280">
            <a:solidFill>
              <a:srgbClr val="e2e8f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667000" y="3735360"/>
            <a:ext cx="904348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10" b="0" u="none" strike="noStrike">
                <a:solidFill>
                  <a:srgbClr val="475569"/>
                </a:solidFill>
                <a:effectLst/>
                <a:uFillTx/>
                <a:latin typeface="SegoeUI"/>
                <a:ea typeface="SegoeUI"/>
              </a:rPr>
              <a:t>actively developed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2486520" y="4165200"/>
            <a:ext cx="36275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Now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2486160" y="4653360"/>
            <a:ext cx="1617840" cy="851040"/>
          </a:xfrm>
          <a:custGeom>
            <a:avLst/>
            <a:gdLst/>
            <a:ahLst/>
            <a:rect l="0" t="0" r="r" b="b"/>
            <a:pathLst>
              <a:path w="4494" h="2364">
                <a:moveTo>
                  <a:pt x="237" y="0"/>
                </a:moveTo>
                <a:lnTo>
                  <a:pt x="4257" y="0"/>
                </a:lnTo>
                <a:cubicBezTo>
                  <a:pt x="4272" y="0"/>
                  <a:pt x="4288" y="2"/>
                  <a:pt x="4303" y="5"/>
                </a:cubicBezTo>
                <a:cubicBezTo>
                  <a:pt x="4318" y="8"/>
                  <a:pt x="4334" y="12"/>
                  <a:pt x="4348" y="18"/>
                </a:cubicBezTo>
                <a:cubicBezTo>
                  <a:pt x="4363" y="24"/>
                  <a:pt x="4376" y="31"/>
                  <a:pt x="4389" y="40"/>
                </a:cubicBezTo>
                <a:cubicBezTo>
                  <a:pt x="4402" y="49"/>
                  <a:pt x="4414" y="59"/>
                  <a:pt x="4425" y="70"/>
                </a:cubicBezTo>
                <a:cubicBezTo>
                  <a:pt x="4436" y="81"/>
                  <a:pt x="4446" y="93"/>
                  <a:pt x="4455" y="106"/>
                </a:cubicBezTo>
                <a:cubicBezTo>
                  <a:pt x="4463" y="119"/>
                  <a:pt x="4470" y="133"/>
                  <a:pt x="4476" y="147"/>
                </a:cubicBezTo>
                <a:cubicBezTo>
                  <a:pt x="4482" y="161"/>
                  <a:pt x="4487" y="176"/>
                  <a:pt x="4490" y="191"/>
                </a:cubicBezTo>
                <a:cubicBezTo>
                  <a:pt x="4493" y="207"/>
                  <a:pt x="4494" y="222"/>
                  <a:pt x="4494" y="238"/>
                </a:cubicBezTo>
                <a:lnTo>
                  <a:pt x="4494" y="2127"/>
                </a:lnTo>
                <a:cubicBezTo>
                  <a:pt x="4494" y="2143"/>
                  <a:pt x="4493" y="2158"/>
                  <a:pt x="4490" y="2173"/>
                </a:cubicBezTo>
                <a:cubicBezTo>
                  <a:pt x="4487" y="2189"/>
                  <a:pt x="4482" y="2203"/>
                  <a:pt x="4476" y="2218"/>
                </a:cubicBezTo>
                <a:cubicBezTo>
                  <a:pt x="4470" y="2232"/>
                  <a:pt x="4463" y="2246"/>
                  <a:pt x="4455" y="2259"/>
                </a:cubicBezTo>
                <a:cubicBezTo>
                  <a:pt x="4446" y="2272"/>
                  <a:pt x="4436" y="2283"/>
                  <a:pt x="4425" y="2294"/>
                </a:cubicBezTo>
                <a:cubicBezTo>
                  <a:pt x="4414" y="2305"/>
                  <a:pt x="4402" y="2315"/>
                  <a:pt x="4389" y="2324"/>
                </a:cubicBezTo>
                <a:cubicBezTo>
                  <a:pt x="4376" y="2332"/>
                  <a:pt x="4363" y="2340"/>
                  <a:pt x="4348" y="2346"/>
                </a:cubicBezTo>
                <a:cubicBezTo>
                  <a:pt x="4334" y="2352"/>
                  <a:pt x="4318" y="2356"/>
                  <a:pt x="4303" y="2359"/>
                </a:cubicBezTo>
                <a:cubicBezTo>
                  <a:pt x="4288" y="2362"/>
                  <a:pt x="4272" y="2364"/>
                  <a:pt x="4257" y="2364"/>
                </a:cubicBezTo>
                <a:lnTo>
                  <a:pt x="237" y="2364"/>
                </a:lnTo>
                <a:cubicBezTo>
                  <a:pt x="221" y="2364"/>
                  <a:pt x="206" y="2362"/>
                  <a:pt x="191" y="2359"/>
                </a:cubicBezTo>
                <a:cubicBezTo>
                  <a:pt x="176" y="2356"/>
                  <a:pt x="161" y="2352"/>
                  <a:pt x="146" y="2346"/>
                </a:cubicBezTo>
                <a:cubicBezTo>
                  <a:pt x="132" y="2340"/>
                  <a:pt x="118" y="2332"/>
                  <a:pt x="106" y="2324"/>
                </a:cubicBezTo>
                <a:cubicBezTo>
                  <a:pt x="93" y="2315"/>
                  <a:pt x="81" y="2305"/>
                  <a:pt x="70" y="2294"/>
                </a:cubicBezTo>
                <a:cubicBezTo>
                  <a:pt x="59" y="2283"/>
                  <a:pt x="49" y="2272"/>
                  <a:pt x="40" y="2259"/>
                </a:cubicBezTo>
                <a:cubicBezTo>
                  <a:pt x="32" y="2246"/>
                  <a:pt x="24" y="2232"/>
                  <a:pt x="18" y="2218"/>
                </a:cubicBezTo>
                <a:cubicBezTo>
                  <a:pt x="13" y="2203"/>
                  <a:pt x="8" y="2189"/>
                  <a:pt x="5" y="2173"/>
                </a:cubicBezTo>
                <a:cubicBezTo>
                  <a:pt x="2" y="2158"/>
                  <a:pt x="0" y="2143"/>
                  <a:pt x="0" y="2127"/>
                </a:cubicBez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8" y="147"/>
                </a:cubicBezTo>
                <a:cubicBezTo>
                  <a:pt x="24" y="133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2486160" y="4653360"/>
            <a:ext cx="1617840" cy="851040"/>
          </a:xfrm>
          <a:custGeom>
            <a:avLst/>
            <a:gdLst/>
            <a:ahLst/>
            <a:rect l="0" t="0" r="r" b="b"/>
            <a:pathLst>
              <a:path w="4494" h="2364">
                <a:moveTo>
                  <a:pt x="237" y="0"/>
                </a:moveTo>
                <a:lnTo>
                  <a:pt x="4257" y="0"/>
                </a:lnTo>
                <a:cubicBezTo>
                  <a:pt x="4272" y="0"/>
                  <a:pt x="4288" y="2"/>
                  <a:pt x="4303" y="5"/>
                </a:cubicBezTo>
                <a:cubicBezTo>
                  <a:pt x="4318" y="8"/>
                  <a:pt x="4334" y="12"/>
                  <a:pt x="4348" y="18"/>
                </a:cubicBezTo>
                <a:cubicBezTo>
                  <a:pt x="4363" y="24"/>
                  <a:pt x="4376" y="31"/>
                  <a:pt x="4389" y="40"/>
                </a:cubicBezTo>
                <a:cubicBezTo>
                  <a:pt x="4402" y="49"/>
                  <a:pt x="4414" y="59"/>
                  <a:pt x="4425" y="70"/>
                </a:cubicBezTo>
                <a:cubicBezTo>
                  <a:pt x="4436" y="81"/>
                  <a:pt x="4446" y="93"/>
                  <a:pt x="4455" y="106"/>
                </a:cubicBezTo>
                <a:cubicBezTo>
                  <a:pt x="4463" y="119"/>
                  <a:pt x="4470" y="133"/>
                  <a:pt x="4476" y="147"/>
                </a:cubicBezTo>
                <a:cubicBezTo>
                  <a:pt x="4482" y="161"/>
                  <a:pt x="4487" y="176"/>
                  <a:pt x="4490" y="191"/>
                </a:cubicBezTo>
                <a:cubicBezTo>
                  <a:pt x="4493" y="207"/>
                  <a:pt x="4494" y="222"/>
                  <a:pt x="4494" y="238"/>
                </a:cubicBezTo>
                <a:lnTo>
                  <a:pt x="4494" y="2127"/>
                </a:lnTo>
                <a:cubicBezTo>
                  <a:pt x="4494" y="2143"/>
                  <a:pt x="4493" y="2158"/>
                  <a:pt x="4490" y="2173"/>
                </a:cubicBezTo>
                <a:cubicBezTo>
                  <a:pt x="4487" y="2189"/>
                  <a:pt x="4482" y="2203"/>
                  <a:pt x="4476" y="2218"/>
                </a:cubicBezTo>
                <a:cubicBezTo>
                  <a:pt x="4470" y="2232"/>
                  <a:pt x="4463" y="2246"/>
                  <a:pt x="4455" y="2259"/>
                </a:cubicBezTo>
                <a:cubicBezTo>
                  <a:pt x="4446" y="2272"/>
                  <a:pt x="4436" y="2283"/>
                  <a:pt x="4425" y="2294"/>
                </a:cubicBezTo>
                <a:cubicBezTo>
                  <a:pt x="4414" y="2305"/>
                  <a:pt x="4402" y="2315"/>
                  <a:pt x="4389" y="2324"/>
                </a:cubicBezTo>
                <a:cubicBezTo>
                  <a:pt x="4376" y="2332"/>
                  <a:pt x="4363" y="2340"/>
                  <a:pt x="4348" y="2346"/>
                </a:cubicBezTo>
                <a:cubicBezTo>
                  <a:pt x="4334" y="2352"/>
                  <a:pt x="4318" y="2356"/>
                  <a:pt x="4303" y="2359"/>
                </a:cubicBezTo>
                <a:cubicBezTo>
                  <a:pt x="4288" y="2362"/>
                  <a:pt x="4272" y="2364"/>
                  <a:pt x="4257" y="2364"/>
                </a:cubicBezTo>
                <a:lnTo>
                  <a:pt x="237" y="2364"/>
                </a:lnTo>
                <a:cubicBezTo>
                  <a:pt x="221" y="2364"/>
                  <a:pt x="206" y="2362"/>
                  <a:pt x="191" y="2359"/>
                </a:cubicBezTo>
                <a:cubicBezTo>
                  <a:pt x="176" y="2356"/>
                  <a:pt x="161" y="2352"/>
                  <a:pt x="146" y="2346"/>
                </a:cubicBezTo>
                <a:cubicBezTo>
                  <a:pt x="132" y="2340"/>
                  <a:pt x="118" y="2332"/>
                  <a:pt x="106" y="2324"/>
                </a:cubicBezTo>
                <a:cubicBezTo>
                  <a:pt x="93" y="2315"/>
                  <a:pt x="81" y="2305"/>
                  <a:pt x="70" y="2294"/>
                </a:cubicBezTo>
                <a:cubicBezTo>
                  <a:pt x="59" y="2283"/>
                  <a:pt x="49" y="2272"/>
                  <a:pt x="40" y="2259"/>
                </a:cubicBezTo>
                <a:cubicBezTo>
                  <a:pt x="32" y="2246"/>
                  <a:pt x="24" y="2232"/>
                  <a:pt x="18" y="2218"/>
                </a:cubicBezTo>
                <a:cubicBezTo>
                  <a:pt x="13" y="2203"/>
                  <a:pt x="8" y="2189"/>
                  <a:pt x="5" y="2173"/>
                </a:cubicBezTo>
                <a:cubicBezTo>
                  <a:pt x="2" y="2158"/>
                  <a:pt x="0" y="2143"/>
                  <a:pt x="0" y="2127"/>
                </a:cubicBez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8" y="147"/>
                </a:cubicBezTo>
                <a:cubicBezTo>
                  <a:pt x="24" y="133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486520" y="4381200"/>
            <a:ext cx="4358448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70" b="0" u="none" strike="noStrike">
                <a:solidFill>
                  <a:srgbClr val="64748b"/>
                </a:solidFill>
                <a:effectLst/>
                <a:uFillTx/>
                <a:latin typeface="SegoeUI"/>
                <a:ea typeface="SegoeUI"/>
              </a:rPr>
              <a:t>Decoding and encoding in TorchCodec, transforms in TorchVision and TorchAudio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996280" y="4767840"/>
            <a:ext cx="644241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90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torchcodec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074760" y="4980960"/>
            <a:ext cx="478224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decoding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4137840" y="5078520"/>
            <a:ext cx="289440" cy="0"/>
          </a:xfrm>
          <a:prstGeom prst="line">
            <a:avLst/>
          </a:prstGeom>
          <a:ln w="13320">
            <a:solidFill>
              <a:srgbClr val="64748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rIns="6480" tIns="-6480" bIns="-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4353840" y="5037840"/>
            <a:ext cx="82080" cy="82080"/>
          </a:xfrm>
          <a:custGeom>
            <a:avLst/>
            <a:gdLst/>
            <a:ahLst/>
            <a:rect l="0" t="0" r="r" b="b"/>
            <a:pathLst>
              <a:path w="228" h="228">
                <a:moveTo>
                  <a:pt x="0" y="0"/>
                </a:moveTo>
                <a:lnTo>
                  <a:pt x="228" y="113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4461480" y="4653360"/>
            <a:ext cx="1617840" cy="374760"/>
          </a:xfrm>
          <a:custGeom>
            <a:avLst/>
            <a:gdLst/>
            <a:ahLst/>
            <a:rect l="0" t="0" r="r" b="b"/>
            <a:pathLst>
              <a:path w="4494" h="1041">
                <a:moveTo>
                  <a:pt x="236" y="0"/>
                </a:moveTo>
                <a:lnTo>
                  <a:pt x="4257" y="0"/>
                </a:lnTo>
                <a:cubicBezTo>
                  <a:pt x="4273" y="0"/>
                  <a:pt x="4288" y="2"/>
                  <a:pt x="4303" y="5"/>
                </a:cubicBezTo>
                <a:cubicBezTo>
                  <a:pt x="4318" y="8"/>
                  <a:pt x="4333" y="12"/>
                  <a:pt x="4348" y="18"/>
                </a:cubicBezTo>
                <a:cubicBezTo>
                  <a:pt x="4362" y="24"/>
                  <a:pt x="4376" y="31"/>
                  <a:pt x="4388" y="40"/>
                </a:cubicBezTo>
                <a:cubicBezTo>
                  <a:pt x="4401" y="49"/>
                  <a:pt x="4413" y="59"/>
                  <a:pt x="4424" y="70"/>
                </a:cubicBezTo>
                <a:cubicBezTo>
                  <a:pt x="4435" y="81"/>
                  <a:pt x="4445" y="93"/>
                  <a:pt x="4454" y="106"/>
                </a:cubicBezTo>
                <a:cubicBezTo>
                  <a:pt x="4462" y="119"/>
                  <a:pt x="4470" y="133"/>
                  <a:pt x="4476" y="147"/>
                </a:cubicBezTo>
                <a:cubicBezTo>
                  <a:pt x="4481" y="161"/>
                  <a:pt x="4486" y="176"/>
                  <a:pt x="4489" y="191"/>
                </a:cubicBezTo>
                <a:cubicBezTo>
                  <a:pt x="4492" y="207"/>
                  <a:pt x="4494" y="222"/>
                  <a:pt x="4494" y="238"/>
                </a:cubicBezTo>
                <a:lnTo>
                  <a:pt x="4494" y="804"/>
                </a:lnTo>
                <a:cubicBezTo>
                  <a:pt x="4494" y="820"/>
                  <a:pt x="4492" y="835"/>
                  <a:pt x="4489" y="851"/>
                </a:cubicBezTo>
                <a:cubicBezTo>
                  <a:pt x="4486" y="866"/>
                  <a:pt x="4481" y="881"/>
                  <a:pt x="4476" y="895"/>
                </a:cubicBezTo>
                <a:cubicBezTo>
                  <a:pt x="4470" y="909"/>
                  <a:pt x="4462" y="923"/>
                  <a:pt x="4454" y="936"/>
                </a:cubicBezTo>
                <a:cubicBezTo>
                  <a:pt x="4445" y="949"/>
                  <a:pt x="4435" y="961"/>
                  <a:pt x="4424" y="972"/>
                </a:cubicBezTo>
                <a:cubicBezTo>
                  <a:pt x="4413" y="982"/>
                  <a:pt x="4401" y="992"/>
                  <a:pt x="4388" y="1001"/>
                </a:cubicBezTo>
                <a:cubicBezTo>
                  <a:pt x="4376" y="1010"/>
                  <a:pt x="4362" y="1017"/>
                  <a:pt x="4348" y="1023"/>
                </a:cubicBezTo>
                <a:cubicBezTo>
                  <a:pt x="4333" y="1029"/>
                  <a:pt x="4318" y="1033"/>
                  <a:pt x="4303" y="1036"/>
                </a:cubicBezTo>
                <a:cubicBezTo>
                  <a:pt x="4288" y="1039"/>
                  <a:pt x="4273" y="1041"/>
                  <a:pt x="4257" y="1041"/>
                </a:cubicBezTo>
                <a:lnTo>
                  <a:pt x="236" y="1041"/>
                </a:lnTo>
                <a:cubicBezTo>
                  <a:pt x="221" y="1041"/>
                  <a:pt x="205" y="1039"/>
                  <a:pt x="190" y="1036"/>
                </a:cubicBezTo>
                <a:cubicBezTo>
                  <a:pt x="175" y="1033"/>
                  <a:pt x="160" y="1029"/>
                  <a:pt x="146" y="1023"/>
                </a:cubicBezTo>
                <a:cubicBezTo>
                  <a:pt x="131" y="1017"/>
                  <a:pt x="118" y="1010"/>
                  <a:pt x="105" y="1001"/>
                </a:cubicBezTo>
                <a:cubicBezTo>
                  <a:pt x="92" y="992"/>
                  <a:pt x="80" y="982"/>
                  <a:pt x="69" y="972"/>
                </a:cubicBezTo>
                <a:cubicBezTo>
                  <a:pt x="58" y="961"/>
                  <a:pt x="48" y="949"/>
                  <a:pt x="39" y="936"/>
                </a:cubicBezTo>
                <a:cubicBezTo>
                  <a:pt x="31" y="923"/>
                  <a:pt x="24" y="909"/>
                  <a:pt x="18" y="895"/>
                </a:cubicBezTo>
                <a:cubicBezTo>
                  <a:pt x="12" y="881"/>
                  <a:pt x="7" y="866"/>
                  <a:pt x="4" y="851"/>
                </a:cubicBezTo>
                <a:cubicBezTo>
                  <a:pt x="1" y="835"/>
                  <a:pt x="0" y="820"/>
                  <a:pt x="0" y="804"/>
                </a:cubicBez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3"/>
                  <a:pt x="31" y="119"/>
                  <a:pt x="39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4461480" y="4653360"/>
            <a:ext cx="1617840" cy="374760"/>
          </a:xfrm>
          <a:custGeom>
            <a:avLst/>
            <a:gdLst/>
            <a:ahLst/>
            <a:rect l="0" t="0" r="r" b="b"/>
            <a:pathLst>
              <a:path w="4494" h="1041">
                <a:moveTo>
                  <a:pt x="236" y="0"/>
                </a:moveTo>
                <a:lnTo>
                  <a:pt x="4257" y="0"/>
                </a:lnTo>
                <a:cubicBezTo>
                  <a:pt x="4273" y="0"/>
                  <a:pt x="4288" y="2"/>
                  <a:pt x="4303" y="5"/>
                </a:cubicBezTo>
                <a:cubicBezTo>
                  <a:pt x="4318" y="8"/>
                  <a:pt x="4333" y="12"/>
                  <a:pt x="4348" y="18"/>
                </a:cubicBezTo>
                <a:cubicBezTo>
                  <a:pt x="4362" y="24"/>
                  <a:pt x="4376" y="31"/>
                  <a:pt x="4388" y="40"/>
                </a:cubicBezTo>
                <a:cubicBezTo>
                  <a:pt x="4401" y="49"/>
                  <a:pt x="4413" y="59"/>
                  <a:pt x="4424" y="70"/>
                </a:cubicBezTo>
                <a:cubicBezTo>
                  <a:pt x="4435" y="81"/>
                  <a:pt x="4445" y="93"/>
                  <a:pt x="4454" y="106"/>
                </a:cubicBezTo>
                <a:cubicBezTo>
                  <a:pt x="4462" y="119"/>
                  <a:pt x="4470" y="133"/>
                  <a:pt x="4476" y="147"/>
                </a:cubicBezTo>
                <a:cubicBezTo>
                  <a:pt x="4481" y="161"/>
                  <a:pt x="4486" y="176"/>
                  <a:pt x="4489" y="191"/>
                </a:cubicBezTo>
                <a:cubicBezTo>
                  <a:pt x="4492" y="207"/>
                  <a:pt x="4494" y="222"/>
                  <a:pt x="4494" y="238"/>
                </a:cubicBezTo>
                <a:lnTo>
                  <a:pt x="4494" y="804"/>
                </a:lnTo>
                <a:cubicBezTo>
                  <a:pt x="4494" y="820"/>
                  <a:pt x="4492" y="835"/>
                  <a:pt x="4489" y="851"/>
                </a:cubicBezTo>
                <a:cubicBezTo>
                  <a:pt x="4486" y="866"/>
                  <a:pt x="4481" y="881"/>
                  <a:pt x="4476" y="895"/>
                </a:cubicBezTo>
                <a:cubicBezTo>
                  <a:pt x="4470" y="909"/>
                  <a:pt x="4462" y="923"/>
                  <a:pt x="4454" y="936"/>
                </a:cubicBezTo>
                <a:cubicBezTo>
                  <a:pt x="4445" y="949"/>
                  <a:pt x="4435" y="961"/>
                  <a:pt x="4424" y="972"/>
                </a:cubicBezTo>
                <a:cubicBezTo>
                  <a:pt x="4413" y="982"/>
                  <a:pt x="4401" y="992"/>
                  <a:pt x="4388" y="1001"/>
                </a:cubicBezTo>
                <a:cubicBezTo>
                  <a:pt x="4376" y="1010"/>
                  <a:pt x="4362" y="1017"/>
                  <a:pt x="4348" y="1023"/>
                </a:cubicBezTo>
                <a:cubicBezTo>
                  <a:pt x="4333" y="1029"/>
                  <a:pt x="4318" y="1033"/>
                  <a:pt x="4303" y="1036"/>
                </a:cubicBezTo>
                <a:cubicBezTo>
                  <a:pt x="4288" y="1039"/>
                  <a:pt x="4273" y="1041"/>
                  <a:pt x="4257" y="1041"/>
                </a:cubicBezTo>
                <a:lnTo>
                  <a:pt x="236" y="1041"/>
                </a:lnTo>
                <a:cubicBezTo>
                  <a:pt x="221" y="1041"/>
                  <a:pt x="205" y="1039"/>
                  <a:pt x="190" y="1036"/>
                </a:cubicBezTo>
                <a:cubicBezTo>
                  <a:pt x="175" y="1033"/>
                  <a:pt x="160" y="1029"/>
                  <a:pt x="146" y="1023"/>
                </a:cubicBezTo>
                <a:cubicBezTo>
                  <a:pt x="131" y="1017"/>
                  <a:pt x="118" y="1010"/>
                  <a:pt x="105" y="1001"/>
                </a:cubicBezTo>
                <a:cubicBezTo>
                  <a:pt x="92" y="992"/>
                  <a:pt x="80" y="982"/>
                  <a:pt x="69" y="972"/>
                </a:cubicBezTo>
                <a:cubicBezTo>
                  <a:pt x="58" y="961"/>
                  <a:pt x="48" y="949"/>
                  <a:pt x="39" y="936"/>
                </a:cubicBezTo>
                <a:cubicBezTo>
                  <a:pt x="31" y="923"/>
                  <a:pt x="24" y="909"/>
                  <a:pt x="18" y="895"/>
                </a:cubicBezTo>
                <a:cubicBezTo>
                  <a:pt x="12" y="881"/>
                  <a:pt x="7" y="866"/>
                  <a:pt x="4" y="851"/>
                </a:cubicBezTo>
                <a:cubicBezTo>
                  <a:pt x="1" y="835"/>
                  <a:pt x="0" y="820"/>
                  <a:pt x="0" y="804"/>
                </a:cubicBez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3"/>
                  <a:pt x="31" y="119"/>
                  <a:pt x="39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847240" y="5194440"/>
            <a:ext cx="966168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770" b="0" u="none" strike="noStrike">
                <a:solidFill>
                  <a:srgbClr val="64748b"/>
                </a:solidFill>
                <a:effectLst/>
                <a:uFillTx/>
                <a:latin typeface="SegoeUI"/>
                <a:ea typeface="SegoeUI"/>
              </a:rPr>
              <a:t>image · video · audio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980600" y="4704480"/>
            <a:ext cx="631411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7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torchvision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4461480" y="5129640"/>
            <a:ext cx="1617840" cy="374760"/>
          </a:xfrm>
          <a:custGeom>
            <a:avLst/>
            <a:gdLst/>
            <a:ahLst/>
            <a:rect l="0" t="0" r="r" b="b"/>
            <a:pathLst>
              <a:path w="4494" h="1041">
                <a:moveTo>
                  <a:pt x="236" y="0"/>
                </a:moveTo>
                <a:lnTo>
                  <a:pt x="4257" y="0"/>
                </a:lnTo>
                <a:cubicBezTo>
                  <a:pt x="4273" y="0"/>
                  <a:pt x="4288" y="2"/>
                  <a:pt x="4303" y="5"/>
                </a:cubicBezTo>
                <a:cubicBezTo>
                  <a:pt x="4318" y="8"/>
                  <a:pt x="4333" y="12"/>
                  <a:pt x="4348" y="18"/>
                </a:cubicBezTo>
                <a:cubicBezTo>
                  <a:pt x="4362" y="24"/>
                  <a:pt x="4376" y="31"/>
                  <a:pt x="4388" y="40"/>
                </a:cubicBezTo>
                <a:cubicBezTo>
                  <a:pt x="4401" y="49"/>
                  <a:pt x="4413" y="58"/>
                  <a:pt x="4424" y="69"/>
                </a:cubicBezTo>
                <a:cubicBezTo>
                  <a:pt x="4435" y="80"/>
                  <a:pt x="4445" y="92"/>
                  <a:pt x="4454" y="105"/>
                </a:cubicBezTo>
                <a:cubicBezTo>
                  <a:pt x="4462" y="118"/>
                  <a:pt x="4470" y="132"/>
                  <a:pt x="4476" y="146"/>
                </a:cubicBezTo>
                <a:cubicBezTo>
                  <a:pt x="4481" y="160"/>
                  <a:pt x="4486" y="175"/>
                  <a:pt x="4489" y="190"/>
                </a:cubicBezTo>
                <a:cubicBezTo>
                  <a:pt x="4492" y="206"/>
                  <a:pt x="4494" y="221"/>
                  <a:pt x="4494" y="236"/>
                </a:cubicBezTo>
                <a:lnTo>
                  <a:pt x="4494" y="803"/>
                </a:lnTo>
                <a:cubicBezTo>
                  <a:pt x="4494" y="820"/>
                  <a:pt x="4492" y="835"/>
                  <a:pt x="4489" y="850"/>
                </a:cubicBezTo>
                <a:cubicBezTo>
                  <a:pt x="4486" y="866"/>
                  <a:pt x="4481" y="880"/>
                  <a:pt x="4476" y="895"/>
                </a:cubicBezTo>
                <a:cubicBezTo>
                  <a:pt x="4470" y="909"/>
                  <a:pt x="4462" y="923"/>
                  <a:pt x="4454" y="936"/>
                </a:cubicBezTo>
                <a:cubicBezTo>
                  <a:pt x="4445" y="949"/>
                  <a:pt x="4435" y="960"/>
                  <a:pt x="4424" y="971"/>
                </a:cubicBezTo>
                <a:cubicBezTo>
                  <a:pt x="4413" y="982"/>
                  <a:pt x="4401" y="992"/>
                  <a:pt x="4388" y="1001"/>
                </a:cubicBezTo>
                <a:cubicBezTo>
                  <a:pt x="4376" y="1009"/>
                  <a:pt x="4362" y="1017"/>
                  <a:pt x="4348" y="1023"/>
                </a:cubicBezTo>
                <a:cubicBezTo>
                  <a:pt x="4333" y="1029"/>
                  <a:pt x="4318" y="1033"/>
                  <a:pt x="4303" y="1036"/>
                </a:cubicBezTo>
                <a:cubicBezTo>
                  <a:pt x="4288" y="1039"/>
                  <a:pt x="4273" y="1041"/>
                  <a:pt x="4257" y="1041"/>
                </a:cubicBezTo>
                <a:lnTo>
                  <a:pt x="236" y="1041"/>
                </a:lnTo>
                <a:cubicBezTo>
                  <a:pt x="221" y="1041"/>
                  <a:pt x="205" y="1039"/>
                  <a:pt x="190" y="1036"/>
                </a:cubicBezTo>
                <a:cubicBezTo>
                  <a:pt x="175" y="1033"/>
                  <a:pt x="160" y="1029"/>
                  <a:pt x="146" y="1023"/>
                </a:cubicBezTo>
                <a:cubicBezTo>
                  <a:pt x="131" y="1017"/>
                  <a:pt x="118" y="1009"/>
                  <a:pt x="105" y="1001"/>
                </a:cubicBezTo>
                <a:cubicBezTo>
                  <a:pt x="92" y="992"/>
                  <a:pt x="80" y="982"/>
                  <a:pt x="69" y="971"/>
                </a:cubicBezTo>
                <a:cubicBezTo>
                  <a:pt x="58" y="960"/>
                  <a:pt x="48" y="949"/>
                  <a:pt x="39" y="936"/>
                </a:cubicBezTo>
                <a:cubicBezTo>
                  <a:pt x="31" y="923"/>
                  <a:pt x="24" y="909"/>
                  <a:pt x="18" y="895"/>
                </a:cubicBezTo>
                <a:cubicBezTo>
                  <a:pt x="12" y="880"/>
                  <a:pt x="7" y="866"/>
                  <a:pt x="4" y="850"/>
                </a:cubicBezTo>
                <a:cubicBezTo>
                  <a:pt x="1" y="835"/>
                  <a:pt x="0" y="820"/>
                  <a:pt x="0" y="803"/>
                </a:cubicBezTo>
                <a:lnTo>
                  <a:pt x="0" y="236"/>
                </a:lnTo>
                <a:cubicBezTo>
                  <a:pt x="0" y="221"/>
                  <a:pt x="1" y="206"/>
                  <a:pt x="4" y="190"/>
                </a:cubicBezTo>
                <a:cubicBezTo>
                  <a:pt x="7" y="175"/>
                  <a:pt x="12" y="160"/>
                  <a:pt x="18" y="146"/>
                </a:cubicBezTo>
                <a:cubicBezTo>
                  <a:pt x="24" y="132"/>
                  <a:pt x="31" y="118"/>
                  <a:pt x="39" y="105"/>
                </a:cubicBezTo>
                <a:cubicBezTo>
                  <a:pt x="48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4461480" y="5129640"/>
            <a:ext cx="1617840" cy="374760"/>
          </a:xfrm>
          <a:custGeom>
            <a:avLst/>
            <a:gdLst/>
            <a:ahLst/>
            <a:rect l="0" t="0" r="r" b="b"/>
            <a:pathLst>
              <a:path w="4494" h="1041">
                <a:moveTo>
                  <a:pt x="236" y="0"/>
                </a:moveTo>
                <a:lnTo>
                  <a:pt x="4257" y="0"/>
                </a:lnTo>
                <a:cubicBezTo>
                  <a:pt x="4273" y="0"/>
                  <a:pt x="4288" y="2"/>
                  <a:pt x="4303" y="5"/>
                </a:cubicBezTo>
                <a:cubicBezTo>
                  <a:pt x="4318" y="8"/>
                  <a:pt x="4333" y="12"/>
                  <a:pt x="4348" y="18"/>
                </a:cubicBezTo>
                <a:cubicBezTo>
                  <a:pt x="4362" y="24"/>
                  <a:pt x="4376" y="31"/>
                  <a:pt x="4388" y="40"/>
                </a:cubicBezTo>
                <a:cubicBezTo>
                  <a:pt x="4401" y="49"/>
                  <a:pt x="4413" y="58"/>
                  <a:pt x="4424" y="69"/>
                </a:cubicBezTo>
                <a:cubicBezTo>
                  <a:pt x="4435" y="80"/>
                  <a:pt x="4445" y="92"/>
                  <a:pt x="4454" y="105"/>
                </a:cubicBezTo>
                <a:cubicBezTo>
                  <a:pt x="4462" y="118"/>
                  <a:pt x="4470" y="132"/>
                  <a:pt x="4476" y="146"/>
                </a:cubicBezTo>
                <a:cubicBezTo>
                  <a:pt x="4481" y="160"/>
                  <a:pt x="4486" y="175"/>
                  <a:pt x="4489" y="190"/>
                </a:cubicBezTo>
                <a:cubicBezTo>
                  <a:pt x="4492" y="206"/>
                  <a:pt x="4494" y="221"/>
                  <a:pt x="4494" y="236"/>
                </a:cubicBezTo>
                <a:lnTo>
                  <a:pt x="4494" y="803"/>
                </a:lnTo>
                <a:cubicBezTo>
                  <a:pt x="4494" y="820"/>
                  <a:pt x="4492" y="835"/>
                  <a:pt x="4489" y="850"/>
                </a:cubicBezTo>
                <a:cubicBezTo>
                  <a:pt x="4486" y="866"/>
                  <a:pt x="4481" y="880"/>
                  <a:pt x="4476" y="895"/>
                </a:cubicBezTo>
                <a:cubicBezTo>
                  <a:pt x="4470" y="909"/>
                  <a:pt x="4462" y="923"/>
                  <a:pt x="4454" y="936"/>
                </a:cubicBezTo>
                <a:cubicBezTo>
                  <a:pt x="4445" y="949"/>
                  <a:pt x="4435" y="960"/>
                  <a:pt x="4424" y="971"/>
                </a:cubicBezTo>
                <a:cubicBezTo>
                  <a:pt x="4413" y="982"/>
                  <a:pt x="4401" y="992"/>
                  <a:pt x="4388" y="1001"/>
                </a:cubicBezTo>
                <a:cubicBezTo>
                  <a:pt x="4376" y="1009"/>
                  <a:pt x="4362" y="1017"/>
                  <a:pt x="4348" y="1023"/>
                </a:cubicBezTo>
                <a:cubicBezTo>
                  <a:pt x="4333" y="1029"/>
                  <a:pt x="4318" y="1033"/>
                  <a:pt x="4303" y="1036"/>
                </a:cubicBezTo>
                <a:cubicBezTo>
                  <a:pt x="4288" y="1039"/>
                  <a:pt x="4273" y="1041"/>
                  <a:pt x="4257" y="1041"/>
                </a:cubicBezTo>
                <a:lnTo>
                  <a:pt x="236" y="1041"/>
                </a:lnTo>
                <a:cubicBezTo>
                  <a:pt x="221" y="1041"/>
                  <a:pt x="205" y="1039"/>
                  <a:pt x="190" y="1036"/>
                </a:cubicBezTo>
                <a:cubicBezTo>
                  <a:pt x="175" y="1033"/>
                  <a:pt x="160" y="1029"/>
                  <a:pt x="146" y="1023"/>
                </a:cubicBezTo>
                <a:cubicBezTo>
                  <a:pt x="131" y="1017"/>
                  <a:pt x="118" y="1009"/>
                  <a:pt x="105" y="1001"/>
                </a:cubicBezTo>
                <a:cubicBezTo>
                  <a:pt x="92" y="992"/>
                  <a:pt x="80" y="982"/>
                  <a:pt x="69" y="971"/>
                </a:cubicBezTo>
                <a:cubicBezTo>
                  <a:pt x="58" y="960"/>
                  <a:pt x="48" y="949"/>
                  <a:pt x="39" y="936"/>
                </a:cubicBezTo>
                <a:cubicBezTo>
                  <a:pt x="31" y="923"/>
                  <a:pt x="24" y="909"/>
                  <a:pt x="18" y="895"/>
                </a:cubicBezTo>
                <a:cubicBezTo>
                  <a:pt x="12" y="880"/>
                  <a:pt x="7" y="866"/>
                  <a:pt x="4" y="850"/>
                </a:cubicBezTo>
                <a:cubicBezTo>
                  <a:pt x="1" y="835"/>
                  <a:pt x="0" y="820"/>
                  <a:pt x="0" y="803"/>
                </a:cubicBezTo>
                <a:lnTo>
                  <a:pt x="0" y="236"/>
                </a:lnTo>
                <a:cubicBezTo>
                  <a:pt x="0" y="221"/>
                  <a:pt x="1" y="206"/>
                  <a:pt x="4" y="190"/>
                </a:cubicBezTo>
                <a:cubicBezTo>
                  <a:pt x="7" y="175"/>
                  <a:pt x="12" y="160"/>
                  <a:pt x="18" y="146"/>
                </a:cubicBezTo>
                <a:cubicBezTo>
                  <a:pt x="24" y="132"/>
                  <a:pt x="31" y="118"/>
                  <a:pt x="39" y="105"/>
                </a:cubicBezTo>
                <a:cubicBezTo>
                  <a:pt x="48" y="92"/>
                  <a:pt x="58" y="80"/>
                  <a:pt x="69" y="69"/>
                </a:cubicBezTo>
                <a:cubicBezTo>
                  <a:pt x="80" y="58"/>
                  <a:pt x="92" y="49"/>
                  <a:pt x="105" y="40"/>
                </a:cubicBezTo>
                <a:cubicBezTo>
                  <a:pt x="118" y="31"/>
                  <a:pt x="131" y="24"/>
                  <a:pt x="146" y="18"/>
                </a:cubicBezTo>
                <a:cubicBezTo>
                  <a:pt x="160" y="12"/>
                  <a:pt x="175" y="8"/>
                  <a:pt x="190" y="5"/>
                </a:cubicBezTo>
                <a:cubicBezTo>
                  <a:pt x="205" y="2"/>
                  <a:pt x="221" y="0"/>
                  <a:pt x="236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4692600" y="4867200"/>
            <a:ext cx="1240272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730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image and video transforms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986720" y="5180760"/>
            <a:ext cx="618192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7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torchaudio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112800" y="5078520"/>
            <a:ext cx="289440" cy="0"/>
          </a:xfrm>
          <a:prstGeom prst="line">
            <a:avLst/>
          </a:prstGeom>
          <a:ln w="13320">
            <a:solidFill>
              <a:srgbClr val="64748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rIns="6480" tIns="-6480" bIns="-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6328800" y="5037840"/>
            <a:ext cx="82080" cy="82080"/>
          </a:xfrm>
          <a:custGeom>
            <a:avLst/>
            <a:gdLst/>
            <a:ahLst/>
            <a:rect l="0" t="0" r="r" b="b"/>
            <a:pathLst>
              <a:path w="228" h="228">
                <a:moveTo>
                  <a:pt x="0" y="0"/>
                </a:moveTo>
                <a:lnTo>
                  <a:pt x="228" y="113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6436440" y="4687560"/>
            <a:ext cx="1294200" cy="782640"/>
          </a:xfrm>
          <a:custGeom>
            <a:avLst/>
            <a:gdLst/>
            <a:ahLst/>
            <a:rect l="0" t="0" r="r" b="b"/>
            <a:pathLst>
              <a:path w="3595" h="2174">
                <a:moveTo>
                  <a:pt x="3595" y="1086"/>
                </a:moveTo>
                <a:cubicBezTo>
                  <a:pt x="3595" y="1123"/>
                  <a:pt x="3592" y="1159"/>
                  <a:pt x="3586" y="1194"/>
                </a:cubicBezTo>
                <a:cubicBezTo>
                  <a:pt x="3581" y="1229"/>
                  <a:pt x="3572" y="1265"/>
                  <a:pt x="3561" y="1299"/>
                </a:cubicBezTo>
                <a:cubicBezTo>
                  <a:pt x="3549" y="1334"/>
                  <a:pt x="3535" y="1369"/>
                  <a:pt x="3518" y="1403"/>
                </a:cubicBezTo>
                <a:cubicBezTo>
                  <a:pt x="3501" y="1437"/>
                  <a:pt x="3481" y="1470"/>
                  <a:pt x="3458" y="1503"/>
                </a:cubicBezTo>
                <a:cubicBezTo>
                  <a:pt x="3436" y="1536"/>
                  <a:pt x="3411" y="1568"/>
                  <a:pt x="3383" y="1600"/>
                </a:cubicBezTo>
                <a:cubicBezTo>
                  <a:pt x="3355" y="1631"/>
                  <a:pt x="3325" y="1662"/>
                  <a:pt x="3292" y="1691"/>
                </a:cubicBezTo>
                <a:cubicBezTo>
                  <a:pt x="3259" y="1721"/>
                  <a:pt x="3224" y="1749"/>
                  <a:pt x="3187" y="1777"/>
                </a:cubicBezTo>
                <a:cubicBezTo>
                  <a:pt x="3150" y="1804"/>
                  <a:pt x="3110" y="1831"/>
                  <a:pt x="3069" y="1856"/>
                </a:cubicBezTo>
                <a:cubicBezTo>
                  <a:pt x="3027" y="1881"/>
                  <a:pt x="2984" y="1905"/>
                  <a:pt x="2938" y="1927"/>
                </a:cubicBezTo>
                <a:cubicBezTo>
                  <a:pt x="2893" y="1950"/>
                  <a:pt x="2845" y="1971"/>
                  <a:pt x="2796" y="1991"/>
                </a:cubicBezTo>
                <a:cubicBezTo>
                  <a:pt x="2747" y="2011"/>
                  <a:pt x="2697" y="2029"/>
                  <a:pt x="2645" y="2046"/>
                </a:cubicBezTo>
                <a:cubicBezTo>
                  <a:pt x="2593" y="2063"/>
                  <a:pt x="2540" y="2078"/>
                  <a:pt x="2486" y="2091"/>
                </a:cubicBezTo>
                <a:cubicBezTo>
                  <a:pt x="2431" y="2105"/>
                  <a:pt x="2376" y="2117"/>
                  <a:pt x="2320" y="2127"/>
                </a:cubicBezTo>
                <a:cubicBezTo>
                  <a:pt x="2263" y="2138"/>
                  <a:pt x="2206" y="2146"/>
                  <a:pt x="2149" y="2153"/>
                </a:cubicBezTo>
                <a:cubicBezTo>
                  <a:pt x="2091" y="2160"/>
                  <a:pt x="2033" y="2165"/>
                  <a:pt x="1974" y="2169"/>
                </a:cubicBezTo>
                <a:cubicBezTo>
                  <a:pt x="1915" y="2172"/>
                  <a:pt x="1856" y="2174"/>
                  <a:pt x="1797" y="2174"/>
                </a:cubicBezTo>
                <a:cubicBezTo>
                  <a:pt x="1738" y="2174"/>
                  <a:pt x="1679" y="2172"/>
                  <a:pt x="1621" y="2169"/>
                </a:cubicBezTo>
                <a:cubicBezTo>
                  <a:pt x="1562" y="2165"/>
                  <a:pt x="1504" y="2160"/>
                  <a:pt x="1446" y="2153"/>
                </a:cubicBezTo>
                <a:cubicBezTo>
                  <a:pt x="1389" y="2146"/>
                  <a:pt x="1332" y="2138"/>
                  <a:pt x="1275" y="2127"/>
                </a:cubicBezTo>
                <a:cubicBezTo>
                  <a:pt x="1219" y="2117"/>
                  <a:pt x="1164" y="2105"/>
                  <a:pt x="1109" y="2091"/>
                </a:cubicBezTo>
                <a:cubicBezTo>
                  <a:pt x="1055" y="2078"/>
                  <a:pt x="1002" y="2063"/>
                  <a:pt x="950" y="2046"/>
                </a:cubicBezTo>
                <a:cubicBezTo>
                  <a:pt x="898" y="2029"/>
                  <a:pt x="847" y="2011"/>
                  <a:pt x="798" y="1991"/>
                </a:cubicBezTo>
                <a:cubicBezTo>
                  <a:pt x="749" y="1971"/>
                  <a:pt x="702" y="1950"/>
                  <a:pt x="657" y="1927"/>
                </a:cubicBezTo>
                <a:cubicBezTo>
                  <a:pt x="611" y="1905"/>
                  <a:pt x="568" y="1881"/>
                  <a:pt x="526" y="1856"/>
                </a:cubicBezTo>
                <a:cubicBezTo>
                  <a:pt x="484" y="1831"/>
                  <a:pt x="445" y="1804"/>
                  <a:pt x="408" y="1777"/>
                </a:cubicBezTo>
                <a:cubicBezTo>
                  <a:pt x="370" y="1749"/>
                  <a:pt x="335" y="1721"/>
                  <a:pt x="303" y="1691"/>
                </a:cubicBezTo>
                <a:cubicBezTo>
                  <a:pt x="270" y="1662"/>
                  <a:pt x="240" y="1631"/>
                  <a:pt x="212" y="1600"/>
                </a:cubicBezTo>
                <a:cubicBezTo>
                  <a:pt x="184" y="1568"/>
                  <a:pt x="159" y="1536"/>
                  <a:pt x="137" y="1503"/>
                </a:cubicBezTo>
                <a:cubicBezTo>
                  <a:pt x="114" y="1470"/>
                  <a:pt x="94" y="1437"/>
                  <a:pt x="77" y="1403"/>
                </a:cubicBezTo>
                <a:cubicBezTo>
                  <a:pt x="60" y="1369"/>
                  <a:pt x="46" y="1334"/>
                  <a:pt x="34" y="1299"/>
                </a:cubicBezTo>
                <a:cubicBezTo>
                  <a:pt x="23" y="1265"/>
                  <a:pt x="14" y="1229"/>
                  <a:pt x="8" y="1194"/>
                </a:cubicBezTo>
                <a:cubicBezTo>
                  <a:pt x="3" y="1159"/>
                  <a:pt x="0" y="1123"/>
                  <a:pt x="0" y="1086"/>
                </a:cubicBezTo>
                <a:cubicBezTo>
                  <a:pt x="0" y="1051"/>
                  <a:pt x="3" y="1015"/>
                  <a:pt x="8" y="980"/>
                </a:cubicBezTo>
                <a:cubicBezTo>
                  <a:pt x="14" y="945"/>
                  <a:pt x="23" y="909"/>
                  <a:pt x="34" y="874"/>
                </a:cubicBezTo>
                <a:cubicBezTo>
                  <a:pt x="46" y="840"/>
                  <a:pt x="60" y="805"/>
                  <a:pt x="77" y="771"/>
                </a:cubicBezTo>
                <a:cubicBezTo>
                  <a:pt x="94" y="737"/>
                  <a:pt x="114" y="703"/>
                  <a:pt x="137" y="671"/>
                </a:cubicBezTo>
                <a:cubicBezTo>
                  <a:pt x="159" y="638"/>
                  <a:pt x="184" y="606"/>
                  <a:pt x="212" y="574"/>
                </a:cubicBezTo>
                <a:cubicBezTo>
                  <a:pt x="240" y="543"/>
                  <a:pt x="270" y="512"/>
                  <a:pt x="303" y="483"/>
                </a:cubicBezTo>
                <a:cubicBezTo>
                  <a:pt x="335" y="453"/>
                  <a:pt x="370" y="425"/>
                  <a:pt x="408" y="397"/>
                </a:cubicBezTo>
                <a:cubicBezTo>
                  <a:pt x="445" y="370"/>
                  <a:pt x="484" y="343"/>
                  <a:pt x="526" y="318"/>
                </a:cubicBezTo>
                <a:cubicBezTo>
                  <a:pt x="568" y="293"/>
                  <a:pt x="611" y="269"/>
                  <a:pt x="657" y="246"/>
                </a:cubicBezTo>
                <a:cubicBezTo>
                  <a:pt x="702" y="224"/>
                  <a:pt x="749" y="203"/>
                  <a:pt x="798" y="183"/>
                </a:cubicBezTo>
                <a:cubicBezTo>
                  <a:pt x="847" y="163"/>
                  <a:pt x="898" y="145"/>
                  <a:pt x="950" y="128"/>
                </a:cubicBezTo>
                <a:cubicBezTo>
                  <a:pt x="1002" y="111"/>
                  <a:pt x="1055" y="96"/>
                  <a:pt x="1109" y="82"/>
                </a:cubicBezTo>
                <a:cubicBezTo>
                  <a:pt x="1164" y="69"/>
                  <a:pt x="1219" y="57"/>
                  <a:pt x="1275" y="47"/>
                </a:cubicBezTo>
                <a:cubicBezTo>
                  <a:pt x="1332" y="36"/>
                  <a:pt x="1389" y="28"/>
                  <a:pt x="1446" y="21"/>
                </a:cubicBezTo>
                <a:cubicBezTo>
                  <a:pt x="1504" y="14"/>
                  <a:pt x="1562" y="8"/>
                  <a:pt x="1621" y="5"/>
                </a:cubicBezTo>
                <a:cubicBezTo>
                  <a:pt x="1679" y="2"/>
                  <a:pt x="1738" y="0"/>
                  <a:pt x="1797" y="0"/>
                </a:cubicBezTo>
                <a:cubicBezTo>
                  <a:pt x="1856" y="0"/>
                  <a:pt x="1915" y="2"/>
                  <a:pt x="1974" y="5"/>
                </a:cubicBezTo>
                <a:cubicBezTo>
                  <a:pt x="2033" y="8"/>
                  <a:pt x="2091" y="14"/>
                  <a:pt x="2149" y="21"/>
                </a:cubicBezTo>
                <a:cubicBezTo>
                  <a:pt x="2206" y="28"/>
                  <a:pt x="2263" y="36"/>
                  <a:pt x="2320" y="47"/>
                </a:cubicBezTo>
                <a:cubicBezTo>
                  <a:pt x="2376" y="57"/>
                  <a:pt x="2431" y="69"/>
                  <a:pt x="2486" y="82"/>
                </a:cubicBezTo>
                <a:cubicBezTo>
                  <a:pt x="2540" y="96"/>
                  <a:pt x="2593" y="111"/>
                  <a:pt x="2645" y="128"/>
                </a:cubicBezTo>
                <a:cubicBezTo>
                  <a:pt x="2697" y="145"/>
                  <a:pt x="2747" y="163"/>
                  <a:pt x="2796" y="183"/>
                </a:cubicBezTo>
                <a:cubicBezTo>
                  <a:pt x="2845" y="203"/>
                  <a:pt x="2893" y="224"/>
                  <a:pt x="2938" y="246"/>
                </a:cubicBezTo>
                <a:cubicBezTo>
                  <a:pt x="2984" y="269"/>
                  <a:pt x="3027" y="293"/>
                  <a:pt x="3069" y="318"/>
                </a:cubicBezTo>
                <a:cubicBezTo>
                  <a:pt x="3110" y="343"/>
                  <a:pt x="3150" y="370"/>
                  <a:pt x="3187" y="397"/>
                </a:cubicBezTo>
                <a:cubicBezTo>
                  <a:pt x="3224" y="425"/>
                  <a:pt x="3260" y="453"/>
                  <a:pt x="3292" y="483"/>
                </a:cubicBezTo>
                <a:cubicBezTo>
                  <a:pt x="3325" y="512"/>
                  <a:pt x="3355" y="543"/>
                  <a:pt x="3383" y="574"/>
                </a:cubicBezTo>
                <a:cubicBezTo>
                  <a:pt x="3411" y="606"/>
                  <a:pt x="3436" y="638"/>
                  <a:pt x="3458" y="671"/>
                </a:cubicBezTo>
                <a:cubicBezTo>
                  <a:pt x="3481" y="703"/>
                  <a:pt x="3501" y="737"/>
                  <a:pt x="3518" y="771"/>
                </a:cubicBezTo>
                <a:cubicBezTo>
                  <a:pt x="3535" y="805"/>
                  <a:pt x="3549" y="840"/>
                  <a:pt x="3561" y="874"/>
                </a:cubicBezTo>
                <a:cubicBezTo>
                  <a:pt x="3572" y="909"/>
                  <a:pt x="3581" y="945"/>
                  <a:pt x="3586" y="980"/>
                </a:cubicBezTo>
                <a:cubicBezTo>
                  <a:pt x="3592" y="1015"/>
                  <a:pt x="3595" y="1051"/>
                  <a:pt x="3595" y="1086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436440" y="4687560"/>
            <a:ext cx="1294200" cy="782640"/>
          </a:xfrm>
          <a:custGeom>
            <a:avLst/>
            <a:gdLst/>
            <a:ahLst/>
            <a:rect l="0" t="0" r="r" b="b"/>
            <a:pathLst>
              <a:path w="3595" h="2174">
                <a:moveTo>
                  <a:pt x="3595" y="1086"/>
                </a:moveTo>
                <a:cubicBezTo>
                  <a:pt x="3595" y="1123"/>
                  <a:pt x="3592" y="1159"/>
                  <a:pt x="3586" y="1194"/>
                </a:cubicBezTo>
                <a:cubicBezTo>
                  <a:pt x="3581" y="1229"/>
                  <a:pt x="3572" y="1265"/>
                  <a:pt x="3561" y="1299"/>
                </a:cubicBezTo>
                <a:cubicBezTo>
                  <a:pt x="3549" y="1334"/>
                  <a:pt x="3535" y="1369"/>
                  <a:pt x="3518" y="1403"/>
                </a:cubicBezTo>
                <a:cubicBezTo>
                  <a:pt x="3501" y="1437"/>
                  <a:pt x="3481" y="1470"/>
                  <a:pt x="3458" y="1503"/>
                </a:cubicBezTo>
                <a:cubicBezTo>
                  <a:pt x="3436" y="1536"/>
                  <a:pt x="3411" y="1568"/>
                  <a:pt x="3383" y="1600"/>
                </a:cubicBezTo>
                <a:cubicBezTo>
                  <a:pt x="3355" y="1631"/>
                  <a:pt x="3325" y="1662"/>
                  <a:pt x="3292" y="1691"/>
                </a:cubicBezTo>
                <a:cubicBezTo>
                  <a:pt x="3259" y="1721"/>
                  <a:pt x="3224" y="1749"/>
                  <a:pt x="3187" y="1777"/>
                </a:cubicBezTo>
                <a:cubicBezTo>
                  <a:pt x="3150" y="1804"/>
                  <a:pt x="3110" y="1831"/>
                  <a:pt x="3069" y="1856"/>
                </a:cubicBezTo>
                <a:cubicBezTo>
                  <a:pt x="3027" y="1881"/>
                  <a:pt x="2984" y="1905"/>
                  <a:pt x="2938" y="1927"/>
                </a:cubicBezTo>
                <a:cubicBezTo>
                  <a:pt x="2893" y="1950"/>
                  <a:pt x="2845" y="1971"/>
                  <a:pt x="2796" y="1991"/>
                </a:cubicBezTo>
                <a:cubicBezTo>
                  <a:pt x="2747" y="2011"/>
                  <a:pt x="2697" y="2029"/>
                  <a:pt x="2645" y="2046"/>
                </a:cubicBezTo>
                <a:cubicBezTo>
                  <a:pt x="2593" y="2063"/>
                  <a:pt x="2540" y="2078"/>
                  <a:pt x="2486" y="2091"/>
                </a:cubicBezTo>
                <a:cubicBezTo>
                  <a:pt x="2431" y="2105"/>
                  <a:pt x="2376" y="2117"/>
                  <a:pt x="2320" y="2127"/>
                </a:cubicBezTo>
                <a:cubicBezTo>
                  <a:pt x="2263" y="2138"/>
                  <a:pt x="2206" y="2146"/>
                  <a:pt x="2149" y="2153"/>
                </a:cubicBezTo>
                <a:cubicBezTo>
                  <a:pt x="2091" y="2160"/>
                  <a:pt x="2033" y="2165"/>
                  <a:pt x="1974" y="2169"/>
                </a:cubicBezTo>
                <a:cubicBezTo>
                  <a:pt x="1915" y="2172"/>
                  <a:pt x="1856" y="2174"/>
                  <a:pt x="1797" y="2174"/>
                </a:cubicBezTo>
                <a:cubicBezTo>
                  <a:pt x="1738" y="2174"/>
                  <a:pt x="1679" y="2172"/>
                  <a:pt x="1621" y="2169"/>
                </a:cubicBezTo>
                <a:cubicBezTo>
                  <a:pt x="1562" y="2165"/>
                  <a:pt x="1504" y="2160"/>
                  <a:pt x="1446" y="2153"/>
                </a:cubicBezTo>
                <a:cubicBezTo>
                  <a:pt x="1389" y="2146"/>
                  <a:pt x="1332" y="2138"/>
                  <a:pt x="1275" y="2127"/>
                </a:cubicBezTo>
                <a:cubicBezTo>
                  <a:pt x="1219" y="2117"/>
                  <a:pt x="1164" y="2105"/>
                  <a:pt x="1109" y="2091"/>
                </a:cubicBezTo>
                <a:cubicBezTo>
                  <a:pt x="1055" y="2078"/>
                  <a:pt x="1002" y="2063"/>
                  <a:pt x="950" y="2046"/>
                </a:cubicBezTo>
                <a:cubicBezTo>
                  <a:pt x="898" y="2029"/>
                  <a:pt x="847" y="2011"/>
                  <a:pt x="798" y="1991"/>
                </a:cubicBezTo>
                <a:cubicBezTo>
                  <a:pt x="749" y="1971"/>
                  <a:pt x="702" y="1950"/>
                  <a:pt x="657" y="1927"/>
                </a:cubicBezTo>
                <a:cubicBezTo>
                  <a:pt x="611" y="1905"/>
                  <a:pt x="568" y="1881"/>
                  <a:pt x="526" y="1856"/>
                </a:cubicBezTo>
                <a:cubicBezTo>
                  <a:pt x="484" y="1831"/>
                  <a:pt x="445" y="1804"/>
                  <a:pt x="408" y="1777"/>
                </a:cubicBezTo>
                <a:cubicBezTo>
                  <a:pt x="370" y="1749"/>
                  <a:pt x="335" y="1721"/>
                  <a:pt x="303" y="1691"/>
                </a:cubicBezTo>
                <a:cubicBezTo>
                  <a:pt x="270" y="1662"/>
                  <a:pt x="240" y="1631"/>
                  <a:pt x="212" y="1600"/>
                </a:cubicBezTo>
                <a:cubicBezTo>
                  <a:pt x="184" y="1568"/>
                  <a:pt x="159" y="1536"/>
                  <a:pt x="137" y="1503"/>
                </a:cubicBezTo>
                <a:cubicBezTo>
                  <a:pt x="114" y="1470"/>
                  <a:pt x="94" y="1437"/>
                  <a:pt x="77" y="1403"/>
                </a:cubicBezTo>
                <a:cubicBezTo>
                  <a:pt x="60" y="1369"/>
                  <a:pt x="46" y="1334"/>
                  <a:pt x="34" y="1299"/>
                </a:cubicBezTo>
                <a:cubicBezTo>
                  <a:pt x="23" y="1265"/>
                  <a:pt x="14" y="1229"/>
                  <a:pt x="8" y="1194"/>
                </a:cubicBezTo>
                <a:cubicBezTo>
                  <a:pt x="3" y="1159"/>
                  <a:pt x="0" y="1123"/>
                  <a:pt x="0" y="1086"/>
                </a:cubicBezTo>
                <a:cubicBezTo>
                  <a:pt x="0" y="1051"/>
                  <a:pt x="3" y="1015"/>
                  <a:pt x="8" y="980"/>
                </a:cubicBezTo>
                <a:cubicBezTo>
                  <a:pt x="14" y="945"/>
                  <a:pt x="23" y="909"/>
                  <a:pt x="34" y="874"/>
                </a:cubicBezTo>
                <a:cubicBezTo>
                  <a:pt x="46" y="840"/>
                  <a:pt x="60" y="805"/>
                  <a:pt x="77" y="771"/>
                </a:cubicBezTo>
                <a:cubicBezTo>
                  <a:pt x="94" y="737"/>
                  <a:pt x="114" y="703"/>
                  <a:pt x="137" y="671"/>
                </a:cubicBezTo>
                <a:cubicBezTo>
                  <a:pt x="159" y="638"/>
                  <a:pt x="184" y="606"/>
                  <a:pt x="212" y="574"/>
                </a:cubicBezTo>
                <a:cubicBezTo>
                  <a:pt x="240" y="543"/>
                  <a:pt x="270" y="512"/>
                  <a:pt x="303" y="483"/>
                </a:cubicBezTo>
                <a:cubicBezTo>
                  <a:pt x="335" y="453"/>
                  <a:pt x="370" y="425"/>
                  <a:pt x="408" y="397"/>
                </a:cubicBezTo>
                <a:cubicBezTo>
                  <a:pt x="445" y="370"/>
                  <a:pt x="484" y="343"/>
                  <a:pt x="526" y="318"/>
                </a:cubicBezTo>
                <a:cubicBezTo>
                  <a:pt x="568" y="293"/>
                  <a:pt x="611" y="269"/>
                  <a:pt x="657" y="246"/>
                </a:cubicBezTo>
                <a:cubicBezTo>
                  <a:pt x="702" y="224"/>
                  <a:pt x="749" y="203"/>
                  <a:pt x="798" y="183"/>
                </a:cubicBezTo>
                <a:cubicBezTo>
                  <a:pt x="847" y="163"/>
                  <a:pt x="898" y="145"/>
                  <a:pt x="950" y="128"/>
                </a:cubicBezTo>
                <a:cubicBezTo>
                  <a:pt x="1002" y="111"/>
                  <a:pt x="1055" y="96"/>
                  <a:pt x="1109" y="82"/>
                </a:cubicBezTo>
                <a:cubicBezTo>
                  <a:pt x="1164" y="69"/>
                  <a:pt x="1219" y="57"/>
                  <a:pt x="1275" y="47"/>
                </a:cubicBezTo>
                <a:cubicBezTo>
                  <a:pt x="1332" y="36"/>
                  <a:pt x="1389" y="28"/>
                  <a:pt x="1446" y="21"/>
                </a:cubicBezTo>
                <a:cubicBezTo>
                  <a:pt x="1504" y="14"/>
                  <a:pt x="1562" y="8"/>
                  <a:pt x="1621" y="5"/>
                </a:cubicBezTo>
                <a:cubicBezTo>
                  <a:pt x="1679" y="2"/>
                  <a:pt x="1738" y="0"/>
                  <a:pt x="1797" y="0"/>
                </a:cubicBezTo>
                <a:cubicBezTo>
                  <a:pt x="1856" y="0"/>
                  <a:pt x="1915" y="2"/>
                  <a:pt x="1974" y="5"/>
                </a:cubicBezTo>
                <a:cubicBezTo>
                  <a:pt x="2033" y="8"/>
                  <a:pt x="2091" y="14"/>
                  <a:pt x="2149" y="21"/>
                </a:cubicBezTo>
                <a:cubicBezTo>
                  <a:pt x="2206" y="28"/>
                  <a:pt x="2263" y="36"/>
                  <a:pt x="2320" y="47"/>
                </a:cubicBezTo>
                <a:cubicBezTo>
                  <a:pt x="2376" y="57"/>
                  <a:pt x="2431" y="69"/>
                  <a:pt x="2486" y="82"/>
                </a:cubicBezTo>
                <a:cubicBezTo>
                  <a:pt x="2540" y="96"/>
                  <a:pt x="2593" y="111"/>
                  <a:pt x="2645" y="128"/>
                </a:cubicBezTo>
                <a:cubicBezTo>
                  <a:pt x="2697" y="145"/>
                  <a:pt x="2747" y="163"/>
                  <a:pt x="2796" y="183"/>
                </a:cubicBezTo>
                <a:cubicBezTo>
                  <a:pt x="2845" y="203"/>
                  <a:pt x="2893" y="224"/>
                  <a:pt x="2938" y="246"/>
                </a:cubicBezTo>
                <a:cubicBezTo>
                  <a:pt x="2984" y="269"/>
                  <a:pt x="3027" y="293"/>
                  <a:pt x="3069" y="318"/>
                </a:cubicBezTo>
                <a:cubicBezTo>
                  <a:pt x="3110" y="343"/>
                  <a:pt x="3150" y="370"/>
                  <a:pt x="3187" y="397"/>
                </a:cubicBezTo>
                <a:cubicBezTo>
                  <a:pt x="3224" y="425"/>
                  <a:pt x="3260" y="453"/>
                  <a:pt x="3292" y="483"/>
                </a:cubicBezTo>
                <a:cubicBezTo>
                  <a:pt x="3325" y="512"/>
                  <a:pt x="3355" y="543"/>
                  <a:pt x="3383" y="574"/>
                </a:cubicBezTo>
                <a:cubicBezTo>
                  <a:pt x="3411" y="606"/>
                  <a:pt x="3436" y="638"/>
                  <a:pt x="3458" y="671"/>
                </a:cubicBezTo>
                <a:cubicBezTo>
                  <a:pt x="3481" y="703"/>
                  <a:pt x="3501" y="737"/>
                  <a:pt x="3518" y="771"/>
                </a:cubicBezTo>
                <a:cubicBezTo>
                  <a:pt x="3535" y="805"/>
                  <a:pt x="3549" y="840"/>
                  <a:pt x="3561" y="874"/>
                </a:cubicBezTo>
                <a:cubicBezTo>
                  <a:pt x="3572" y="909"/>
                  <a:pt x="3581" y="945"/>
                  <a:pt x="3586" y="980"/>
                </a:cubicBezTo>
                <a:cubicBezTo>
                  <a:pt x="3592" y="1015"/>
                  <a:pt x="3595" y="1051"/>
                  <a:pt x="3595" y="1086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920120" y="5343480"/>
            <a:ext cx="751939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730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audio transforms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867360" y="4921560"/>
            <a:ext cx="468892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training /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764480" y="5078520"/>
            <a:ext cx="289440" cy="0"/>
          </a:xfrm>
          <a:prstGeom prst="line">
            <a:avLst/>
          </a:prstGeom>
          <a:ln w="13320">
            <a:solidFill>
              <a:srgbClr val="64748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480" rIns="6480" tIns="-6480" bIns="-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7980120" y="5037840"/>
            <a:ext cx="82080" cy="82080"/>
          </a:xfrm>
          <a:custGeom>
            <a:avLst/>
            <a:gdLst/>
            <a:ahLst/>
            <a:rect l="0" t="0" r="r" b="b"/>
            <a:pathLst>
              <a:path w="228" h="228">
                <a:moveTo>
                  <a:pt x="0" y="0"/>
                </a:moveTo>
                <a:lnTo>
                  <a:pt x="228" y="113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8087760" y="4653360"/>
            <a:ext cx="1617840" cy="851040"/>
          </a:xfrm>
          <a:custGeom>
            <a:avLst/>
            <a:gdLst/>
            <a:ahLst/>
            <a:rect l="0" t="0" r="r" b="b"/>
            <a:pathLst>
              <a:path w="4494" h="2364">
                <a:moveTo>
                  <a:pt x="237" y="0"/>
                </a:moveTo>
                <a:lnTo>
                  <a:pt x="4258" y="0"/>
                </a:lnTo>
                <a:cubicBezTo>
                  <a:pt x="4273" y="0"/>
                  <a:pt x="4289" y="2"/>
                  <a:pt x="4304" y="5"/>
                </a:cubicBezTo>
                <a:cubicBezTo>
                  <a:pt x="4319" y="8"/>
                  <a:pt x="4334" y="12"/>
                  <a:pt x="4348" y="18"/>
                </a:cubicBezTo>
                <a:cubicBezTo>
                  <a:pt x="4363" y="24"/>
                  <a:pt x="4376" y="31"/>
                  <a:pt x="4389" y="40"/>
                </a:cubicBezTo>
                <a:cubicBezTo>
                  <a:pt x="4402" y="49"/>
                  <a:pt x="4414" y="59"/>
                  <a:pt x="4425" y="70"/>
                </a:cubicBezTo>
                <a:cubicBezTo>
                  <a:pt x="4436" y="81"/>
                  <a:pt x="4446" y="93"/>
                  <a:pt x="4454" y="106"/>
                </a:cubicBezTo>
                <a:cubicBezTo>
                  <a:pt x="4463" y="119"/>
                  <a:pt x="4470" y="133"/>
                  <a:pt x="4476" y="147"/>
                </a:cubicBezTo>
                <a:cubicBezTo>
                  <a:pt x="4482" y="161"/>
                  <a:pt x="4487" y="176"/>
                  <a:pt x="4490" y="191"/>
                </a:cubicBezTo>
                <a:cubicBezTo>
                  <a:pt x="4493" y="207"/>
                  <a:pt x="4494" y="222"/>
                  <a:pt x="4494" y="238"/>
                </a:cubicBezTo>
                <a:lnTo>
                  <a:pt x="4494" y="2127"/>
                </a:lnTo>
                <a:cubicBezTo>
                  <a:pt x="4494" y="2143"/>
                  <a:pt x="4493" y="2158"/>
                  <a:pt x="4490" y="2173"/>
                </a:cubicBezTo>
                <a:cubicBezTo>
                  <a:pt x="4487" y="2189"/>
                  <a:pt x="4482" y="2203"/>
                  <a:pt x="4476" y="2218"/>
                </a:cubicBezTo>
                <a:cubicBezTo>
                  <a:pt x="4470" y="2232"/>
                  <a:pt x="4463" y="2246"/>
                  <a:pt x="4454" y="2259"/>
                </a:cubicBezTo>
                <a:cubicBezTo>
                  <a:pt x="4446" y="2272"/>
                  <a:pt x="4436" y="2283"/>
                  <a:pt x="4425" y="2294"/>
                </a:cubicBezTo>
                <a:cubicBezTo>
                  <a:pt x="4414" y="2305"/>
                  <a:pt x="4402" y="2315"/>
                  <a:pt x="4389" y="2324"/>
                </a:cubicBezTo>
                <a:cubicBezTo>
                  <a:pt x="4376" y="2332"/>
                  <a:pt x="4363" y="2340"/>
                  <a:pt x="4348" y="2346"/>
                </a:cubicBezTo>
                <a:cubicBezTo>
                  <a:pt x="4334" y="2352"/>
                  <a:pt x="4319" y="2356"/>
                  <a:pt x="4304" y="2359"/>
                </a:cubicBezTo>
                <a:cubicBezTo>
                  <a:pt x="4289" y="2362"/>
                  <a:pt x="4273" y="2364"/>
                  <a:pt x="4258" y="2364"/>
                </a:cubicBezTo>
                <a:lnTo>
                  <a:pt x="237" y="2364"/>
                </a:lnTo>
                <a:cubicBezTo>
                  <a:pt x="221" y="2364"/>
                  <a:pt x="206" y="2362"/>
                  <a:pt x="191" y="2359"/>
                </a:cubicBezTo>
                <a:cubicBezTo>
                  <a:pt x="175" y="2356"/>
                  <a:pt x="161" y="2352"/>
                  <a:pt x="146" y="2346"/>
                </a:cubicBezTo>
                <a:cubicBezTo>
                  <a:pt x="132" y="2340"/>
                  <a:pt x="118" y="2332"/>
                  <a:pt x="105" y="2324"/>
                </a:cubicBezTo>
                <a:cubicBezTo>
                  <a:pt x="92" y="2315"/>
                  <a:pt x="80" y="2305"/>
                  <a:pt x="70" y="2294"/>
                </a:cubicBezTo>
                <a:cubicBezTo>
                  <a:pt x="59" y="2283"/>
                  <a:pt x="49" y="2272"/>
                  <a:pt x="40" y="2259"/>
                </a:cubicBezTo>
                <a:cubicBezTo>
                  <a:pt x="31" y="2246"/>
                  <a:pt x="24" y="2232"/>
                  <a:pt x="18" y="2218"/>
                </a:cubicBezTo>
                <a:cubicBezTo>
                  <a:pt x="12" y="2203"/>
                  <a:pt x="8" y="2189"/>
                  <a:pt x="5" y="2173"/>
                </a:cubicBezTo>
                <a:cubicBezTo>
                  <a:pt x="2" y="2158"/>
                  <a:pt x="0" y="2143"/>
                  <a:pt x="0" y="2127"/>
                </a:cubicBez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1" y="12"/>
                  <a:pt x="175" y="8"/>
                  <a:pt x="191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8087760" y="4653360"/>
            <a:ext cx="1617840" cy="851040"/>
          </a:xfrm>
          <a:custGeom>
            <a:avLst/>
            <a:gdLst/>
            <a:ahLst/>
            <a:rect l="0" t="0" r="r" b="b"/>
            <a:pathLst>
              <a:path w="4494" h="2364">
                <a:moveTo>
                  <a:pt x="237" y="0"/>
                </a:moveTo>
                <a:lnTo>
                  <a:pt x="4258" y="0"/>
                </a:lnTo>
                <a:cubicBezTo>
                  <a:pt x="4273" y="0"/>
                  <a:pt x="4289" y="2"/>
                  <a:pt x="4304" y="5"/>
                </a:cubicBezTo>
                <a:cubicBezTo>
                  <a:pt x="4319" y="8"/>
                  <a:pt x="4334" y="12"/>
                  <a:pt x="4348" y="18"/>
                </a:cubicBezTo>
                <a:cubicBezTo>
                  <a:pt x="4363" y="24"/>
                  <a:pt x="4376" y="31"/>
                  <a:pt x="4389" y="40"/>
                </a:cubicBezTo>
                <a:cubicBezTo>
                  <a:pt x="4402" y="49"/>
                  <a:pt x="4414" y="59"/>
                  <a:pt x="4425" y="70"/>
                </a:cubicBezTo>
                <a:cubicBezTo>
                  <a:pt x="4436" y="81"/>
                  <a:pt x="4446" y="93"/>
                  <a:pt x="4454" y="106"/>
                </a:cubicBezTo>
                <a:cubicBezTo>
                  <a:pt x="4463" y="119"/>
                  <a:pt x="4470" y="133"/>
                  <a:pt x="4476" y="147"/>
                </a:cubicBezTo>
                <a:cubicBezTo>
                  <a:pt x="4482" y="161"/>
                  <a:pt x="4487" y="176"/>
                  <a:pt x="4490" y="191"/>
                </a:cubicBezTo>
                <a:cubicBezTo>
                  <a:pt x="4493" y="207"/>
                  <a:pt x="4494" y="222"/>
                  <a:pt x="4494" y="238"/>
                </a:cubicBezTo>
                <a:lnTo>
                  <a:pt x="4494" y="2127"/>
                </a:lnTo>
                <a:cubicBezTo>
                  <a:pt x="4494" y="2143"/>
                  <a:pt x="4493" y="2158"/>
                  <a:pt x="4490" y="2173"/>
                </a:cubicBezTo>
                <a:cubicBezTo>
                  <a:pt x="4487" y="2189"/>
                  <a:pt x="4482" y="2203"/>
                  <a:pt x="4476" y="2218"/>
                </a:cubicBezTo>
                <a:cubicBezTo>
                  <a:pt x="4470" y="2232"/>
                  <a:pt x="4463" y="2246"/>
                  <a:pt x="4454" y="2259"/>
                </a:cubicBezTo>
                <a:cubicBezTo>
                  <a:pt x="4446" y="2272"/>
                  <a:pt x="4436" y="2283"/>
                  <a:pt x="4425" y="2294"/>
                </a:cubicBezTo>
                <a:cubicBezTo>
                  <a:pt x="4414" y="2305"/>
                  <a:pt x="4402" y="2315"/>
                  <a:pt x="4389" y="2324"/>
                </a:cubicBezTo>
                <a:cubicBezTo>
                  <a:pt x="4376" y="2332"/>
                  <a:pt x="4363" y="2340"/>
                  <a:pt x="4348" y="2346"/>
                </a:cubicBezTo>
                <a:cubicBezTo>
                  <a:pt x="4334" y="2352"/>
                  <a:pt x="4319" y="2356"/>
                  <a:pt x="4304" y="2359"/>
                </a:cubicBezTo>
                <a:cubicBezTo>
                  <a:pt x="4289" y="2362"/>
                  <a:pt x="4273" y="2364"/>
                  <a:pt x="4258" y="2364"/>
                </a:cubicBezTo>
                <a:lnTo>
                  <a:pt x="237" y="2364"/>
                </a:lnTo>
                <a:cubicBezTo>
                  <a:pt x="221" y="2364"/>
                  <a:pt x="206" y="2362"/>
                  <a:pt x="191" y="2359"/>
                </a:cubicBezTo>
                <a:cubicBezTo>
                  <a:pt x="175" y="2356"/>
                  <a:pt x="161" y="2352"/>
                  <a:pt x="146" y="2346"/>
                </a:cubicBezTo>
                <a:cubicBezTo>
                  <a:pt x="132" y="2340"/>
                  <a:pt x="118" y="2332"/>
                  <a:pt x="105" y="2324"/>
                </a:cubicBezTo>
                <a:cubicBezTo>
                  <a:pt x="92" y="2315"/>
                  <a:pt x="80" y="2305"/>
                  <a:pt x="70" y="2294"/>
                </a:cubicBezTo>
                <a:cubicBezTo>
                  <a:pt x="59" y="2283"/>
                  <a:pt x="49" y="2272"/>
                  <a:pt x="40" y="2259"/>
                </a:cubicBezTo>
                <a:cubicBezTo>
                  <a:pt x="31" y="2246"/>
                  <a:pt x="24" y="2232"/>
                  <a:pt x="18" y="2218"/>
                </a:cubicBezTo>
                <a:cubicBezTo>
                  <a:pt x="12" y="2203"/>
                  <a:pt x="8" y="2189"/>
                  <a:pt x="5" y="2173"/>
                </a:cubicBezTo>
                <a:cubicBezTo>
                  <a:pt x="2" y="2158"/>
                  <a:pt x="0" y="2143"/>
                  <a:pt x="0" y="2127"/>
                </a:cubicBez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2" y="24"/>
                  <a:pt x="146" y="18"/>
                </a:cubicBezTo>
                <a:cubicBezTo>
                  <a:pt x="161" y="12"/>
                  <a:pt x="175" y="8"/>
                  <a:pt x="191" y="5"/>
                </a:cubicBezTo>
                <a:cubicBezTo>
                  <a:pt x="206" y="2"/>
                  <a:pt x="221" y="0"/>
                  <a:pt x="237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868080" y="5074560"/>
            <a:ext cx="469281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inference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8597880" y="4767840"/>
            <a:ext cx="644241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900" b="1" u="none" strike="noStrike">
                <a:solidFill>
                  <a:srgbClr val="0f172a"/>
                </a:solidFill>
                <a:effectLst/>
                <a:uFillTx/>
                <a:latin typeface="SegoeUI"/>
                <a:ea typeface="SegoeUI"/>
              </a:rPr>
              <a:t>torchcodec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8677440" y="4980960"/>
            <a:ext cx="475891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39" b="0" u="none" strike="noStrike">
                <a:solidFill>
                  <a:srgbClr val="334155"/>
                </a:solidFill>
                <a:effectLst/>
                <a:uFillTx/>
                <a:latin typeface="SegoeUI"/>
                <a:ea typeface="SegoeUI"/>
              </a:rPr>
              <a:t>encoding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3967560" y="5605920"/>
            <a:ext cx="4257000" cy="221400"/>
          </a:xfrm>
          <a:custGeom>
            <a:avLst/>
            <a:gdLst/>
            <a:ahLst/>
            <a:rect l="0" t="0" r="r" b="b"/>
            <a:pathLst>
              <a:path w="11825" h="615">
                <a:moveTo>
                  <a:pt x="307" y="0"/>
                </a:moveTo>
                <a:lnTo>
                  <a:pt x="11517" y="0"/>
                </a:lnTo>
                <a:cubicBezTo>
                  <a:pt x="11537" y="0"/>
                  <a:pt x="11557" y="2"/>
                  <a:pt x="11577" y="6"/>
                </a:cubicBezTo>
                <a:cubicBezTo>
                  <a:pt x="11597" y="10"/>
                  <a:pt x="11616" y="16"/>
                  <a:pt x="11635" y="23"/>
                </a:cubicBezTo>
                <a:cubicBezTo>
                  <a:pt x="11653" y="31"/>
                  <a:pt x="11671" y="41"/>
                  <a:pt x="11688" y="52"/>
                </a:cubicBezTo>
                <a:cubicBezTo>
                  <a:pt x="11705" y="63"/>
                  <a:pt x="11720" y="76"/>
                  <a:pt x="11735" y="91"/>
                </a:cubicBezTo>
                <a:cubicBezTo>
                  <a:pt x="11749" y="105"/>
                  <a:pt x="11762" y="121"/>
                  <a:pt x="11773" y="138"/>
                </a:cubicBezTo>
                <a:cubicBezTo>
                  <a:pt x="11784" y="154"/>
                  <a:pt x="11793" y="172"/>
                  <a:pt x="11801" y="191"/>
                </a:cubicBezTo>
                <a:cubicBezTo>
                  <a:pt x="11809" y="209"/>
                  <a:pt x="11815" y="229"/>
                  <a:pt x="11819" y="248"/>
                </a:cubicBezTo>
                <a:cubicBezTo>
                  <a:pt x="11823" y="268"/>
                  <a:pt x="11825" y="288"/>
                  <a:pt x="11825" y="308"/>
                </a:cubicBezTo>
                <a:cubicBezTo>
                  <a:pt x="11825" y="328"/>
                  <a:pt x="11823" y="348"/>
                  <a:pt x="11819" y="368"/>
                </a:cubicBezTo>
                <a:cubicBezTo>
                  <a:pt x="11815" y="388"/>
                  <a:pt x="11809" y="407"/>
                  <a:pt x="11801" y="426"/>
                </a:cubicBezTo>
                <a:cubicBezTo>
                  <a:pt x="11793" y="444"/>
                  <a:pt x="11784" y="462"/>
                  <a:pt x="11773" y="479"/>
                </a:cubicBezTo>
                <a:cubicBezTo>
                  <a:pt x="11762" y="496"/>
                  <a:pt x="11749" y="511"/>
                  <a:pt x="11735" y="525"/>
                </a:cubicBezTo>
                <a:cubicBezTo>
                  <a:pt x="11720" y="540"/>
                  <a:pt x="11705" y="552"/>
                  <a:pt x="11688" y="564"/>
                </a:cubicBezTo>
                <a:cubicBezTo>
                  <a:pt x="11671" y="575"/>
                  <a:pt x="11653" y="584"/>
                  <a:pt x="11635" y="592"/>
                </a:cubicBezTo>
                <a:cubicBezTo>
                  <a:pt x="11616" y="600"/>
                  <a:pt x="11597" y="605"/>
                  <a:pt x="11577" y="609"/>
                </a:cubicBezTo>
                <a:cubicBezTo>
                  <a:pt x="11557" y="613"/>
                  <a:pt x="11537" y="615"/>
                  <a:pt x="11517" y="615"/>
                </a:cubicBezTo>
                <a:lnTo>
                  <a:pt x="307" y="615"/>
                </a:lnTo>
                <a:cubicBezTo>
                  <a:pt x="287" y="615"/>
                  <a:pt x="267" y="613"/>
                  <a:pt x="247" y="609"/>
                </a:cubicBezTo>
                <a:cubicBezTo>
                  <a:pt x="228" y="605"/>
                  <a:pt x="208" y="600"/>
                  <a:pt x="190" y="592"/>
                </a:cubicBezTo>
                <a:cubicBezTo>
                  <a:pt x="171" y="584"/>
                  <a:pt x="153" y="575"/>
                  <a:pt x="137" y="564"/>
                </a:cubicBezTo>
                <a:cubicBezTo>
                  <a:pt x="120" y="552"/>
                  <a:pt x="104" y="540"/>
                  <a:pt x="90" y="525"/>
                </a:cubicBezTo>
                <a:cubicBezTo>
                  <a:pt x="76" y="511"/>
                  <a:pt x="63" y="496"/>
                  <a:pt x="52" y="479"/>
                </a:cubicBezTo>
                <a:cubicBezTo>
                  <a:pt x="41" y="462"/>
                  <a:pt x="31" y="444"/>
                  <a:pt x="23" y="426"/>
                </a:cubicBezTo>
                <a:cubicBezTo>
                  <a:pt x="16" y="407"/>
                  <a:pt x="10" y="388"/>
                  <a:pt x="6" y="368"/>
                </a:cubicBezTo>
                <a:cubicBezTo>
                  <a:pt x="2" y="348"/>
                  <a:pt x="0" y="328"/>
                  <a:pt x="0" y="308"/>
                </a:cubicBezTo>
                <a:cubicBezTo>
                  <a:pt x="0" y="288"/>
                  <a:pt x="2" y="268"/>
                  <a:pt x="6" y="248"/>
                </a:cubicBezTo>
                <a:cubicBezTo>
                  <a:pt x="10" y="229"/>
                  <a:pt x="16" y="209"/>
                  <a:pt x="23" y="191"/>
                </a:cubicBezTo>
                <a:cubicBezTo>
                  <a:pt x="31" y="172"/>
                  <a:pt x="41" y="154"/>
                  <a:pt x="52" y="138"/>
                </a:cubicBezTo>
                <a:cubicBezTo>
                  <a:pt x="63" y="121"/>
                  <a:pt x="76" y="105"/>
                  <a:pt x="90" y="91"/>
                </a:cubicBezTo>
                <a:cubicBezTo>
                  <a:pt x="104" y="76"/>
                  <a:pt x="120" y="63"/>
                  <a:pt x="137" y="52"/>
                </a:cubicBezTo>
                <a:cubicBezTo>
                  <a:pt x="153" y="41"/>
                  <a:pt x="171" y="31"/>
                  <a:pt x="190" y="23"/>
                </a:cubicBezTo>
                <a:cubicBezTo>
                  <a:pt x="208" y="16"/>
                  <a:pt x="228" y="10"/>
                  <a:pt x="247" y="6"/>
                </a:cubicBezTo>
                <a:cubicBezTo>
                  <a:pt x="267" y="2"/>
                  <a:pt x="287" y="0"/>
                  <a:pt x="30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3967560" y="5605920"/>
            <a:ext cx="4257000" cy="221400"/>
          </a:xfrm>
          <a:custGeom>
            <a:avLst/>
            <a:gdLst/>
            <a:ahLst/>
            <a:rect l="0" t="0" r="r" b="b"/>
            <a:pathLst>
              <a:path w="11825" h="615">
                <a:moveTo>
                  <a:pt x="307" y="0"/>
                </a:moveTo>
                <a:lnTo>
                  <a:pt x="11517" y="0"/>
                </a:lnTo>
                <a:cubicBezTo>
                  <a:pt x="11537" y="0"/>
                  <a:pt x="11557" y="2"/>
                  <a:pt x="11577" y="6"/>
                </a:cubicBezTo>
                <a:cubicBezTo>
                  <a:pt x="11597" y="10"/>
                  <a:pt x="11616" y="16"/>
                  <a:pt x="11635" y="23"/>
                </a:cubicBezTo>
                <a:cubicBezTo>
                  <a:pt x="11653" y="31"/>
                  <a:pt x="11671" y="41"/>
                  <a:pt x="11688" y="52"/>
                </a:cubicBezTo>
                <a:cubicBezTo>
                  <a:pt x="11705" y="63"/>
                  <a:pt x="11720" y="76"/>
                  <a:pt x="11735" y="91"/>
                </a:cubicBezTo>
                <a:cubicBezTo>
                  <a:pt x="11749" y="105"/>
                  <a:pt x="11762" y="121"/>
                  <a:pt x="11773" y="138"/>
                </a:cubicBezTo>
                <a:cubicBezTo>
                  <a:pt x="11784" y="154"/>
                  <a:pt x="11793" y="172"/>
                  <a:pt x="11801" y="191"/>
                </a:cubicBezTo>
                <a:cubicBezTo>
                  <a:pt x="11809" y="209"/>
                  <a:pt x="11815" y="229"/>
                  <a:pt x="11819" y="248"/>
                </a:cubicBezTo>
                <a:cubicBezTo>
                  <a:pt x="11823" y="268"/>
                  <a:pt x="11825" y="288"/>
                  <a:pt x="11825" y="308"/>
                </a:cubicBezTo>
                <a:cubicBezTo>
                  <a:pt x="11825" y="328"/>
                  <a:pt x="11823" y="348"/>
                  <a:pt x="11819" y="368"/>
                </a:cubicBezTo>
                <a:cubicBezTo>
                  <a:pt x="11815" y="388"/>
                  <a:pt x="11809" y="407"/>
                  <a:pt x="11801" y="426"/>
                </a:cubicBezTo>
                <a:cubicBezTo>
                  <a:pt x="11793" y="444"/>
                  <a:pt x="11784" y="462"/>
                  <a:pt x="11773" y="479"/>
                </a:cubicBezTo>
                <a:cubicBezTo>
                  <a:pt x="11762" y="496"/>
                  <a:pt x="11749" y="511"/>
                  <a:pt x="11735" y="525"/>
                </a:cubicBezTo>
                <a:cubicBezTo>
                  <a:pt x="11720" y="540"/>
                  <a:pt x="11705" y="552"/>
                  <a:pt x="11688" y="564"/>
                </a:cubicBezTo>
                <a:cubicBezTo>
                  <a:pt x="11671" y="575"/>
                  <a:pt x="11653" y="584"/>
                  <a:pt x="11635" y="592"/>
                </a:cubicBezTo>
                <a:cubicBezTo>
                  <a:pt x="11616" y="600"/>
                  <a:pt x="11597" y="605"/>
                  <a:pt x="11577" y="609"/>
                </a:cubicBezTo>
                <a:cubicBezTo>
                  <a:pt x="11557" y="613"/>
                  <a:pt x="11537" y="615"/>
                  <a:pt x="11517" y="615"/>
                </a:cubicBezTo>
                <a:lnTo>
                  <a:pt x="307" y="615"/>
                </a:lnTo>
                <a:cubicBezTo>
                  <a:pt x="287" y="615"/>
                  <a:pt x="267" y="613"/>
                  <a:pt x="247" y="609"/>
                </a:cubicBezTo>
                <a:cubicBezTo>
                  <a:pt x="228" y="605"/>
                  <a:pt x="208" y="600"/>
                  <a:pt x="190" y="592"/>
                </a:cubicBezTo>
                <a:cubicBezTo>
                  <a:pt x="171" y="584"/>
                  <a:pt x="153" y="575"/>
                  <a:pt x="137" y="564"/>
                </a:cubicBezTo>
                <a:cubicBezTo>
                  <a:pt x="120" y="552"/>
                  <a:pt x="104" y="540"/>
                  <a:pt x="90" y="525"/>
                </a:cubicBezTo>
                <a:cubicBezTo>
                  <a:pt x="76" y="511"/>
                  <a:pt x="63" y="496"/>
                  <a:pt x="52" y="479"/>
                </a:cubicBezTo>
                <a:cubicBezTo>
                  <a:pt x="41" y="462"/>
                  <a:pt x="31" y="444"/>
                  <a:pt x="23" y="426"/>
                </a:cubicBezTo>
                <a:cubicBezTo>
                  <a:pt x="16" y="407"/>
                  <a:pt x="10" y="388"/>
                  <a:pt x="6" y="368"/>
                </a:cubicBezTo>
                <a:cubicBezTo>
                  <a:pt x="2" y="348"/>
                  <a:pt x="0" y="328"/>
                  <a:pt x="0" y="308"/>
                </a:cubicBezTo>
                <a:cubicBezTo>
                  <a:pt x="0" y="288"/>
                  <a:pt x="2" y="268"/>
                  <a:pt x="6" y="248"/>
                </a:cubicBezTo>
                <a:cubicBezTo>
                  <a:pt x="10" y="229"/>
                  <a:pt x="16" y="209"/>
                  <a:pt x="23" y="191"/>
                </a:cubicBezTo>
                <a:cubicBezTo>
                  <a:pt x="31" y="172"/>
                  <a:pt x="41" y="154"/>
                  <a:pt x="52" y="138"/>
                </a:cubicBezTo>
                <a:cubicBezTo>
                  <a:pt x="63" y="121"/>
                  <a:pt x="76" y="105"/>
                  <a:pt x="90" y="91"/>
                </a:cubicBezTo>
                <a:cubicBezTo>
                  <a:pt x="104" y="76"/>
                  <a:pt x="120" y="63"/>
                  <a:pt x="137" y="52"/>
                </a:cubicBezTo>
                <a:cubicBezTo>
                  <a:pt x="153" y="41"/>
                  <a:pt x="171" y="31"/>
                  <a:pt x="190" y="23"/>
                </a:cubicBezTo>
                <a:cubicBezTo>
                  <a:pt x="208" y="16"/>
                  <a:pt x="228" y="10"/>
                  <a:pt x="247" y="6"/>
                </a:cubicBezTo>
                <a:cubicBezTo>
                  <a:pt x="267" y="2"/>
                  <a:pt x="287" y="0"/>
                  <a:pt x="307" y="0"/>
                </a:cubicBezTo>
                <a:close/>
              </a:path>
            </a:pathLst>
          </a:custGeom>
          <a:noFill/>
          <a:ln w="8280">
            <a:solidFill>
              <a:srgbClr val="cbd5e1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8448840" y="5194440"/>
            <a:ext cx="966168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770" b="0" u="none" strike="noStrike">
                <a:solidFill>
                  <a:srgbClr val="64748b"/>
                </a:solidFill>
                <a:effectLst/>
                <a:uFillTx/>
                <a:latin typeface="SegoeUI"/>
                <a:ea typeface="SegoeUI"/>
              </a:rPr>
              <a:t>image · video · audio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412880" y="5640480"/>
            <a:ext cx="3655497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810" b="0" u="none" strike="noStrike">
                <a:solidFill>
                  <a:srgbClr val="475569"/>
                </a:solidFill>
                <a:effectLst/>
                <a:uFillTx/>
                <a:latin typeface="SegoeUI"/>
                <a:ea typeface="SegoeUI"/>
              </a:rPr>
              <a:t>All three are ABI stable — one release works with multiple PyTorch versions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880200" y="6397920"/>
            <a:ext cx="531917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Blog post: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Evolution of the PyTorch media processing landscape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1778840" y="635580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666720" y="1218960"/>
            <a:ext cx="3429360" cy="2648520"/>
          </a:xfrm>
          <a:custGeom>
            <a:avLst/>
            <a:gdLst/>
            <a:ahLst/>
            <a:rect l="0" t="0" r="r" b="b"/>
            <a:pathLst>
              <a:path w="9526" h="7357">
                <a:moveTo>
                  <a:pt x="0" y="7039"/>
                </a:moveTo>
                <a:lnTo>
                  <a:pt x="0" y="319"/>
                </a:lnTo>
                <a:cubicBezTo>
                  <a:pt x="0" y="298"/>
                  <a:pt x="2" y="276"/>
                  <a:pt x="6" y="256"/>
                </a:cubicBezTo>
                <a:cubicBezTo>
                  <a:pt x="10" y="235"/>
                  <a:pt x="16" y="215"/>
                  <a:pt x="24" y="196"/>
                </a:cubicBezTo>
                <a:cubicBezTo>
                  <a:pt x="32" y="177"/>
                  <a:pt x="42" y="159"/>
                  <a:pt x="53" y="141"/>
                </a:cubicBezTo>
                <a:cubicBezTo>
                  <a:pt x="65" y="124"/>
                  <a:pt x="78" y="108"/>
                  <a:pt x="93" y="93"/>
                </a:cubicBezTo>
                <a:cubicBezTo>
                  <a:pt x="107" y="78"/>
                  <a:pt x="123" y="65"/>
                  <a:pt x="141" y="54"/>
                </a:cubicBezTo>
                <a:cubicBezTo>
                  <a:pt x="158" y="42"/>
                  <a:pt x="176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6" y="0"/>
                  <a:pt x="317" y="0"/>
                </a:cubicBezTo>
                <a:lnTo>
                  <a:pt x="9208" y="0"/>
                </a:lnTo>
                <a:cubicBezTo>
                  <a:pt x="9229" y="0"/>
                  <a:pt x="9250" y="2"/>
                  <a:pt x="9270" y="6"/>
                </a:cubicBezTo>
                <a:cubicBezTo>
                  <a:pt x="9290" y="10"/>
                  <a:pt x="9310" y="16"/>
                  <a:pt x="9330" y="24"/>
                </a:cubicBezTo>
                <a:cubicBezTo>
                  <a:pt x="9349" y="32"/>
                  <a:pt x="9367" y="42"/>
                  <a:pt x="9384" y="54"/>
                </a:cubicBezTo>
                <a:cubicBezTo>
                  <a:pt x="9402" y="65"/>
                  <a:pt x="9418" y="78"/>
                  <a:pt x="9433" y="93"/>
                </a:cubicBezTo>
                <a:cubicBezTo>
                  <a:pt x="9447" y="108"/>
                  <a:pt x="9460" y="124"/>
                  <a:pt x="9472" y="141"/>
                </a:cubicBezTo>
                <a:cubicBezTo>
                  <a:pt x="9484" y="159"/>
                  <a:pt x="9493" y="177"/>
                  <a:pt x="9501" y="196"/>
                </a:cubicBezTo>
                <a:cubicBezTo>
                  <a:pt x="9509" y="215"/>
                  <a:pt x="9515" y="235"/>
                  <a:pt x="9519" y="256"/>
                </a:cubicBezTo>
                <a:cubicBezTo>
                  <a:pt x="9524" y="276"/>
                  <a:pt x="9526" y="298"/>
                  <a:pt x="9526" y="319"/>
                </a:cubicBezTo>
                <a:lnTo>
                  <a:pt x="9526" y="7039"/>
                </a:lnTo>
                <a:cubicBezTo>
                  <a:pt x="9526" y="7060"/>
                  <a:pt x="9524" y="7081"/>
                  <a:pt x="9519" y="7101"/>
                </a:cubicBezTo>
                <a:cubicBezTo>
                  <a:pt x="9515" y="7121"/>
                  <a:pt x="9509" y="7141"/>
                  <a:pt x="9501" y="7161"/>
                </a:cubicBezTo>
                <a:cubicBezTo>
                  <a:pt x="9493" y="7180"/>
                  <a:pt x="9484" y="7198"/>
                  <a:pt x="9472" y="7215"/>
                </a:cubicBezTo>
                <a:cubicBezTo>
                  <a:pt x="9460" y="7233"/>
                  <a:pt x="9447" y="7249"/>
                  <a:pt x="9433" y="7264"/>
                </a:cubicBezTo>
                <a:cubicBezTo>
                  <a:pt x="9418" y="7278"/>
                  <a:pt x="9402" y="7291"/>
                  <a:pt x="9384" y="7303"/>
                </a:cubicBezTo>
                <a:cubicBezTo>
                  <a:pt x="9367" y="7315"/>
                  <a:pt x="9349" y="7324"/>
                  <a:pt x="9330" y="7332"/>
                </a:cubicBezTo>
                <a:cubicBezTo>
                  <a:pt x="9310" y="7340"/>
                  <a:pt x="9290" y="7346"/>
                  <a:pt x="9270" y="7350"/>
                </a:cubicBezTo>
                <a:cubicBezTo>
                  <a:pt x="9250" y="7355"/>
                  <a:pt x="9229" y="7357"/>
                  <a:pt x="9208" y="7357"/>
                </a:cubicBezTo>
                <a:lnTo>
                  <a:pt x="317" y="7357"/>
                </a:lnTo>
                <a:cubicBezTo>
                  <a:pt x="296" y="7357"/>
                  <a:pt x="276" y="7355"/>
                  <a:pt x="255" y="7350"/>
                </a:cubicBezTo>
                <a:cubicBezTo>
                  <a:pt x="235" y="7346"/>
                  <a:pt x="215" y="7340"/>
                  <a:pt x="196" y="7332"/>
                </a:cubicBezTo>
                <a:cubicBezTo>
                  <a:pt x="176" y="7324"/>
                  <a:pt x="158" y="7315"/>
                  <a:pt x="141" y="7303"/>
                </a:cubicBezTo>
                <a:cubicBezTo>
                  <a:pt x="123" y="7291"/>
                  <a:pt x="107" y="7278"/>
                  <a:pt x="93" y="7264"/>
                </a:cubicBezTo>
                <a:cubicBezTo>
                  <a:pt x="78" y="7249"/>
                  <a:pt x="65" y="7233"/>
                  <a:pt x="53" y="7215"/>
                </a:cubicBezTo>
                <a:cubicBezTo>
                  <a:pt x="42" y="7198"/>
                  <a:pt x="32" y="7180"/>
                  <a:pt x="24" y="7161"/>
                </a:cubicBezTo>
                <a:cubicBezTo>
                  <a:pt x="16" y="7141"/>
                  <a:pt x="10" y="7121"/>
                  <a:pt x="6" y="7101"/>
                </a:cubicBezTo>
                <a:cubicBezTo>
                  <a:pt x="2" y="7081"/>
                  <a:pt x="0" y="7060"/>
                  <a:pt x="0" y="703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66720" y="502920"/>
            <a:ext cx="3659385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One job per library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914400" y="1420560"/>
            <a:ext cx="1854187" cy="32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31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TorchCodec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914400" y="1968480"/>
            <a:ext cx="241755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 &amp; encode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14400" y="2368440"/>
            <a:ext cx="28347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images · video · audio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4381200" y="1218960"/>
            <a:ext cx="3429360" cy="2648520"/>
          </a:xfrm>
          <a:custGeom>
            <a:avLst/>
            <a:gdLst/>
            <a:ahLst/>
            <a:rect l="0" t="0" r="r" b="b"/>
            <a:pathLst>
              <a:path w="9526" h="7357">
                <a:moveTo>
                  <a:pt x="0" y="7039"/>
                </a:moveTo>
                <a:lnTo>
                  <a:pt x="0" y="319"/>
                </a:lnTo>
                <a:cubicBezTo>
                  <a:pt x="0" y="298"/>
                  <a:pt x="2" y="276"/>
                  <a:pt x="6" y="256"/>
                </a:cubicBezTo>
                <a:cubicBezTo>
                  <a:pt x="10" y="235"/>
                  <a:pt x="17" y="215"/>
                  <a:pt x="24" y="196"/>
                </a:cubicBezTo>
                <a:cubicBezTo>
                  <a:pt x="32" y="177"/>
                  <a:pt x="42" y="159"/>
                  <a:pt x="54" y="141"/>
                </a:cubicBezTo>
                <a:cubicBezTo>
                  <a:pt x="65" y="124"/>
                  <a:pt x="79" y="108"/>
                  <a:pt x="93" y="93"/>
                </a:cubicBezTo>
                <a:cubicBezTo>
                  <a:pt x="108" y="78"/>
                  <a:pt x="124" y="65"/>
                  <a:pt x="141" y="54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9209" y="0"/>
                </a:lnTo>
                <a:cubicBezTo>
                  <a:pt x="9230" y="0"/>
                  <a:pt x="9250" y="2"/>
                  <a:pt x="9271" y="6"/>
                </a:cubicBezTo>
                <a:cubicBezTo>
                  <a:pt x="9291" y="10"/>
                  <a:pt x="9311" y="16"/>
                  <a:pt x="9330" y="24"/>
                </a:cubicBezTo>
                <a:cubicBezTo>
                  <a:pt x="9350" y="32"/>
                  <a:pt x="9368" y="42"/>
                  <a:pt x="9385" y="54"/>
                </a:cubicBezTo>
                <a:cubicBezTo>
                  <a:pt x="9403" y="65"/>
                  <a:pt x="9419" y="78"/>
                  <a:pt x="9433" y="93"/>
                </a:cubicBezTo>
                <a:cubicBezTo>
                  <a:pt x="9448" y="108"/>
                  <a:pt x="9461" y="124"/>
                  <a:pt x="9473" y="141"/>
                </a:cubicBezTo>
                <a:cubicBezTo>
                  <a:pt x="9484" y="159"/>
                  <a:pt x="9494" y="177"/>
                  <a:pt x="9502" y="196"/>
                </a:cubicBezTo>
                <a:cubicBezTo>
                  <a:pt x="9510" y="215"/>
                  <a:pt x="9516" y="235"/>
                  <a:pt x="9520" y="256"/>
                </a:cubicBezTo>
                <a:cubicBezTo>
                  <a:pt x="9524" y="276"/>
                  <a:pt x="9526" y="298"/>
                  <a:pt x="9526" y="319"/>
                </a:cubicBezTo>
                <a:lnTo>
                  <a:pt x="9526" y="7039"/>
                </a:lnTo>
                <a:cubicBezTo>
                  <a:pt x="9526" y="7060"/>
                  <a:pt x="9524" y="7081"/>
                  <a:pt x="9520" y="7101"/>
                </a:cubicBezTo>
                <a:cubicBezTo>
                  <a:pt x="9516" y="7121"/>
                  <a:pt x="9510" y="7141"/>
                  <a:pt x="9502" y="7161"/>
                </a:cubicBezTo>
                <a:cubicBezTo>
                  <a:pt x="9494" y="7180"/>
                  <a:pt x="9484" y="7198"/>
                  <a:pt x="9473" y="7215"/>
                </a:cubicBezTo>
                <a:cubicBezTo>
                  <a:pt x="9461" y="7233"/>
                  <a:pt x="9448" y="7249"/>
                  <a:pt x="9433" y="7264"/>
                </a:cubicBezTo>
                <a:cubicBezTo>
                  <a:pt x="9419" y="7278"/>
                  <a:pt x="9403" y="7291"/>
                  <a:pt x="9385" y="7303"/>
                </a:cubicBezTo>
                <a:cubicBezTo>
                  <a:pt x="9368" y="7315"/>
                  <a:pt x="9350" y="7324"/>
                  <a:pt x="9330" y="7332"/>
                </a:cubicBezTo>
                <a:cubicBezTo>
                  <a:pt x="9311" y="7340"/>
                  <a:pt x="9291" y="7346"/>
                  <a:pt x="9271" y="7350"/>
                </a:cubicBezTo>
                <a:cubicBezTo>
                  <a:pt x="9250" y="7355"/>
                  <a:pt x="9230" y="7357"/>
                  <a:pt x="9209" y="7357"/>
                </a:cubicBezTo>
                <a:lnTo>
                  <a:pt x="318" y="7357"/>
                </a:lnTo>
                <a:cubicBezTo>
                  <a:pt x="297" y="7357"/>
                  <a:pt x="276" y="7355"/>
                  <a:pt x="256" y="7350"/>
                </a:cubicBezTo>
                <a:cubicBezTo>
                  <a:pt x="235" y="7346"/>
                  <a:pt x="216" y="7340"/>
                  <a:pt x="196" y="7332"/>
                </a:cubicBezTo>
                <a:cubicBezTo>
                  <a:pt x="177" y="7324"/>
                  <a:pt x="159" y="7315"/>
                  <a:pt x="141" y="7303"/>
                </a:cubicBezTo>
                <a:cubicBezTo>
                  <a:pt x="124" y="7291"/>
                  <a:pt x="108" y="7278"/>
                  <a:pt x="93" y="7264"/>
                </a:cubicBezTo>
                <a:cubicBezTo>
                  <a:pt x="79" y="7249"/>
                  <a:pt x="65" y="7233"/>
                  <a:pt x="54" y="7215"/>
                </a:cubicBezTo>
                <a:cubicBezTo>
                  <a:pt x="42" y="7198"/>
                  <a:pt x="32" y="7180"/>
                  <a:pt x="24" y="7161"/>
                </a:cubicBezTo>
                <a:cubicBezTo>
                  <a:pt x="17" y="7141"/>
                  <a:pt x="10" y="7121"/>
                  <a:pt x="6" y="7101"/>
                </a:cubicBezTo>
                <a:cubicBezTo>
                  <a:pt x="2" y="7081"/>
                  <a:pt x="0" y="7060"/>
                  <a:pt x="0" y="703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914400" y="2768400"/>
            <a:ext cx="206569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CPU and CUDA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629240" y="1420560"/>
            <a:ext cx="1836302" cy="32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31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TorchVision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4629240" y="1968480"/>
            <a:ext cx="14253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629240" y="2368440"/>
            <a:ext cx="2258539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images and video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8096040" y="1218960"/>
            <a:ext cx="3429360" cy="2648520"/>
          </a:xfrm>
          <a:custGeom>
            <a:avLst/>
            <a:gdLst/>
            <a:ahLst/>
            <a:rect l="0" t="0" r="r" b="b"/>
            <a:pathLst>
              <a:path w="9526" h="7357">
                <a:moveTo>
                  <a:pt x="0" y="7039"/>
                </a:moveTo>
                <a:lnTo>
                  <a:pt x="0" y="319"/>
                </a:lnTo>
                <a:cubicBezTo>
                  <a:pt x="0" y="298"/>
                  <a:pt x="2" y="276"/>
                  <a:pt x="6" y="256"/>
                </a:cubicBezTo>
                <a:cubicBezTo>
                  <a:pt x="10" y="235"/>
                  <a:pt x="16" y="215"/>
                  <a:pt x="24" y="196"/>
                </a:cubicBezTo>
                <a:cubicBezTo>
                  <a:pt x="32" y="177"/>
                  <a:pt x="42" y="159"/>
                  <a:pt x="54" y="141"/>
                </a:cubicBezTo>
                <a:cubicBezTo>
                  <a:pt x="65" y="124"/>
                  <a:pt x="78" y="108"/>
                  <a:pt x="93" y="93"/>
                </a:cubicBezTo>
                <a:cubicBezTo>
                  <a:pt x="108" y="78"/>
                  <a:pt x="124" y="65"/>
                  <a:pt x="141" y="54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9209" y="0"/>
                </a:lnTo>
                <a:cubicBezTo>
                  <a:pt x="9229" y="0"/>
                  <a:pt x="9250" y="2"/>
                  <a:pt x="9271" y="6"/>
                </a:cubicBezTo>
                <a:cubicBezTo>
                  <a:pt x="9291" y="10"/>
                  <a:pt x="9311" y="16"/>
                  <a:pt x="9330" y="24"/>
                </a:cubicBezTo>
                <a:cubicBezTo>
                  <a:pt x="9349" y="32"/>
                  <a:pt x="9368" y="42"/>
                  <a:pt x="9385" y="54"/>
                </a:cubicBezTo>
                <a:cubicBezTo>
                  <a:pt x="9402" y="65"/>
                  <a:pt x="9418" y="78"/>
                  <a:pt x="9433" y="93"/>
                </a:cubicBezTo>
                <a:cubicBezTo>
                  <a:pt x="9448" y="108"/>
                  <a:pt x="9461" y="124"/>
                  <a:pt x="9473" y="141"/>
                </a:cubicBezTo>
                <a:cubicBezTo>
                  <a:pt x="9484" y="159"/>
                  <a:pt x="9494" y="177"/>
                  <a:pt x="9502" y="196"/>
                </a:cubicBezTo>
                <a:cubicBezTo>
                  <a:pt x="9510" y="215"/>
                  <a:pt x="9516" y="235"/>
                  <a:pt x="9520" y="256"/>
                </a:cubicBezTo>
                <a:cubicBezTo>
                  <a:pt x="9524" y="276"/>
                  <a:pt x="9526" y="298"/>
                  <a:pt x="9526" y="319"/>
                </a:cubicBezTo>
                <a:lnTo>
                  <a:pt x="9526" y="7039"/>
                </a:lnTo>
                <a:cubicBezTo>
                  <a:pt x="9526" y="7060"/>
                  <a:pt x="9524" y="7081"/>
                  <a:pt x="9520" y="7101"/>
                </a:cubicBezTo>
                <a:cubicBezTo>
                  <a:pt x="9516" y="7121"/>
                  <a:pt x="9510" y="7141"/>
                  <a:pt x="9502" y="7161"/>
                </a:cubicBezTo>
                <a:cubicBezTo>
                  <a:pt x="9494" y="7180"/>
                  <a:pt x="9484" y="7198"/>
                  <a:pt x="9473" y="7215"/>
                </a:cubicBezTo>
                <a:cubicBezTo>
                  <a:pt x="9461" y="7233"/>
                  <a:pt x="9448" y="7249"/>
                  <a:pt x="9433" y="7264"/>
                </a:cubicBezTo>
                <a:cubicBezTo>
                  <a:pt x="9418" y="7278"/>
                  <a:pt x="9402" y="7291"/>
                  <a:pt x="9385" y="7303"/>
                </a:cubicBezTo>
                <a:cubicBezTo>
                  <a:pt x="9368" y="7315"/>
                  <a:pt x="9349" y="7324"/>
                  <a:pt x="9330" y="7332"/>
                </a:cubicBezTo>
                <a:cubicBezTo>
                  <a:pt x="9311" y="7340"/>
                  <a:pt x="9291" y="7346"/>
                  <a:pt x="9271" y="7350"/>
                </a:cubicBezTo>
                <a:cubicBezTo>
                  <a:pt x="9250" y="7355"/>
                  <a:pt x="9229" y="7357"/>
                  <a:pt x="9209" y="7357"/>
                </a:cubicBezTo>
                <a:lnTo>
                  <a:pt x="318" y="7357"/>
                </a:lnTo>
                <a:cubicBezTo>
                  <a:pt x="297" y="7357"/>
                  <a:pt x="276" y="7355"/>
                  <a:pt x="256" y="7350"/>
                </a:cubicBezTo>
                <a:cubicBezTo>
                  <a:pt x="235" y="7346"/>
                  <a:pt x="215" y="7340"/>
                  <a:pt x="196" y="7332"/>
                </a:cubicBezTo>
                <a:cubicBezTo>
                  <a:pt x="177" y="7324"/>
                  <a:pt x="159" y="7315"/>
                  <a:pt x="141" y="7303"/>
                </a:cubicBezTo>
                <a:cubicBezTo>
                  <a:pt x="124" y="7291"/>
                  <a:pt x="108" y="7278"/>
                  <a:pt x="93" y="7264"/>
                </a:cubicBezTo>
                <a:cubicBezTo>
                  <a:pt x="78" y="7249"/>
                  <a:pt x="65" y="7233"/>
                  <a:pt x="54" y="7215"/>
                </a:cubicBezTo>
                <a:cubicBezTo>
                  <a:pt x="42" y="7198"/>
                  <a:pt x="32" y="7180"/>
                  <a:pt x="24" y="7161"/>
                </a:cubicBezTo>
                <a:cubicBezTo>
                  <a:pt x="16" y="7141"/>
                  <a:pt x="10" y="7121"/>
                  <a:pt x="6" y="7101"/>
                </a:cubicBezTo>
                <a:cubicBezTo>
                  <a:pt x="2" y="7081"/>
                  <a:pt x="0" y="7060"/>
                  <a:pt x="0" y="703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629240" y="2768400"/>
            <a:ext cx="30583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resize, crop, augment…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8343720" y="1420560"/>
            <a:ext cx="1783036" cy="32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31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TorchAudio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8343720" y="1968480"/>
            <a:ext cx="14253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8343720" y="2368440"/>
            <a:ext cx="70567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audio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8343720" y="2768400"/>
            <a:ext cx="182580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spectrograms,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8343720" y="3168720"/>
            <a:ext cx="16975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resampling…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981000" y="499104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66720" y="4311720"/>
            <a:ext cx="526746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Why all media I/O moved to TorchCodec: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981000" y="5457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200240" y="4863960"/>
            <a:ext cx="1034519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Clearer for users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one place for all decoding and encoding, designed as a whole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981000" y="5924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200240" y="5330880"/>
            <a:ext cx="7237123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Performance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all optimization effort goes into one library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200240" y="5797440"/>
            <a:ext cx="1088717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Simpler packaging and maintenance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the hard C/C++ dependencies (FFmpeg 4–9,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200240" y="6197400"/>
            <a:ext cx="709326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NVDEC, libjpeg, libpng…) are contained in TorchCodec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1778840" y="635580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66720" y="502920"/>
            <a:ext cx="4092508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How they fit together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466640" y="1857240"/>
            <a:ext cx="1924560" cy="857520"/>
          </a:xfrm>
          <a:custGeom>
            <a:avLst/>
            <a:gdLst/>
            <a:ahLst/>
            <a:rect l="0" t="0" r="r" b="b"/>
            <a:pathLst>
              <a:path w="5346" h="2382">
                <a:moveTo>
                  <a:pt x="0" y="2144"/>
                </a:moveTo>
                <a:lnTo>
                  <a:pt x="0" y="238"/>
                </a:ln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5108" y="0"/>
                </a:lnTo>
                <a:cubicBezTo>
                  <a:pt x="5123" y="0"/>
                  <a:pt x="5139" y="1"/>
                  <a:pt x="5154" y="4"/>
                </a:cubicBezTo>
                <a:cubicBezTo>
                  <a:pt x="5169" y="7"/>
                  <a:pt x="5184" y="12"/>
                  <a:pt x="5199" y="18"/>
                </a:cubicBezTo>
                <a:cubicBezTo>
                  <a:pt x="5213" y="24"/>
                  <a:pt x="5227" y="31"/>
                  <a:pt x="5240" y="40"/>
                </a:cubicBezTo>
                <a:cubicBezTo>
                  <a:pt x="5253" y="49"/>
                  <a:pt x="5265" y="59"/>
                  <a:pt x="5276" y="70"/>
                </a:cubicBezTo>
                <a:cubicBezTo>
                  <a:pt x="5287" y="81"/>
                  <a:pt x="5297" y="93"/>
                  <a:pt x="5306" y="106"/>
                </a:cubicBezTo>
                <a:cubicBezTo>
                  <a:pt x="5314" y="119"/>
                  <a:pt x="5322" y="132"/>
                  <a:pt x="5328" y="147"/>
                </a:cubicBezTo>
                <a:cubicBezTo>
                  <a:pt x="5334" y="161"/>
                  <a:pt x="5338" y="176"/>
                  <a:pt x="5341" y="192"/>
                </a:cubicBezTo>
                <a:cubicBezTo>
                  <a:pt x="5344" y="207"/>
                  <a:pt x="5346" y="222"/>
                  <a:pt x="5346" y="238"/>
                </a:cubicBezTo>
                <a:lnTo>
                  <a:pt x="5346" y="2144"/>
                </a:lnTo>
                <a:cubicBezTo>
                  <a:pt x="5346" y="2160"/>
                  <a:pt x="5344" y="2175"/>
                  <a:pt x="5341" y="2190"/>
                </a:cubicBezTo>
                <a:cubicBezTo>
                  <a:pt x="5338" y="2206"/>
                  <a:pt x="5334" y="2221"/>
                  <a:pt x="5328" y="2235"/>
                </a:cubicBezTo>
                <a:cubicBezTo>
                  <a:pt x="5322" y="2250"/>
                  <a:pt x="5314" y="2263"/>
                  <a:pt x="5306" y="2276"/>
                </a:cubicBezTo>
                <a:cubicBezTo>
                  <a:pt x="5297" y="2289"/>
                  <a:pt x="5287" y="2301"/>
                  <a:pt x="5276" y="2312"/>
                </a:cubicBezTo>
                <a:cubicBezTo>
                  <a:pt x="5265" y="2323"/>
                  <a:pt x="5253" y="2333"/>
                  <a:pt x="5240" y="2342"/>
                </a:cubicBezTo>
                <a:cubicBezTo>
                  <a:pt x="5227" y="2351"/>
                  <a:pt x="5213" y="2358"/>
                  <a:pt x="5199" y="2364"/>
                </a:cubicBezTo>
                <a:cubicBezTo>
                  <a:pt x="5184" y="2370"/>
                  <a:pt x="5169" y="2374"/>
                  <a:pt x="5154" y="2378"/>
                </a:cubicBezTo>
                <a:cubicBezTo>
                  <a:pt x="5139" y="2381"/>
                  <a:pt x="5123" y="2382"/>
                  <a:pt x="5108" y="2382"/>
                </a:cubicBezTo>
                <a:lnTo>
                  <a:pt x="238" y="2382"/>
                </a:lnTo>
                <a:cubicBezTo>
                  <a:pt x="223" y="2382"/>
                  <a:pt x="207" y="2381"/>
                  <a:pt x="192" y="2378"/>
                </a:cubicBezTo>
                <a:cubicBezTo>
                  <a:pt x="176" y="2374"/>
                  <a:pt x="162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3"/>
                  <a:pt x="81" y="2323"/>
                  <a:pt x="70" y="2312"/>
                </a:cubicBezTo>
                <a:cubicBezTo>
                  <a:pt x="59" y="2301"/>
                  <a:pt x="49" y="2289"/>
                  <a:pt x="40" y="2276"/>
                </a:cubicBezTo>
                <a:cubicBezTo>
                  <a:pt x="32" y="2263"/>
                  <a:pt x="24" y="2250"/>
                  <a:pt x="18" y="2235"/>
                </a:cubicBezTo>
                <a:cubicBezTo>
                  <a:pt x="12" y="2221"/>
                  <a:pt x="8" y="2206"/>
                  <a:pt x="5" y="2190"/>
                </a:cubicBezTo>
                <a:cubicBezTo>
                  <a:pt x="2" y="2175"/>
                  <a:pt x="0" y="2160"/>
                  <a:pt x="0" y="2144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466640" y="1857240"/>
            <a:ext cx="1924560" cy="857520"/>
          </a:xfrm>
          <a:custGeom>
            <a:avLst/>
            <a:gdLst/>
            <a:ahLst/>
            <a:rect l="0" t="0" r="r" b="b"/>
            <a:pathLst>
              <a:path w="5346" h="2382">
                <a:moveTo>
                  <a:pt x="0" y="2144"/>
                </a:moveTo>
                <a:lnTo>
                  <a:pt x="0" y="238"/>
                </a:ln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5108" y="0"/>
                </a:lnTo>
                <a:cubicBezTo>
                  <a:pt x="5123" y="0"/>
                  <a:pt x="5139" y="1"/>
                  <a:pt x="5154" y="4"/>
                </a:cubicBezTo>
                <a:cubicBezTo>
                  <a:pt x="5169" y="7"/>
                  <a:pt x="5184" y="12"/>
                  <a:pt x="5199" y="18"/>
                </a:cubicBezTo>
                <a:cubicBezTo>
                  <a:pt x="5213" y="24"/>
                  <a:pt x="5227" y="31"/>
                  <a:pt x="5240" y="40"/>
                </a:cubicBezTo>
                <a:cubicBezTo>
                  <a:pt x="5253" y="49"/>
                  <a:pt x="5265" y="59"/>
                  <a:pt x="5276" y="70"/>
                </a:cubicBezTo>
                <a:cubicBezTo>
                  <a:pt x="5287" y="81"/>
                  <a:pt x="5297" y="93"/>
                  <a:pt x="5306" y="106"/>
                </a:cubicBezTo>
                <a:cubicBezTo>
                  <a:pt x="5314" y="119"/>
                  <a:pt x="5322" y="132"/>
                  <a:pt x="5328" y="147"/>
                </a:cubicBezTo>
                <a:cubicBezTo>
                  <a:pt x="5334" y="161"/>
                  <a:pt x="5338" y="176"/>
                  <a:pt x="5341" y="192"/>
                </a:cubicBezTo>
                <a:cubicBezTo>
                  <a:pt x="5344" y="207"/>
                  <a:pt x="5346" y="222"/>
                  <a:pt x="5346" y="238"/>
                </a:cubicBezTo>
                <a:lnTo>
                  <a:pt x="5346" y="2144"/>
                </a:lnTo>
                <a:cubicBezTo>
                  <a:pt x="5346" y="2160"/>
                  <a:pt x="5344" y="2175"/>
                  <a:pt x="5341" y="2190"/>
                </a:cubicBezTo>
                <a:cubicBezTo>
                  <a:pt x="5338" y="2206"/>
                  <a:pt x="5334" y="2221"/>
                  <a:pt x="5328" y="2235"/>
                </a:cubicBezTo>
                <a:cubicBezTo>
                  <a:pt x="5322" y="2250"/>
                  <a:pt x="5314" y="2263"/>
                  <a:pt x="5306" y="2276"/>
                </a:cubicBezTo>
                <a:cubicBezTo>
                  <a:pt x="5297" y="2289"/>
                  <a:pt x="5287" y="2301"/>
                  <a:pt x="5276" y="2312"/>
                </a:cubicBezTo>
                <a:cubicBezTo>
                  <a:pt x="5265" y="2323"/>
                  <a:pt x="5253" y="2333"/>
                  <a:pt x="5240" y="2342"/>
                </a:cubicBezTo>
                <a:cubicBezTo>
                  <a:pt x="5227" y="2351"/>
                  <a:pt x="5213" y="2358"/>
                  <a:pt x="5199" y="2364"/>
                </a:cubicBezTo>
                <a:cubicBezTo>
                  <a:pt x="5184" y="2370"/>
                  <a:pt x="5169" y="2374"/>
                  <a:pt x="5154" y="2378"/>
                </a:cubicBezTo>
                <a:cubicBezTo>
                  <a:pt x="5139" y="2381"/>
                  <a:pt x="5123" y="2382"/>
                  <a:pt x="5108" y="2382"/>
                </a:cubicBezTo>
                <a:lnTo>
                  <a:pt x="238" y="2382"/>
                </a:lnTo>
                <a:cubicBezTo>
                  <a:pt x="223" y="2382"/>
                  <a:pt x="207" y="2381"/>
                  <a:pt x="192" y="2378"/>
                </a:cubicBezTo>
                <a:cubicBezTo>
                  <a:pt x="176" y="2374"/>
                  <a:pt x="162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3"/>
                  <a:pt x="81" y="2323"/>
                  <a:pt x="70" y="2312"/>
                </a:cubicBezTo>
                <a:cubicBezTo>
                  <a:pt x="59" y="2301"/>
                  <a:pt x="49" y="2289"/>
                  <a:pt x="40" y="2276"/>
                </a:cubicBezTo>
                <a:cubicBezTo>
                  <a:pt x="32" y="2263"/>
                  <a:pt x="24" y="2250"/>
                  <a:pt x="18" y="2235"/>
                </a:cubicBezTo>
                <a:cubicBezTo>
                  <a:pt x="12" y="2221"/>
                  <a:pt x="8" y="2206"/>
                  <a:pt x="5" y="2190"/>
                </a:cubicBezTo>
                <a:cubicBezTo>
                  <a:pt x="2" y="2175"/>
                  <a:pt x="0" y="2160"/>
                  <a:pt x="0" y="2144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66720" y="1260000"/>
            <a:ext cx="679622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TorchCodec's </a:t>
            </a:r>
            <a:r>
              <a:rPr lang="en-US" sz="1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output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is TorchVision's and TorchAudio's </a:t>
            </a:r>
            <a:r>
              <a:rPr lang="en-US" sz="1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input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645920" y="2040840"/>
            <a:ext cx="168894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encoded media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2067480" y="2367000"/>
            <a:ext cx="778377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files, bytes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3867120" y="1857240"/>
            <a:ext cx="1676520" cy="857520"/>
          </a:xfrm>
          <a:custGeom>
            <a:avLst/>
            <a:gdLst/>
            <a:ahLst/>
            <a:rect l="0" t="0" r="r" b="b"/>
            <a:pathLst>
              <a:path w="4657" h="2382">
                <a:moveTo>
                  <a:pt x="0" y="2144"/>
                </a:moveTo>
                <a:lnTo>
                  <a:pt x="0" y="238"/>
                </a:ln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2" y="24"/>
                  <a:pt x="147" y="18"/>
                </a:cubicBezTo>
                <a:cubicBezTo>
                  <a:pt x="161" y="12"/>
                  <a:pt x="176" y="7"/>
                  <a:pt x="191" y="4"/>
                </a:cubicBezTo>
                <a:cubicBezTo>
                  <a:pt x="207" y="1"/>
                  <a:pt x="222" y="0"/>
                  <a:pt x="238" y="0"/>
                </a:cubicBezTo>
                <a:lnTo>
                  <a:pt x="4419" y="0"/>
                </a:lnTo>
                <a:cubicBezTo>
                  <a:pt x="4435" y="0"/>
                  <a:pt x="4450" y="1"/>
                  <a:pt x="4466" y="4"/>
                </a:cubicBezTo>
                <a:cubicBezTo>
                  <a:pt x="4481" y="7"/>
                  <a:pt x="4496" y="12"/>
                  <a:pt x="4510" y="18"/>
                </a:cubicBezTo>
                <a:cubicBezTo>
                  <a:pt x="4525" y="24"/>
                  <a:pt x="4538" y="31"/>
                  <a:pt x="4551" y="40"/>
                </a:cubicBezTo>
                <a:cubicBezTo>
                  <a:pt x="4564" y="49"/>
                  <a:pt x="4576" y="59"/>
                  <a:pt x="4588" y="70"/>
                </a:cubicBezTo>
                <a:cubicBezTo>
                  <a:pt x="4599" y="81"/>
                  <a:pt x="4608" y="93"/>
                  <a:pt x="4617" y="106"/>
                </a:cubicBezTo>
                <a:cubicBezTo>
                  <a:pt x="4626" y="119"/>
                  <a:pt x="4633" y="132"/>
                  <a:pt x="4639" y="147"/>
                </a:cubicBezTo>
                <a:cubicBezTo>
                  <a:pt x="4645" y="161"/>
                  <a:pt x="4650" y="176"/>
                  <a:pt x="4653" y="192"/>
                </a:cubicBezTo>
                <a:cubicBezTo>
                  <a:pt x="4656" y="207"/>
                  <a:pt x="4657" y="222"/>
                  <a:pt x="4657" y="238"/>
                </a:cubicBezTo>
                <a:lnTo>
                  <a:pt x="4657" y="2144"/>
                </a:lnTo>
                <a:cubicBezTo>
                  <a:pt x="4657" y="2160"/>
                  <a:pt x="4656" y="2175"/>
                  <a:pt x="4653" y="2190"/>
                </a:cubicBezTo>
                <a:cubicBezTo>
                  <a:pt x="4650" y="2206"/>
                  <a:pt x="4645" y="2221"/>
                  <a:pt x="4639" y="2235"/>
                </a:cubicBezTo>
                <a:cubicBezTo>
                  <a:pt x="4633" y="2250"/>
                  <a:pt x="4626" y="2263"/>
                  <a:pt x="4617" y="2276"/>
                </a:cubicBezTo>
                <a:cubicBezTo>
                  <a:pt x="4608" y="2289"/>
                  <a:pt x="4599" y="2301"/>
                  <a:pt x="4588" y="2312"/>
                </a:cubicBezTo>
                <a:cubicBezTo>
                  <a:pt x="4576" y="2323"/>
                  <a:pt x="4564" y="2333"/>
                  <a:pt x="4551" y="2342"/>
                </a:cubicBezTo>
                <a:cubicBezTo>
                  <a:pt x="4538" y="2351"/>
                  <a:pt x="4525" y="2358"/>
                  <a:pt x="4510" y="2364"/>
                </a:cubicBezTo>
                <a:cubicBezTo>
                  <a:pt x="4496" y="2370"/>
                  <a:pt x="4481" y="2374"/>
                  <a:pt x="4466" y="2378"/>
                </a:cubicBezTo>
                <a:cubicBezTo>
                  <a:pt x="4450" y="2381"/>
                  <a:pt x="4435" y="2382"/>
                  <a:pt x="4419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4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3"/>
                  <a:pt x="80" y="2323"/>
                  <a:pt x="69" y="2312"/>
                </a:cubicBezTo>
                <a:cubicBezTo>
                  <a:pt x="58" y="2301"/>
                  <a:pt x="48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7" y="2206"/>
                  <a:pt x="4" y="2190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3867120" y="1857240"/>
            <a:ext cx="1676520" cy="857520"/>
          </a:xfrm>
          <a:custGeom>
            <a:avLst/>
            <a:gdLst/>
            <a:ahLst/>
            <a:rect l="0" t="0" r="r" b="b"/>
            <a:pathLst>
              <a:path w="4657" h="2382">
                <a:moveTo>
                  <a:pt x="0" y="2144"/>
                </a:moveTo>
                <a:lnTo>
                  <a:pt x="0" y="238"/>
                </a:ln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2" y="24"/>
                  <a:pt x="147" y="18"/>
                </a:cubicBezTo>
                <a:cubicBezTo>
                  <a:pt x="161" y="12"/>
                  <a:pt x="176" y="7"/>
                  <a:pt x="191" y="4"/>
                </a:cubicBezTo>
                <a:cubicBezTo>
                  <a:pt x="207" y="1"/>
                  <a:pt x="222" y="0"/>
                  <a:pt x="238" y="0"/>
                </a:cubicBezTo>
                <a:lnTo>
                  <a:pt x="4419" y="0"/>
                </a:lnTo>
                <a:cubicBezTo>
                  <a:pt x="4435" y="0"/>
                  <a:pt x="4450" y="1"/>
                  <a:pt x="4466" y="4"/>
                </a:cubicBezTo>
                <a:cubicBezTo>
                  <a:pt x="4481" y="7"/>
                  <a:pt x="4496" y="12"/>
                  <a:pt x="4510" y="18"/>
                </a:cubicBezTo>
                <a:cubicBezTo>
                  <a:pt x="4525" y="24"/>
                  <a:pt x="4538" y="31"/>
                  <a:pt x="4551" y="40"/>
                </a:cubicBezTo>
                <a:cubicBezTo>
                  <a:pt x="4564" y="49"/>
                  <a:pt x="4576" y="59"/>
                  <a:pt x="4588" y="70"/>
                </a:cubicBezTo>
                <a:cubicBezTo>
                  <a:pt x="4599" y="81"/>
                  <a:pt x="4608" y="93"/>
                  <a:pt x="4617" y="106"/>
                </a:cubicBezTo>
                <a:cubicBezTo>
                  <a:pt x="4626" y="119"/>
                  <a:pt x="4633" y="132"/>
                  <a:pt x="4639" y="147"/>
                </a:cubicBezTo>
                <a:cubicBezTo>
                  <a:pt x="4645" y="161"/>
                  <a:pt x="4650" y="176"/>
                  <a:pt x="4653" y="192"/>
                </a:cubicBezTo>
                <a:cubicBezTo>
                  <a:pt x="4656" y="207"/>
                  <a:pt x="4657" y="222"/>
                  <a:pt x="4657" y="238"/>
                </a:cubicBezTo>
                <a:lnTo>
                  <a:pt x="4657" y="2144"/>
                </a:lnTo>
                <a:cubicBezTo>
                  <a:pt x="4657" y="2160"/>
                  <a:pt x="4656" y="2175"/>
                  <a:pt x="4653" y="2190"/>
                </a:cubicBezTo>
                <a:cubicBezTo>
                  <a:pt x="4650" y="2206"/>
                  <a:pt x="4645" y="2221"/>
                  <a:pt x="4639" y="2235"/>
                </a:cubicBezTo>
                <a:cubicBezTo>
                  <a:pt x="4633" y="2250"/>
                  <a:pt x="4626" y="2263"/>
                  <a:pt x="4617" y="2276"/>
                </a:cubicBezTo>
                <a:cubicBezTo>
                  <a:pt x="4608" y="2289"/>
                  <a:pt x="4599" y="2301"/>
                  <a:pt x="4588" y="2312"/>
                </a:cubicBezTo>
                <a:cubicBezTo>
                  <a:pt x="4576" y="2323"/>
                  <a:pt x="4564" y="2333"/>
                  <a:pt x="4551" y="2342"/>
                </a:cubicBezTo>
                <a:cubicBezTo>
                  <a:pt x="4538" y="2351"/>
                  <a:pt x="4525" y="2358"/>
                  <a:pt x="4510" y="2364"/>
                </a:cubicBezTo>
                <a:cubicBezTo>
                  <a:pt x="4496" y="2370"/>
                  <a:pt x="4481" y="2374"/>
                  <a:pt x="4466" y="2378"/>
                </a:cubicBezTo>
                <a:cubicBezTo>
                  <a:pt x="4450" y="2381"/>
                  <a:pt x="4435" y="2382"/>
                  <a:pt x="4419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4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3"/>
                  <a:pt x="80" y="2323"/>
                  <a:pt x="69" y="2312"/>
                </a:cubicBezTo>
                <a:cubicBezTo>
                  <a:pt x="58" y="2301"/>
                  <a:pt x="48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7" y="2206"/>
                  <a:pt x="4" y="2190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3494880" y="21304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047480" y="2040840"/>
            <a:ext cx="1441281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TorchCodec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4455720" y="2367000"/>
            <a:ext cx="5408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6019560" y="1971360"/>
            <a:ext cx="1114920" cy="629280"/>
          </a:xfrm>
          <a:custGeom>
            <a:avLst/>
            <a:gdLst/>
            <a:ahLst/>
            <a:rect l="0" t="0" r="r" b="b"/>
            <a:pathLst>
              <a:path w="3097" h="1748">
                <a:moveTo>
                  <a:pt x="0" y="1509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4"/>
                  <a:pt x="147" y="19"/>
                </a:cubicBezTo>
                <a:cubicBezTo>
                  <a:pt x="162" y="13"/>
                  <a:pt x="176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2859" y="0"/>
                </a:lnTo>
                <a:cubicBezTo>
                  <a:pt x="2874" y="0"/>
                  <a:pt x="2890" y="2"/>
                  <a:pt x="2905" y="5"/>
                </a:cubicBezTo>
                <a:cubicBezTo>
                  <a:pt x="2920" y="8"/>
                  <a:pt x="2935" y="13"/>
                  <a:pt x="2950" y="19"/>
                </a:cubicBezTo>
                <a:cubicBezTo>
                  <a:pt x="2964" y="24"/>
                  <a:pt x="2978" y="32"/>
                  <a:pt x="2991" y="41"/>
                </a:cubicBezTo>
                <a:cubicBezTo>
                  <a:pt x="3004" y="49"/>
                  <a:pt x="3016" y="59"/>
                  <a:pt x="3027" y="70"/>
                </a:cubicBezTo>
                <a:cubicBezTo>
                  <a:pt x="3038" y="81"/>
                  <a:pt x="3048" y="93"/>
                  <a:pt x="3057" y="106"/>
                </a:cubicBezTo>
                <a:cubicBezTo>
                  <a:pt x="3065" y="119"/>
                  <a:pt x="3073" y="133"/>
                  <a:pt x="3079" y="147"/>
                </a:cubicBezTo>
                <a:cubicBezTo>
                  <a:pt x="3085" y="162"/>
                  <a:pt x="3089" y="177"/>
                  <a:pt x="3092" y="192"/>
                </a:cubicBezTo>
                <a:cubicBezTo>
                  <a:pt x="3095" y="207"/>
                  <a:pt x="3097" y="223"/>
                  <a:pt x="3097" y="238"/>
                </a:cubicBezTo>
                <a:lnTo>
                  <a:pt x="3097" y="1509"/>
                </a:lnTo>
                <a:cubicBezTo>
                  <a:pt x="3097" y="1525"/>
                  <a:pt x="3095" y="1541"/>
                  <a:pt x="3092" y="1556"/>
                </a:cubicBezTo>
                <a:cubicBezTo>
                  <a:pt x="3089" y="1571"/>
                  <a:pt x="3085" y="1586"/>
                  <a:pt x="3079" y="1601"/>
                </a:cubicBezTo>
                <a:cubicBezTo>
                  <a:pt x="3073" y="1615"/>
                  <a:pt x="3065" y="1629"/>
                  <a:pt x="3057" y="1642"/>
                </a:cubicBezTo>
                <a:cubicBezTo>
                  <a:pt x="3048" y="1655"/>
                  <a:pt x="3038" y="1667"/>
                  <a:pt x="3027" y="1678"/>
                </a:cubicBezTo>
                <a:cubicBezTo>
                  <a:pt x="3016" y="1689"/>
                  <a:pt x="3004" y="1699"/>
                  <a:pt x="2991" y="1707"/>
                </a:cubicBezTo>
                <a:cubicBezTo>
                  <a:pt x="2978" y="1716"/>
                  <a:pt x="2964" y="1724"/>
                  <a:pt x="2950" y="1729"/>
                </a:cubicBezTo>
                <a:cubicBezTo>
                  <a:pt x="2935" y="1735"/>
                  <a:pt x="2920" y="1740"/>
                  <a:pt x="2905" y="1743"/>
                </a:cubicBezTo>
                <a:cubicBezTo>
                  <a:pt x="2890" y="1746"/>
                  <a:pt x="2874" y="1748"/>
                  <a:pt x="2859" y="1748"/>
                </a:cubicBezTo>
                <a:lnTo>
                  <a:pt x="238" y="1748"/>
                </a:lnTo>
                <a:cubicBezTo>
                  <a:pt x="223" y="1748"/>
                  <a:pt x="207" y="1746"/>
                  <a:pt x="192" y="1743"/>
                </a:cubicBezTo>
                <a:cubicBezTo>
                  <a:pt x="176" y="1740"/>
                  <a:pt x="162" y="1735"/>
                  <a:pt x="147" y="1729"/>
                </a:cubicBezTo>
                <a:cubicBezTo>
                  <a:pt x="133" y="1724"/>
                  <a:pt x="119" y="1716"/>
                  <a:pt x="106" y="1707"/>
                </a:cubicBezTo>
                <a:cubicBezTo>
                  <a:pt x="93" y="1699"/>
                  <a:pt x="81" y="1689"/>
                  <a:pt x="70" y="1678"/>
                </a:cubicBezTo>
                <a:cubicBezTo>
                  <a:pt x="59" y="1667"/>
                  <a:pt x="49" y="1655"/>
                  <a:pt x="40" y="1642"/>
                </a:cubicBezTo>
                <a:cubicBezTo>
                  <a:pt x="32" y="1629"/>
                  <a:pt x="24" y="1615"/>
                  <a:pt x="18" y="1601"/>
                </a:cubicBezTo>
                <a:cubicBezTo>
                  <a:pt x="12" y="1586"/>
                  <a:pt x="8" y="1571"/>
                  <a:pt x="5" y="1556"/>
                </a:cubicBezTo>
                <a:cubicBezTo>
                  <a:pt x="2" y="1541"/>
                  <a:pt x="0" y="1525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6019560" y="1971360"/>
            <a:ext cx="1114920" cy="629280"/>
          </a:xfrm>
          <a:custGeom>
            <a:avLst/>
            <a:gdLst/>
            <a:ahLst/>
            <a:rect l="0" t="0" r="r" b="b"/>
            <a:pathLst>
              <a:path w="3097" h="1748">
                <a:moveTo>
                  <a:pt x="0" y="1509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4"/>
                  <a:pt x="147" y="19"/>
                </a:cubicBezTo>
                <a:cubicBezTo>
                  <a:pt x="162" y="13"/>
                  <a:pt x="176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2859" y="0"/>
                </a:lnTo>
                <a:cubicBezTo>
                  <a:pt x="2874" y="0"/>
                  <a:pt x="2890" y="2"/>
                  <a:pt x="2905" y="5"/>
                </a:cubicBezTo>
                <a:cubicBezTo>
                  <a:pt x="2920" y="8"/>
                  <a:pt x="2935" y="13"/>
                  <a:pt x="2950" y="19"/>
                </a:cubicBezTo>
                <a:cubicBezTo>
                  <a:pt x="2964" y="24"/>
                  <a:pt x="2978" y="32"/>
                  <a:pt x="2991" y="41"/>
                </a:cubicBezTo>
                <a:cubicBezTo>
                  <a:pt x="3004" y="49"/>
                  <a:pt x="3016" y="59"/>
                  <a:pt x="3027" y="70"/>
                </a:cubicBezTo>
                <a:cubicBezTo>
                  <a:pt x="3038" y="81"/>
                  <a:pt x="3048" y="93"/>
                  <a:pt x="3057" y="106"/>
                </a:cubicBezTo>
                <a:cubicBezTo>
                  <a:pt x="3065" y="119"/>
                  <a:pt x="3073" y="133"/>
                  <a:pt x="3079" y="147"/>
                </a:cubicBezTo>
                <a:cubicBezTo>
                  <a:pt x="3085" y="162"/>
                  <a:pt x="3089" y="177"/>
                  <a:pt x="3092" y="192"/>
                </a:cubicBezTo>
                <a:cubicBezTo>
                  <a:pt x="3095" y="207"/>
                  <a:pt x="3097" y="223"/>
                  <a:pt x="3097" y="238"/>
                </a:cubicBezTo>
                <a:lnTo>
                  <a:pt x="3097" y="1509"/>
                </a:lnTo>
                <a:cubicBezTo>
                  <a:pt x="3097" y="1525"/>
                  <a:pt x="3095" y="1541"/>
                  <a:pt x="3092" y="1556"/>
                </a:cubicBezTo>
                <a:cubicBezTo>
                  <a:pt x="3089" y="1571"/>
                  <a:pt x="3085" y="1586"/>
                  <a:pt x="3079" y="1601"/>
                </a:cubicBezTo>
                <a:cubicBezTo>
                  <a:pt x="3073" y="1615"/>
                  <a:pt x="3065" y="1629"/>
                  <a:pt x="3057" y="1642"/>
                </a:cubicBezTo>
                <a:cubicBezTo>
                  <a:pt x="3048" y="1655"/>
                  <a:pt x="3038" y="1667"/>
                  <a:pt x="3027" y="1678"/>
                </a:cubicBezTo>
                <a:cubicBezTo>
                  <a:pt x="3016" y="1689"/>
                  <a:pt x="3004" y="1699"/>
                  <a:pt x="2991" y="1707"/>
                </a:cubicBezTo>
                <a:cubicBezTo>
                  <a:pt x="2978" y="1716"/>
                  <a:pt x="2964" y="1724"/>
                  <a:pt x="2950" y="1729"/>
                </a:cubicBezTo>
                <a:cubicBezTo>
                  <a:pt x="2935" y="1735"/>
                  <a:pt x="2920" y="1740"/>
                  <a:pt x="2905" y="1743"/>
                </a:cubicBezTo>
                <a:cubicBezTo>
                  <a:pt x="2890" y="1746"/>
                  <a:pt x="2874" y="1748"/>
                  <a:pt x="2859" y="1748"/>
                </a:cubicBezTo>
                <a:lnTo>
                  <a:pt x="238" y="1748"/>
                </a:lnTo>
                <a:cubicBezTo>
                  <a:pt x="223" y="1748"/>
                  <a:pt x="207" y="1746"/>
                  <a:pt x="192" y="1743"/>
                </a:cubicBezTo>
                <a:cubicBezTo>
                  <a:pt x="176" y="1740"/>
                  <a:pt x="162" y="1735"/>
                  <a:pt x="147" y="1729"/>
                </a:cubicBezTo>
                <a:cubicBezTo>
                  <a:pt x="133" y="1724"/>
                  <a:pt x="119" y="1716"/>
                  <a:pt x="106" y="1707"/>
                </a:cubicBezTo>
                <a:cubicBezTo>
                  <a:pt x="93" y="1699"/>
                  <a:pt x="81" y="1689"/>
                  <a:pt x="70" y="1678"/>
                </a:cubicBezTo>
                <a:cubicBezTo>
                  <a:pt x="59" y="1667"/>
                  <a:pt x="49" y="1655"/>
                  <a:pt x="40" y="1642"/>
                </a:cubicBezTo>
                <a:cubicBezTo>
                  <a:pt x="32" y="1629"/>
                  <a:pt x="24" y="1615"/>
                  <a:pt x="18" y="1601"/>
                </a:cubicBezTo>
                <a:cubicBezTo>
                  <a:pt x="12" y="1586"/>
                  <a:pt x="8" y="1571"/>
                  <a:pt x="5" y="1556"/>
                </a:cubicBezTo>
                <a:cubicBezTo>
                  <a:pt x="2" y="1541"/>
                  <a:pt x="0" y="1525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649840" y="21304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202440" y="2155320"/>
            <a:ext cx="81025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tensors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7610400" y="1857240"/>
            <a:ext cx="3115080" cy="857520"/>
          </a:xfrm>
          <a:custGeom>
            <a:avLst/>
            <a:gdLst/>
            <a:ahLst/>
            <a:rect l="0" t="0" r="r" b="b"/>
            <a:pathLst>
              <a:path w="8653" h="2382">
                <a:moveTo>
                  <a:pt x="0" y="2144"/>
                </a:moveTo>
                <a:lnTo>
                  <a:pt x="0" y="238"/>
                </a:ln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8" y="81"/>
                  <a:pt x="69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1" y="4"/>
                </a:cubicBezTo>
                <a:cubicBezTo>
                  <a:pt x="207" y="1"/>
                  <a:pt x="222" y="0"/>
                  <a:pt x="238" y="0"/>
                </a:cubicBezTo>
                <a:lnTo>
                  <a:pt x="8414" y="0"/>
                </a:lnTo>
                <a:cubicBezTo>
                  <a:pt x="8430" y="0"/>
                  <a:pt x="8446" y="1"/>
                  <a:pt x="8461" y="4"/>
                </a:cubicBezTo>
                <a:cubicBezTo>
                  <a:pt x="8476" y="7"/>
                  <a:pt x="8491" y="12"/>
                  <a:pt x="8506" y="18"/>
                </a:cubicBezTo>
                <a:cubicBezTo>
                  <a:pt x="8520" y="24"/>
                  <a:pt x="8534" y="31"/>
                  <a:pt x="8547" y="40"/>
                </a:cubicBezTo>
                <a:cubicBezTo>
                  <a:pt x="8560" y="49"/>
                  <a:pt x="8572" y="59"/>
                  <a:pt x="8583" y="70"/>
                </a:cubicBezTo>
                <a:cubicBezTo>
                  <a:pt x="8594" y="81"/>
                  <a:pt x="8604" y="93"/>
                  <a:pt x="8612" y="106"/>
                </a:cubicBezTo>
                <a:cubicBezTo>
                  <a:pt x="8621" y="119"/>
                  <a:pt x="8628" y="132"/>
                  <a:pt x="8634" y="147"/>
                </a:cubicBezTo>
                <a:cubicBezTo>
                  <a:pt x="8640" y="161"/>
                  <a:pt x="8645" y="176"/>
                  <a:pt x="8648" y="192"/>
                </a:cubicBezTo>
                <a:cubicBezTo>
                  <a:pt x="8651" y="207"/>
                  <a:pt x="8653" y="222"/>
                  <a:pt x="8653" y="238"/>
                </a:cubicBezTo>
                <a:lnTo>
                  <a:pt x="8653" y="2144"/>
                </a:lnTo>
                <a:cubicBezTo>
                  <a:pt x="8653" y="2160"/>
                  <a:pt x="8651" y="2175"/>
                  <a:pt x="8648" y="2190"/>
                </a:cubicBezTo>
                <a:cubicBezTo>
                  <a:pt x="8645" y="2206"/>
                  <a:pt x="8640" y="2221"/>
                  <a:pt x="8634" y="2235"/>
                </a:cubicBezTo>
                <a:cubicBezTo>
                  <a:pt x="8628" y="2250"/>
                  <a:pt x="8621" y="2263"/>
                  <a:pt x="8612" y="2276"/>
                </a:cubicBezTo>
                <a:cubicBezTo>
                  <a:pt x="8604" y="2289"/>
                  <a:pt x="8594" y="2301"/>
                  <a:pt x="8583" y="2312"/>
                </a:cubicBezTo>
                <a:cubicBezTo>
                  <a:pt x="8572" y="2323"/>
                  <a:pt x="8560" y="2333"/>
                  <a:pt x="8547" y="2342"/>
                </a:cubicBezTo>
                <a:cubicBezTo>
                  <a:pt x="8534" y="2351"/>
                  <a:pt x="8520" y="2358"/>
                  <a:pt x="8506" y="2364"/>
                </a:cubicBezTo>
                <a:cubicBezTo>
                  <a:pt x="8491" y="2370"/>
                  <a:pt x="8476" y="2374"/>
                  <a:pt x="8461" y="2378"/>
                </a:cubicBezTo>
                <a:cubicBezTo>
                  <a:pt x="8446" y="2381"/>
                  <a:pt x="8430" y="2382"/>
                  <a:pt x="8414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4"/>
                  <a:pt x="161" y="2370"/>
                  <a:pt x="147" y="2364"/>
                </a:cubicBezTo>
                <a:cubicBezTo>
                  <a:pt x="132" y="2358"/>
                  <a:pt x="119" y="2351"/>
                  <a:pt x="106" y="2342"/>
                </a:cubicBezTo>
                <a:cubicBezTo>
                  <a:pt x="93" y="2333"/>
                  <a:pt x="81" y="2323"/>
                  <a:pt x="69" y="2312"/>
                </a:cubicBezTo>
                <a:cubicBezTo>
                  <a:pt x="58" y="2301"/>
                  <a:pt x="49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7" y="2206"/>
                  <a:pt x="4" y="2190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7610400" y="1857240"/>
            <a:ext cx="3115080" cy="857520"/>
          </a:xfrm>
          <a:custGeom>
            <a:avLst/>
            <a:gdLst/>
            <a:ahLst/>
            <a:rect l="0" t="0" r="r" b="b"/>
            <a:pathLst>
              <a:path w="8653" h="2382">
                <a:moveTo>
                  <a:pt x="0" y="2144"/>
                </a:moveTo>
                <a:lnTo>
                  <a:pt x="0" y="238"/>
                </a:ln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8" y="81"/>
                  <a:pt x="69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1" y="4"/>
                </a:cubicBezTo>
                <a:cubicBezTo>
                  <a:pt x="207" y="1"/>
                  <a:pt x="222" y="0"/>
                  <a:pt x="238" y="0"/>
                </a:cubicBezTo>
                <a:lnTo>
                  <a:pt x="8414" y="0"/>
                </a:lnTo>
                <a:cubicBezTo>
                  <a:pt x="8430" y="0"/>
                  <a:pt x="8446" y="1"/>
                  <a:pt x="8461" y="4"/>
                </a:cubicBezTo>
                <a:cubicBezTo>
                  <a:pt x="8476" y="7"/>
                  <a:pt x="8491" y="12"/>
                  <a:pt x="8506" y="18"/>
                </a:cubicBezTo>
                <a:cubicBezTo>
                  <a:pt x="8520" y="24"/>
                  <a:pt x="8534" y="31"/>
                  <a:pt x="8547" y="40"/>
                </a:cubicBezTo>
                <a:cubicBezTo>
                  <a:pt x="8560" y="49"/>
                  <a:pt x="8572" y="59"/>
                  <a:pt x="8583" y="70"/>
                </a:cubicBezTo>
                <a:cubicBezTo>
                  <a:pt x="8594" y="81"/>
                  <a:pt x="8604" y="93"/>
                  <a:pt x="8612" y="106"/>
                </a:cubicBezTo>
                <a:cubicBezTo>
                  <a:pt x="8621" y="119"/>
                  <a:pt x="8628" y="132"/>
                  <a:pt x="8634" y="147"/>
                </a:cubicBezTo>
                <a:cubicBezTo>
                  <a:pt x="8640" y="161"/>
                  <a:pt x="8645" y="176"/>
                  <a:pt x="8648" y="192"/>
                </a:cubicBezTo>
                <a:cubicBezTo>
                  <a:pt x="8651" y="207"/>
                  <a:pt x="8653" y="222"/>
                  <a:pt x="8653" y="238"/>
                </a:cubicBezTo>
                <a:lnTo>
                  <a:pt x="8653" y="2144"/>
                </a:lnTo>
                <a:cubicBezTo>
                  <a:pt x="8653" y="2160"/>
                  <a:pt x="8651" y="2175"/>
                  <a:pt x="8648" y="2190"/>
                </a:cubicBezTo>
                <a:cubicBezTo>
                  <a:pt x="8645" y="2206"/>
                  <a:pt x="8640" y="2221"/>
                  <a:pt x="8634" y="2235"/>
                </a:cubicBezTo>
                <a:cubicBezTo>
                  <a:pt x="8628" y="2250"/>
                  <a:pt x="8621" y="2263"/>
                  <a:pt x="8612" y="2276"/>
                </a:cubicBezTo>
                <a:cubicBezTo>
                  <a:pt x="8604" y="2289"/>
                  <a:pt x="8594" y="2301"/>
                  <a:pt x="8583" y="2312"/>
                </a:cubicBezTo>
                <a:cubicBezTo>
                  <a:pt x="8572" y="2323"/>
                  <a:pt x="8560" y="2333"/>
                  <a:pt x="8547" y="2342"/>
                </a:cubicBezTo>
                <a:cubicBezTo>
                  <a:pt x="8534" y="2351"/>
                  <a:pt x="8520" y="2358"/>
                  <a:pt x="8506" y="2364"/>
                </a:cubicBezTo>
                <a:cubicBezTo>
                  <a:pt x="8491" y="2370"/>
                  <a:pt x="8476" y="2374"/>
                  <a:pt x="8461" y="2378"/>
                </a:cubicBezTo>
                <a:cubicBezTo>
                  <a:pt x="8446" y="2381"/>
                  <a:pt x="8430" y="2382"/>
                  <a:pt x="8414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4"/>
                  <a:pt x="161" y="2370"/>
                  <a:pt x="147" y="2364"/>
                </a:cubicBezTo>
                <a:cubicBezTo>
                  <a:pt x="132" y="2358"/>
                  <a:pt x="119" y="2351"/>
                  <a:pt x="106" y="2342"/>
                </a:cubicBezTo>
                <a:cubicBezTo>
                  <a:pt x="93" y="2333"/>
                  <a:pt x="81" y="2323"/>
                  <a:pt x="69" y="2312"/>
                </a:cubicBezTo>
                <a:cubicBezTo>
                  <a:pt x="58" y="2301"/>
                  <a:pt x="49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7" y="2206"/>
                  <a:pt x="4" y="2190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237800" y="21304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790040" y="2040840"/>
            <a:ext cx="301825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TorchVision / TorchAudio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671400" y="3509640"/>
            <a:ext cx="5229360" cy="2553120"/>
          </a:xfrm>
          <a:custGeom>
            <a:avLst/>
            <a:gdLst/>
            <a:ahLst/>
            <a:rect l="0" t="0" r="r" b="b"/>
            <a:pathLst>
              <a:path w="14526" h="7092">
                <a:moveTo>
                  <a:pt x="0" y="689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14328" y="0"/>
                </a:lnTo>
                <a:cubicBezTo>
                  <a:pt x="14341" y="0"/>
                  <a:pt x="14354" y="2"/>
                  <a:pt x="14367" y="4"/>
                </a:cubicBezTo>
                <a:cubicBezTo>
                  <a:pt x="14379" y="7"/>
                  <a:pt x="14392" y="11"/>
                  <a:pt x="14404" y="15"/>
                </a:cubicBezTo>
                <a:cubicBezTo>
                  <a:pt x="14416" y="20"/>
                  <a:pt x="14427" y="27"/>
                  <a:pt x="14438" y="34"/>
                </a:cubicBezTo>
                <a:cubicBezTo>
                  <a:pt x="14449" y="41"/>
                  <a:pt x="14459" y="49"/>
                  <a:pt x="14468" y="59"/>
                </a:cubicBezTo>
                <a:cubicBezTo>
                  <a:pt x="14478" y="68"/>
                  <a:pt x="14486" y="78"/>
                  <a:pt x="14493" y="89"/>
                </a:cubicBezTo>
                <a:cubicBezTo>
                  <a:pt x="14500" y="99"/>
                  <a:pt x="14506" y="111"/>
                  <a:pt x="14511" y="123"/>
                </a:cubicBezTo>
                <a:cubicBezTo>
                  <a:pt x="14516" y="135"/>
                  <a:pt x="14520" y="147"/>
                  <a:pt x="14523" y="160"/>
                </a:cubicBezTo>
                <a:cubicBezTo>
                  <a:pt x="14525" y="173"/>
                  <a:pt x="14526" y="186"/>
                  <a:pt x="14526" y="199"/>
                </a:cubicBezTo>
                <a:lnTo>
                  <a:pt x="14526" y="6894"/>
                </a:lnTo>
                <a:cubicBezTo>
                  <a:pt x="14526" y="6907"/>
                  <a:pt x="14525" y="6920"/>
                  <a:pt x="14523" y="6933"/>
                </a:cubicBezTo>
                <a:cubicBezTo>
                  <a:pt x="14520" y="6945"/>
                  <a:pt x="14516" y="6958"/>
                  <a:pt x="14511" y="6970"/>
                </a:cubicBezTo>
                <a:cubicBezTo>
                  <a:pt x="14506" y="6982"/>
                  <a:pt x="14500" y="6993"/>
                  <a:pt x="14493" y="7004"/>
                </a:cubicBezTo>
                <a:cubicBezTo>
                  <a:pt x="14486" y="7015"/>
                  <a:pt x="14478" y="7025"/>
                  <a:pt x="14468" y="7034"/>
                </a:cubicBezTo>
                <a:cubicBezTo>
                  <a:pt x="14459" y="7043"/>
                  <a:pt x="14449" y="7052"/>
                  <a:pt x="14438" y="7059"/>
                </a:cubicBezTo>
                <a:cubicBezTo>
                  <a:pt x="14427" y="7066"/>
                  <a:pt x="14416" y="7072"/>
                  <a:pt x="14404" y="7077"/>
                </a:cubicBezTo>
                <a:cubicBezTo>
                  <a:pt x="14392" y="7082"/>
                  <a:pt x="14379" y="7086"/>
                  <a:pt x="14367" y="7088"/>
                </a:cubicBezTo>
                <a:cubicBezTo>
                  <a:pt x="14354" y="7091"/>
                  <a:pt x="14341" y="7092"/>
                  <a:pt x="14328" y="7092"/>
                </a:cubicBezTo>
                <a:lnTo>
                  <a:pt x="198" y="7092"/>
                </a:lnTo>
                <a:cubicBezTo>
                  <a:pt x="185" y="7092"/>
                  <a:pt x="172" y="7091"/>
                  <a:pt x="160" y="7088"/>
                </a:cubicBezTo>
                <a:cubicBezTo>
                  <a:pt x="147" y="7086"/>
                  <a:pt x="134" y="7082"/>
                  <a:pt x="122" y="7077"/>
                </a:cubicBezTo>
                <a:cubicBezTo>
                  <a:pt x="110" y="7072"/>
                  <a:pt x="99" y="7066"/>
                  <a:pt x="88" y="7059"/>
                </a:cubicBezTo>
                <a:cubicBezTo>
                  <a:pt x="77" y="7052"/>
                  <a:pt x="67" y="7043"/>
                  <a:pt x="58" y="7034"/>
                </a:cubicBezTo>
                <a:cubicBezTo>
                  <a:pt x="49" y="7025"/>
                  <a:pt x="40" y="7015"/>
                  <a:pt x="33" y="7004"/>
                </a:cubicBezTo>
                <a:cubicBezTo>
                  <a:pt x="26" y="6993"/>
                  <a:pt x="20" y="6982"/>
                  <a:pt x="15" y="6970"/>
                </a:cubicBezTo>
                <a:cubicBezTo>
                  <a:pt x="10" y="6958"/>
                  <a:pt x="6" y="6945"/>
                  <a:pt x="4" y="6933"/>
                </a:cubicBezTo>
                <a:cubicBezTo>
                  <a:pt x="1" y="6920"/>
                  <a:pt x="0" y="6907"/>
                  <a:pt x="0" y="68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671400" y="3509640"/>
            <a:ext cx="5229360" cy="2553120"/>
          </a:xfrm>
          <a:custGeom>
            <a:avLst/>
            <a:gdLst/>
            <a:ahLst/>
            <a:rect l="0" t="0" r="r" b="b"/>
            <a:pathLst>
              <a:path w="14526" h="7092">
                <a:moveTo>
                  <a:pt x="0" y="6894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14328" y="0"/>
                </a:lnTo>
                <a:cubicBezTo>
                  <a:pt x="14341" y="0"/>
                  <a:pt x="14354" y="2"/>
                  <a:pt x="14367" y="4"/>
                </a:cubicBezTo>
                <a:cubicBezTo>
                  <a:pt x="14379" y="7"/>
                  <a:pt x="14392" y="11"/>
                  <a:pt x="14404" y="15"/>
                </a:cubicBezTo>
                <a:cubicBezTo>
                  <a:pt x="14416" y="20"/>
                  <a:pt x="14427" y="27"/>
                  <a:pt x="14438" y="34"/>
                </a:cubicBezTo>
                <a:cubicBezTo>
                  <a:pt x="14449" y="41"/>
                  <a:pt x="14459" y="49"/>
                  <a:pt x="14468" y="59"/>
                </a:cubicBezTo>
                <a:cubicBezTo>
                  <a:pt x="14478" y="68"/>
                  <a:pt x="14486" y="78"/>
                  <a:pt x="14493" y="89"/>
                </a:cubicBezTo>
                <a:cubicBezTo>
                  <a:pt x="14500" y="99"/>
                  <a:pt x="14506" y="111"/>
                  <a:pt x="14511" y="123"/>
                </a:cubicBezTo>
                <a:cubicBezTo>
                  <a:pt x="14516" y="135"/>
                  <a:pt x="14520" y="147"/>
                  <a:pt x="14523" y="160"/>
                </a:cubicBezTo>
                <a:cubicBezTo>
                  <a:pt x="14525" y="173"/>
                  <a:pt x="14526" y="186"/>
                  <a:pt x="14526" y="199"/>
                </a:cubicBezTo>
                <a:lnTo>
                  <a:pt x="14526" y="6894"/>
                </a:lnTo>
                <a:cubicBezTo>
                  <a:pt x="14526" y="6907"/>
                  <a:pt x="14525" y="6920"/>
                  <a:pt x="14523" y="6933"/>
                </a:cubicBezTo>
                <a:cubicBezTo>
                  <a:pt x="14520" y="6945"/>
                  <a:pt x="14516" y="6958"/>
                  <a:pt x="14511" y="6970"/>
                </a:cubicBezTo>
                <a:cubicBezTo>
                  <a:pt x="14506" y="6982"/>
                  <a:pt x="14500" y="6993"/>
                  <a:pt x="14493" y="7004"/>
                </a:cubicBezTo>
                <a:cubicBezTo>
                  <a:pt x="14486" y="7015"/>
                  <a:pt x="14478" y="7025"/>
                  <a:pt x="14468" y="7034"/>
                </a:cubicBezTo>
                <a:cubicBezTo>
                  <a:pt x="14459" y="7043"/>
                  <a:pt x="14449" y="7052"/>
                  <a:pt x="14438" y="7059"/>
                </a:cubicBezTo>
                <a:cubicBezTo>
                  <a:pt x="14427" y="7066"/>
                  <a:pt x="14416" y="7072"/>
                  <a:pt x="14404" y="7077"/>
                </a:cubicBezTo>
                <a:cubicBezTo>
                  <a:pt x="14392" y="7082"/>
                  <a:pt x="14379" y="7086"/>
                  <a:pt x="14367" y="7088"/>
                </a:cubicBezTo>
                <a:cubicBezTo>
                  <a:pt x="14354" y="7091"/>
                  <a:pt x="14341" y="7092"/>
                  <a:pt x="14328" y="7092"/>
                </a:cubicBezTo>
                <a:lnTo>
                  <a:pt x="198" y="7092"/>
                </a:lnTo>
                <a:cubicBezTo>
                  <a:pt x="185" y="7092"/>
                  <a:pt x="172" y="7091"/>
                  <a:pt x="160" y="7088"/>
                </a:cubicBezTo>
                <a:cubicBezTo>
                  <a:pt x="147" y="7086"/>
                  <a:pt x="134" y="7082"/>
                  <a:pt x="122" y="7077"/>
                </a:cubicBezTo>
                <a:cubicBezTo>
                  <a:pt x="110" y="7072"/>
                  <a:pt x="99" y="7066"/>
                  <a:pt x="88" y="7059"/>
                </a:cubicBezTo>
                <a:cubicBezTo>
                  <a:pt x="77" y="7052"/>
                  <a:pt x="67" y="7043"/>
                  <a:pt x="58" y="7034"/>
                </a:cubicBezTo>
                <a:cubicBezTo>
                  <a:pt x="49" y="7025"/>
                  <a:pt x="40" y="7015"/>
                  <a:pt x="33" y="7004"/>
                </a:cubicBezTo>
                <a:cubicBezTo>
                  <a:pt x="26" y="6993"/>
                  <a:pt x="20" y="6982"/>
                  <a:pt x="15" y="6970"/>
                </a:cubicBezTo>
                <a:cubicBezTo>
                  <a:pt x="10" y="6958"/>
                  <a:pt x="6" y="6945"/>
                  <a:pt x="4" y="6933"/>
                </a:cubicBezTo>
                <a:cubicBezTo>
                  <a:pt x="1" y="6920"/>
                  <a:pt x="0" y="6907"/>
                  <a:pt x="0" y="68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8846280" y="2367000"/>
            <a:ext cx="695952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66720" y="3050640"/>
            <a:ext cx="384251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Video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TorchCodec → TorchVision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828720" y="3665520"/>
            <a:ext cx="1257379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28720" y="3855960"/>
            <a:ext cx="4607668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torchcodec.decoders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VideoDecoder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28720" y="4037040"/>
            <a:ext cx="38747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torchvision.transforms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v2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828720" y="4408560"/>
            <a:ext cx="4084344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clip = VideoDecoder(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)[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10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: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828720" y="4599000"/>
            <a:ext cx="3036916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uint8 tensor, (10, C, H, W)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28720" y="4970520"/>
            <a:ext cx="2513592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transform = v2.Compose([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828720" y="5151600"/>
            <a:ext cx="3141892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v2.RandomResizedCrop(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224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828720" y="5342040"/>
            <a:ext cx="4398105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v2.ToDtype(torch.float32, scale=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828720" y="5523120"/>
            <a:ext cx="2103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6291000" y="3509640"/>
            <a:ext cx="5229720" cy="1991160"/>
          </a:xfrm>
          <a:custGeom>
            <a:avLst/>
            <a:gdLst/>
            <a:ahLst/>
            <a:rect l="0" t="0" r="r" b="b"/>
            <a:pathLst>
              <a:path w="14527" h="5531">
                <a:moveTo>
                  <a:pt x="0" y="533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14328" y="0"/>
                </a:lnTo>
                <a:cubicBezTo>
                  <a:pt x="14341" y="0"/>
                  <a:pt x="14354" y="2"/>
                  <a:pt x="14367" y="4"/>
                </a:cubicBezTo>
                <a:cubicBezTo>
                  <a:pt x="14380" y="7"/>
                  <a:pt x="14392" y="11"/>
                  <a:pt x="14404" y="15"/>
                </a:cubicBezTo>
                <a:cubicBezTo>
                  <a:pt x="14416" y="20"/>
                  <a:pt x="14428" y="27"/>
                  <a:pt x="14439" y="34"/>
                </a:cubicBezTo>
                <a:cubicBezTo>
                  <a:pt x="14449" y="41"/>
                  <a:pt x="14460" y="49"/>
                  <a:pt x="14469" y="59"/>
                </a:cubicBezTo>
                <a:cubicBezTo>
                  <a:pt x="14478" y="68"/>
                  <a:pt x="14486" y="78"/>
                  <a:pt x="14493" y="89"/>
                </a:cubicBezTo>
                <a:cubicBezTo>
                  <a:pt x="14501" y="99"/>
                  <a:pt x="14507" y="111"/>
                  <a:pt x="14512" y="123"/>
                </a:cubicBezTo>
                <a:cubicBezTo>
                  <a:pt x="14517" y="135"/>
                  <a:pt x="14520" y="147"/>
                  <a:pt x="14523" y="160"/>
                </a:cubicBezTo>
                <a:cubicBezTo>
                  <a:pt x="14526" y="173"/>
                  <a:pt x="14527" y="186"/>
                  <a:pt x="14527" y="199"/>
                </a:cubicBezTo>
                <a:lnTo>
                  <a:pt x="14527" y="5333"/>
                </a:lnTo>
                <a:cubicBezTo>
                  <a:pt x="14527" y="5346"/>
                  <a:pt x="14526" y="5359"/>
                  <a:pt x="14523" y="5371"/>
                </a:cubicBezTo>
                <a:cubicBezTo>
                  <a:pt x="14520" y="5384"/>
                  <a:pt x="14517" y="5397"/>
                  <a:pt x="14512" y="5409"/>
                </a:cubicBezTo>
                <a:cubicBezTo>
                  <a:pt x="14507" y="5421"/>
                  <a:pt x="14501" y="5432"/>
                  <a:pt x="14493" y="5443"/>
                </a:cubicBezTo>
                <a:cubicBezTo>
                  <a:pt x="14486" y="5454"/>
                  <a:pt x="14478" y="5464"/>
                  <a:pt x="14469" y="5473"/>
                </a:cubicBezTo>
                <a:cubicBezTo>
                  <a:pt x="14460" y="5482"/>
                  <a:pt x="14449" y="5491"/>
                  <a:pt x="14439" y="5498"/>
                </a:cubicBezTo>
                <a:cubicBezTo>
                  <a:pt x="14428" y="5505"/>
                  <a:pt x="14416" y="5511"/>
                  <a:pt x="14404" y="5516"/>
                </a:cubicBezTo>
                <a:cubicBezTo>
                  <a:pt x="14392" y="5521"/>
                  <a:pt x="14380" y="5525"/>
                  <a:pt x="14367" y="5527"/>
                </a:cubicBezTo>
                <a:cubicBezTo>
                  <a:pt x="14354" y="5530"/>
                  <a:pt x="14341" y="5531"/>
                  <a:pt x="14328" y="5531"/>
                </a:cubicBezTo>
                <a:lnTo>
                  <a:pt x="199" y="5531"/>
                </a:lnTo>
                <a:cubicBezTo>
                  <a:pt x="186" y="5531"/>
                  <a:pt x="173" y="5530"/>
                  <a:pt x="160" y="5527"/>
                </a:cubicBezTo>
                <a:cubicBezTo>
                  <a:pt x="147" y="5525"/>
                  <a:pt x="135" y="5521"/>
                  <a:pt x="123" y="5516"/>
                </a:cubicBezTo>
                <a:cubicBezTo>
                  <a:pt x="111" y="5511"/>
                  <a:pt x="99" y="5505"/>
                  <a:pt x="88" y="5498"/>
                </a:cubicBezTo>
                <a:cubicBezTo>
                  <a:pt x="78" y="5491"/>
                  <a:pt x="68" y="5482"/>
                  <a:pt x="58" y="5473"/>
                </a:cubicBezTo>
                <a:cubicBezTo>
                  <a:pt x="49" y="5464"/>
                  <a:pt x="41" y="5454"/>
                  <a:pt x="34" y="5443"/>
                </a:cubicBezTo>
                <a:cubicBezTo>
                  <a:pt x="26" y="5432"/>
                  <a:pt x="20" y="5421"/>
                  <a:pt x="15" y="5409"/>
                </a:cubicBezTo>
                <a:cubicBezTo>
                  <a:pt x="10" y="5397"/>
                  <a:pt x="7" y="5384"/>
                  <a:pt x="4" y="5371"/>
                </a:cubicBezTo>
                <a:cubicBezTo>
                  <a:pt x="1" y="5359"/>
                  <a:pt x="0" y="5346"/>
                  <a:pt x="0" y="533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6291000" y="3509640"/>
            <a:ext cx="5229720" cy="1991160"/>
          </a:xfrm>
          <a:custGeom>
            <a:avLst/>
            <a:gdLst/>
            <a:ahLst/>
            <a:rect l="0" t="0" r="r" b="b"/>
            <a:pathLst>
              <a:path w="14527" h="5531">
                <a:moveTo>
                  <a:pt x="0" y="533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14328" y="0"/>
                </a:lnTo>
                <a:cubicBezTo>
                  <a:pt x="14341" y="0"/>
                  <a:pt x="14354" y="2"/>
                  <a:pt x="14367" y="4"/>
                </a:cubicBezTo>
                <a:cubicBezTo>
                  <a:pt x="14380" y="7"/>
                  <a:pt x="14392" y="11"/>
                  <a:pt x="14404" y="15"/>
                </a:cubicBezTo>
                <a:cubicBezTo>
                  <a:pt x="14416" y="20"/>
                  <a:pt x="14428" y="27"/>
                  <a:pt x="14439" y="34"/>
                </a:cubicBezTo>
                <a:cubicBezTo>
                  <a:pt x="14449" y="41"/>
                  <a:pt x="14460" y="49"/>
                  <a:pt x="14469" y="59"/>
                </a:cubicBezTo>
                <a:cubicBezTo>
                  <a:pt x="14478" y="68"/>
                  <a:pt x="14486" y="78"/>
                  <a:pt x="14493" y="89"/>
                </a:cubicBezTo>
                <a:cubicBezTo>
                  <a:pt x="14501" y="99"/>
                  <a:pt x="14507" y="111"/>
                  <a:pt x="14512" y="123"/>
                </a:cubicBezTo>
                <a:cubicBezTo>
                  <a:pt x="14517" y="135"/>
                  <a:pt x="14520" y="147"/>
                  <a:pt x="14523" y="160"/>
                </a:cubicBezTo>
                <a:cubicBezTo>
                  <a:pt x="14526" y="173"/>
                  <a:pt x="14527" y="186"/>
                  <a:pt x="14527" y="199"/>
                </a:cubicBezTo>
                <a:lnTo>
                  <a:pt x="14527" y="5333"/>
                </a:lnTo>
                <a:cubicBezTo>
                  <a:pt x="14527" y="5346"/>
                  <a:pt x="14526" y="5359"/>
                  <a:pt x="14523" y="5371"/>
                </a:cubicBezTo>
                <a:cubicBezTo>
                  <a:pt x="14520" y="5384"/>
                  <a:pt x="14517" y="5397"/>
                  <a:pt x="14512" y="5409"/>
                </a:cubicBezTo>
                <a:cubicBezTo>
                  <a:pt x="14507" y="5421"/>
                  <a:pt x="14501" y="5432"/>
                  <a:pt x="14493" y="5443"/>
                </a:cubicBezTo>
                <a:cubicBezTo>
                  <a:pt x="14486" y="5454"/>
                  <a:pt x="14478" y="5464"/>
                  <a:pt x="14469" y="5473"/>
                </a:cubicBezTo>
                <a:cubicBezTo>
                  <a:pt x="14460" y="5482"/>
                  <a:pt x="14449" y="5491"/>
                  <a:pt x="14439" y="5498"/>
                </a:cubicBezTo>
                <a:cubicBezTo>
                  <a:pt x="14428" y="5505"/>
                  <a:pt x="14416" y="5511"/>
                  <a:pt x="14404" y="5516"/>
                </a:cubicBezTo>
                <a:cubicBezTo>
                  <a:pt x="14392" y="5521"/>
                  <a:pt x="14380" y="5525"/>
                  <a:pt x="14367" y="5527"/>
                </a:cubicBezTo>
                <a:cubicBezTo>
                  <a:pt x="14354" y="5530"/>
                  <a:pt x="14341" y="5531"/>
                  <a:pt x="14328" y="5531"/>
                </a:cubicBezTo>
                <a:lnTo>
                  <a:pt x="199" y="5531"/>
                </a:lnTo>
                <a:cubicBezTo>
                  <a:pt x="186" y="5531"/>
                  <a:pt x="173" y="5530"/>
                  <a:pt x="160" y="5527"/>
                </a:cubicBezTo>
                <a:cubicBezTo>
                  <a:pt x="147" y="5525"/>
                  <a:pt x="135" y="5521"/>
                  <a:pt x="123" y="5516"/>
                </a:cubicBezTo>
                <a:cubicBezTo>
                  <a:pt x="111" y="5511"/>
                  <a:pt x="99" y="5505"/>
                  <a:pt x="88" y="5498"/>
                </a:cubicBezTo>
                <a:cubicBezTo>
                  <a:pt x="78" y="5491"/>
                  <a:pt x="68" y="5482"/>
                  <a:pt x="58" y="5473"/>
                </a:cubicBezTo>
                <a:cubicBezTo>
                  <a:pt x="49" y="5464"/>
                  <a:pt x="41" y="5454"/>
                  <a:pt x="34" y="5443"/>
                </a:cubicBezTo>
                <a:cubicBezTo>
                  <a:pt x="26" y="5432"/>
                  <a:pt x="20" y="5421"/>
                  <a:pt x="15" y="5409"/>
                </a:cubicBezTo>
                <a:cubicBezTo>
                  <a:pt x="10" y="5397"/>
                  <a:pt x="7" y="5384"/>
                  <a:pt x="4" y="5371"/>
                </a:cubicBezTo>
                <a:cubicBezTo>
                  <a:pt x="1" y="5359"/>
                  <a:pt x="0" y="5346"/>
                  <a:pt x="0" y="533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828720" y="5713560"/>
            <a:ext cx="2409004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batch = transform(clip)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286320" y="3050640"/>
            <a:ext cx="382890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Audio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TorchCodec → TorchAudio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6448320" y="3665520"/>
            <a:ext cx="4607668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torchcodec.decoders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AudioDecoder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6448320" y="3855960"/>
            <a:ext cx="5026406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torchaudio.transforms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MelSpectrogram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6448320" y="4227480"/>
            <a:ext cx="366521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 = AudioDecoder(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"audio.mp3"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6448320" y="4408560"/>
            <a:ext cx="366521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samples = decoder.get_all_samples()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6448320" y="4780080"/>
            <a:ext cx="2199441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mel = MelSpectrogram(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448320" y="4970520"/>
            <a:ext cx="366521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sample_rate=samples.sample_rate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6448320" y="5151600"/>
            <a:ext cx="15711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)(samples.data)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6286320" y="6048360"/>
            <a:ext cx="1553040" cy="295560"/>
          </a:xfrm>
          <a:custGeom>
            <a:avLst/>
            <a:gdLst/>
            <a:ahLst/>
            <a:rect l="0" t="0" r="r" b="b"/>
            <a:pathLst>
              <a:path w="4314" h="821">
                <a:moveTo>
                  <a:pt x="0" y="662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2"/>
                  <a:pt x="88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155" y="0"/>
                </a:lnTo>
                <a:cubicBezTo>
                  <a:pt x="4165" y="0"/>
                  <a:pt x="4176" y="1"/>
                  <a:pt x="4186" y="3"/>
                </a:cubicBezTo>
                <a:cubicBezTo>
                  <a:pt x="4196" y="5"/>
                  <a:pt x="4206" y="8"/>
                  <a:pt x="4216" y="13"/>
                </a:cubicBezTo>
                <a:cubicBezTo>
                  <a:pt x="4225" y="17"/>
                  <a:pt x="4234" y="22"/>
                  <a:pt x="4243" y="27"/>
                </a:cubicBezTo>
                <a:cubicBezTo>
                  <a:pt x="4252" y="33"/>
                  <a:pt x="4260" y="40"/>
                  <a:pt x="4267" y="47"/>
                </a:cubicBezTo>
                <a:cubicBezTo>
                  <a:pt x="4275" y="54"/>
                  <a:pt x="4281" y="62"/>
                  <a:pt x="4287" y="71"/>
                </a:cubicBezTo>
                <a:cubicBezTo>
                  <a:pt x="4293" y="80"/>
                  <a:pt x="4298" y="89"/>
                  <a:pt x="4302" y="99"/>
                </a:cubicBezTo>
                <a:cubicBezTo>
                  <a:pt x="4306" y="108"/>
                  <a:pt x="4309" y="118"/>
                  <a:pt x="4311" y="128"/>
                </a:cubicBezTo>
                <a:cubicBezTo>
                  <a:pt x="4313" y="139"/>
                  <a:pt x="4314" y="149"/>
                  <a:pt x="4314" y="159"/>
                </a:cubicBezTo>
                <a:lnTo>
                  <a:pt x="4314" y="662"/>
                </a:lnTo>
                <a:cubicBezTo>
                  <a:pt x="4314" y="672"/>
                  <a:pt x="4313" y="683"/>
                  <a:pt x="4311" y="693"/>
                </a:cubicBezTo>
                <a:cubicBezTo>
                  <a:pt x="4309" y="703"/>
                  <a:pt x="4306" y="713"/>
                  <a:pt x="4302" y="723"/>
                </a:cubicBezTo>
                <a:cubicBezTo>
                  <a:pt x="4298" y="732"/>
                  <a:pt x="4293" y="742"/>
                  <a:pt x="4287" y="750"/>
                </a:cubicBezTo>
                <a:cubicBezTo>
                  <a:pt x="4281" y="759"/>
                  <a:pt x="4275" y="767"/>
                  <a:pt x="4267" y="774"/>
                </a:cubicBezTo>
                <a:cubicBezTo>
                  <a:pt x="4260" y="782"/>
                  <a:pt x="4252" y="788"/>
                  <a:pt x="4243" y="794"/>
                </a:cubicBezTo>
                <a:cubicBezTo>
                  <a:pt x="4234" y="800"/>
                  <a:pt x="4225" y="805"/>
                  <a:pt x="4216" y="809"/>
                </a:cubicBezTo>
                <a:cubicBezTo>
                  <a:pt x="4206" y="813"/>
                  <a:pt x="4196" y="816"/>
                  <a:pt x="4186" y="818"/>
                </a:cubicBezTo>
                <a:cubicBezTo>
                  <a:pt x="4176" y="820"/>
                  <a:pt x="4165" y="821"/>
                  <a:pt x="4155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286320" y="5698440"/>
            <a:ext cx="325347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Encoding goes the other way: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6364080" y="6087240"/>
            <a:ext cx="151787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VideoEncoder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7972200" y="6048360"/>
            <a:ext cx="1553040" cy="295560"/>
          </a:xfrm>
          <a:custGeom>
            <a:avLst/>
            <a:gdLst/>
            <a:ahLst/>
            <a:rect l="0" t="0" r="r" b="b"/>
            <a:pathLst>
              <a:path w="4314" h="821">
                <a:moveTo>
                  <a:pt x="0" y="662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2"/>
                  <a:pt x="88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155" y="0"/>
                </a:lnTo>
                <a:cubicBezTo>
                  <a:pt x="4166" y="0"/>
                  <a:pt x="4176" y="1"/>
                  <a:pt x="4186" y="3"/>
                </a:cubicBezTo>
                <a:cubicBezTo>
                  <a:pt x="4196" y="5"/>
                  <a:pt x="4206" y="8"/>
                  <a:pt x="4216" y="13"/>
                </a:cubicBezTo>
                <a:cubicBezTo>
                  <a:pt x="4225" y="17"/>
                  <a:pt x="4235" y="22"/>
                  <a:pt x="4243" y="27"/>
                </a:cubicBezTo>
                <a:cubicBezTo>
                  <a:pt x="4252" y="33"/>
                  <a:pt x="4260" y="40"/>
                  <a:pt x="4267" y="47"/>
                </a:cubicBezTo>
                <a:cubicBezTo>
                  <a:pt x="4275" y="54"/>
                  <a:pt x="4281" y="62"/>
                  <a:pt x="4287" y="71"/>
                </a:cubicBezTo>
                <a:cubicBezTo>
                  <a:pt x="4293" y="80"/>
                  <a:pt x="4298" y="89"/>
                  <a:pt x="4302" y="99"/>
                </a:cubicBezTo>
                <a:cubicBezTo>
                  <a:pt x="4306" y="108"/>
                  <a:pt x="4309" y="118"/>
                  <a:pt x="4311" y="128"/>
                </a:cubicBezTo>
                <a:cubicBezTo>
                  <a:pt x="4313" y="139"/>
                  <a:pt x="4314" y="149"/>
                  <a:pt x="4314" y="159"/>
                </a:cubicBezTo>
                <a:lnTo>
                  <a:pt x="4314" y="662"/>
                </a:lnTo>
                <a:cubicBezTo>
                  <a:pt x="4314" y="672"/>
                  <a:pt x="4313" y="683"/>
                  <a:pt x="4311" y="693"/>
                </a:cubicBezTo>
                <a:cubicBezTo>
                  <a:pt x="4309" y="703"/>
                  <a:pt x="4306" y="713"/>
                  <a:pt x="4302" y="723"/>
                </a:cubicBezTo>
                <a:cubicBezTo>
                  <a:pt x="4298" y="732"/>
                  <a:pt x="4293" y="742"/>
                  <a:pt x="4287" y="750"/>
                </a:cubicBezTo>
                <a:cubicBezTo>
                  <a:pt x="4281" y="759"/>
                  <a:pt x="4275" y="767"/>
                  <a:pt x="4267" y="774"/>
                </a:cubicBezTo>
                <a:cubicBezTo>
                  <a:pt x="4260" y="782"/>
                  <a:pt x="4252" y="788"/>
                  <a:pt x="4243" y="794"/>
                </a:cubicBezTo>
                <a:cubicBezTo>
                  <a:pt x="4235" y="800"/>
                  <a:pt x="4225" y="805"/>
                  <a:pt x="4216" y="809"/>
                </a:cubicBezTo>
                <a:cubicBezTo>
                  <a:pt x="4206" y="813"/>
                  <a:pt x="4196" y="816"/>
                  <a:pt x="4186" y="818"/>
                </a:cubicBezTo>
                <a:cubicBezTo>
                  <a:pt x="4176" y="820"/>
                  <a:pt x="4166" y="821"/>
                  <a:pt x="4155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8"/>
                  <a:pt x="54" y="782"/>
                  <a:pt x="47" y="774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840440" y="604152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8045280" y="6087240"/>
            <a:ext cx="151787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AudioEncoder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9521640" y="6041520"/>
            <a:ext cx="38491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1778840" y="635580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666720" y="3076560"/>
            <a:ext cx="10858680" cy="2714760"/>
          </a:xfrm>
          <a:custGeom>
            <a:avLst/>
            <a:gdLst/>
            <a:ahLst/>
            <a:rect l="0" t="0" r="r" b="b"/>
            <a:pathLst>
              <a:path w="30163" h="7541">
                <a:moveTo>
                  <a:pt x="0" y="7224"/>
                </a:moveTo>
                <a:lnTo>
                  <a:pt x="0" y="317"/>
                </a:lnTo>
                <a:cubicBezTo>
                  <a:pt x="0" y="296"/>
                  <a:pt x="2" y="276"/>
                  <a:pt x="6" y="255"/>
                </a:cubicBezTo>
                <a:cubicBezTo>
                  <a:pt x="10" y="235"/>
                  <a:pt x="16" y="215"/>
                  <a:pt x="24" y="196"/>
                </a:cubicBezTo>
                <a:cubicBezTo>
                  <a:pt x="32" y="176"/>
                  <a:pt x="42" y="158"/>
                  <a:pt x="53" y="141"/>
                </a:cubicBezTo>
                <a:cubicBezTo>
                  <a:pt x="65" y="123"/>
                  <a:pt x="78" y="107"/>
                  <a:pt x="93" y="93"/>
                </a:cubicBezTo>
                <a:cubicBezTo>
                  <a:pt x="107" y="78"/>
                  <a:pt x="123" y="65"/>
                  <a:pt x="141" y="53"/>
                </a:cubicBezTo>
                <a:cubicBezTo>
                  <a:pt x="158" y="41"/>
                  <a:pt x="176" y="32"/>
                  <a:pt x="196" y="24"/>
                </a:cubicBezTo>
                <a:cubicBezTo>
                  <a:pt x="215" y="16"/>
                  <a:pt x="235" y="10"/>
                  <a:pt x="255" y="6"/>
                </a:cubicBezTo>
                <a:cubicBezTo>
                  <a:pt x="276" y="2"/>
                  <a:pt x="296" y="0"/>
                  <a:pt x="317" y="0"/>
                </a:cubicBezTo>
                <a:lnTo>
                  <a:pt x="29846" y="0"/>
                </a:lnTo>
                <a:cubicBezTo>
                  <a:pt x="29866" y="0"/>
                  <a:pt x="29887" y="2"/>
                  <a:pt x="29908" y="6"/>
                </a:cubicBezTo>
                <a:cubicBezTo>
                  <a:pt x="29928" y="10"/>
                  <a:pt x="29948" y="16"/>
                  <a:pt x="29967" y="24"/>
                </a:cubicBezTo>
                <a:cubicBezTo>
                  <a:pt x="29986" y="32"/>
                  <a:pt x="30005" y="41"/>
                  <a:pt x="30022" y="53"/>
                </a:cubicBezTo>
                <a:cubicBezTo>
                  <a:pt x="30039" y="65"/>
                  <a:pt x="30055" y="78"/>
                  <a:pt x="30070" y="93"/>
                </a:cubicBezTo>
                <a:cubicBezTo>
                  <a:pt x="30085" y="107"/>
                  <a:pt x="30098" y="123"/>
                  <a:pt x="30110" y="141"/>
                </a:cubicBezTo>
                <a:cubicBezTo>
                  <a:pt x="30121" y="158"/>
                  <a:pt x="30131" y="176"/>
                  <a:pt x="30139" y="196"/>
                </a:cubicBezTo>
                <a:cubicBezTo>
                  <a:pt x="30147" y="215"/>
                  <a:pt x="30153" y="235"/>
                  <a:pt x="30157" y="255"/>
                </a:cubicBezTo>
                <a:cubicBezTo>
                  <a:pt x="30161" y="276"/>
                  <a:pt x="30163" y="296"/>
                  <a:pt x="30163" y="317"/>
                </a:cubicBezTo>
                <a:lnTo>
                  <a:pt x="30163" y="7224"/>
                </a:lnTo>
                <a:cubicBezTo>
                  <a:pt x="30163" y="7245"/>
                  <a:pt x="30161" y="7265"/>
                  <a:pt x="30157" y="7286"/>
                </a:cubicBezTo>
                <a:cubicBezTo>
                  <a:pt x="30153" y="7306"/>
                  <a:pt x="30147" y="7326"/>
                  <a:pt x="30139" y="7345"/>
                </a:cubicBezTo>
                <a:cubicBezTo>
                  <a:pt x="30131" y="7364"/>
                  <a:pt x="30121" y="7383"/>
                  <a:pt x="30110" y="7400"/>
                </a:cubicBezTo>
                <a:cubicBezTo>
                  <a:pt x="30098" y="7417"/>
                  <a:pt x="30085" y="7433"/>
                  <a:pt x="30070" y="7448"/>
                </a:cubicBezTo>
                <a:cubicBezTo>
                  <a:pt x="30055" y="7463"/>
                  <a:pt x="30039" y="7476"/>
                  <a:pt x="30022" y="7488"/>
                </a:cubicBezTo>
                <a:cubicBezTo>
                  <a:pt x="30005" y="7499"/>
                  <a:pt x="29986" y="7509"/>
                  <a:pt x="29967" y="7517"/>
                </a:cubicBezTo>
                <a:cubicBezTo>
                  <a:pt x="29948" y="7525"/>
                  <a:pt x="29928" y="7531"/>
                  <a:pt x="29908" y="7535"/>
                </a:cubicBezTo>
                <a:cubicBezTo>
                  <a:pt x="29887" y="7539"/>
                  <a:pt x="29866" y="7541"/>
                  <a:pt x="29846" y="7541"/>
                </a:cubicBezTo>
                <a:lnTo>
                  <a:pt x="317" y="7541"/>
                </a:lnTo>
                <a:cubicBezTo>
                  <a:pt x="296" y="7541"/>
                  <a:pt x="276" y="7539"/>
                  <a:pt x="255" y="7535"/>
                </a:cubicBezTo>
                <a:cubicBezTo>
                  <a:pt x="235" y="7531"/>
                  <a:pt x="215" y="7525"/>
                  <a:pt x="196" y="7517"/>
                </a:cubicBezTo>
                <a:cubicBezTo>
                  <a:pt x="176" y="7509"/>
                  <a:pt x="158" y="7499"/>
                  <a:pt x="141" y="7488"/>
                </a:cubicBezTo>
                <a:cubicBezTo>
                  <a:pt x="123" y="7476"/>
                  <a:pt x="107" y="7463"/>
                  <a:pt x="93" y="7448"/>
                </a:cubicBezTo>
                <a:cubicBezTo>
                  <a:pt x="78" y="7433"/>
                  <a:pt x="65" y="7417"/>
                  <a:pt x="53" y="7400"/>
                </a:cubicBezTo>
                <a:cubicBezTo>
                  <a:pt x="42" y="7383"/>
                  <a:pt x="32" y="7364"/>
                  <a:pt x="24" y="7345"/>
                </a:cubicBezTo>
                <a:cubicBezTo>
                  <a:pt x="16" y="7326"/>
                  <a:pt x="10" y="7306"/>
                  <a:pt x="6" y="7286"/>
                </a:cubicBezTo>
                <a:cubicBezTo>
                  <a:pt x="2" y="7265"/>
                  <a:pt x="0" y="7245"/>
                  <a:pt x="0" y="7224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981000" y="14284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66720" y="541080"/>
            <a:ext cx="9443174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TorchVision and TorchAudio are </a:t>
            </a:r>
            <a:r>
              <a:rPr lang="en-US" sz="30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 deprecated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200240" y="1301760"/>
            <a:ext cx="1075615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They're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focused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transforms are what the community uses most, so that's where the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981000" y="22953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200240" y="1701720"/>
            <a:ext cx="1361966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effort goes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200240" y="2168640"/>
            <a:ext cx="1092061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Models, datasets, pipelines: no longer under active development, better served by the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200240" y="2568600"/>
            <a:ext cx="392299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ecosystem (e.g. HuggingFace)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1228680" y="395280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914400" y="3277800"/>
            <a:ext cx="5526403" cy="32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31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All three libraries are now ABI stable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7920" y="3825720"/>
            <a:ext cx="1043850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 release is no longer tied to a single PyTorch version: it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keeps working with the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1228680" y="4819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2"/>
                  <a:pt x="52" y="15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5"/>
                  <a:pt x="171" y="22"/>
                  <a:pt x="181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447920" y="4226040"/>
            <a:ext cx="481878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PyTorch versions that come after it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447920" y="4692600"/>
            <a:ext cx="954270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No rebuild for every PyTorch release → release cadences no longer match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447920" y="5092560"/>
            <a:ext cx="411000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PyTorch's,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and that's expected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361880" y="5886360"/>
            <a:ext cx="1667160" cy="285840"/>
          </a:xfrm>
          <a:custGeom>
            <a:avLst/>
            <a:gdLst/>
            <a:ahLst/>
            <a:rect l="0" t="0" r="r" b="b"/>
            <a:pathLst>
              <a:path w="4631" h="794">
                <a:moveTo>
                  <a:pt x="0" y="635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472" y="0"/>
                </a:lnTo>
                <a:cubicBezTo>
                  <a:pt x="4483" y="0"/>
                  <a:pt x="4493" y="1"/>
                  <a:pt x="4503" y="3"/>
                </a:cubicBezTo>
                <a:cubicBezTo>
                  <a:pt x="4514" y="5"/>
                  <a:pt x="4524" y="8"/>
                  <a:pt x="4533" y="12"/>
                </a:cubicBezTo>
                <a:cubicBezTo>
                  <a:pt x="4543" y="16"/>
                  <a:pt x="4552" y="21"/>
                  <a:pt x="4561" y="27"/>
                </a:cubicBezTo>
                <a:cubicBezTo>
                  <a:pt x="4569" y="32"/>
                  <a:pt x="4577" y="39"/>
                  <a:pt x="4585" y="46"/>
                </a:cubicBezTo>
                <a:cubicBezTo>
                  <a:pt x="4592" y="54"/>
                  <a:pt x="4599" y="62"/>
                  <a:pt x="4604" y="70"/>
                </a:cubicBezTo>
                <a:cubicBezTo>
                  <a:pt x="4610" y="79"/>
                  <a:pt x="4615" y="88"/>
                  <a:pt x="4619" y="98"/>
                </a:cubicBezTo>
                <a:cubicBezTo>
                  <a:pt x="4623" y="107"/>
                  <a:pt x="4626" y="117"/>
                  <a:pt x="4628" y="128"/>
                </a:cubicBezTo>
                <a:cubicBezTo>
                  <a:pt x="4630" y="138"/>
                  <a:pt x="4631" y="148"/>
                  <a:pt x="4631" y="158"/>
                </a:cubicBezTo>
                <a:lnTo>
                  <a:pt x="4631" y="635"/>
                </a:lnTo>
                <a:cubicBezTo>
                  <a:pt x="4631" y="645"/>
                  <a:pt x="4630" y="655"/>
                  <a:pt x="4628" y="666"/>
                </a:cubicBezTo>
                <a:cubicBezTo>
                  <a:pt x="4626" y="676"/>
                  <a:pt x="4623" y="686"/>
                  <a:pt x="4619" y="695"/>
                </a:cubicBezTo>
                <a:cubicBezTo>
                  <a:pt x="4615" y="706"/>
                  <a:pt x="4610" y="715"/>
                  <a:pt x="4604" y="724"/>
                </a:cubicBezTo>
                <a:cubicBezTo>
                  <a:pt x="4599" y="733"/>
                  <a:pt x="4592" y="741"/>
                  <a:pt x="4585" y="748"/>
                </a:cubicBezTo>
                <a:cubicBezTo>
                  <a:pt x="4577" y="755"/>
                  <a:pt x="4569" y="762"/>
                  <a:pt x="4561" y="768"/>
                </a:cubicBezTo>
                <a:cubicBezTo>
                  <a:pt x="4552" y="774"/>
                  <a:pt x="4543" y="778"/>
                  <a:pt x="4533" y="782"/>
                </a:cubicBezTo>
                <a:cubicBezTo>
                  <a:pt x="4524" y="786"/>
                  <a:pt x="4514" y="789"/>
                  <a:pt x="4503" y="791"/>
                </a:cubicBezTo>
                <a:cubicBezTo>
                  <a:pt x="4493" y="793"/>
                  <a:pt x="4483" y="794"/>
                  <a:pt x="4472" y="794"/>
                </a:cubicBezTo>
                <a:lnTo>
                  <a:pt x="159" y="794"/>
                </a:lnTo>
                <a:cubicBezTo>
                  <a:pt x="148" y="794"/>
                  <a:pt x="138" y="793"/>
                  <a:pt x="128" y="791"/>
                </a:cubicBezTo>
                <a:cubicBezTo>
                  <a:pt x="118" y="789"/>
                  <a:pt x="108" y="786"/>
                  <a:pt x="98" y="782"/>
                </a:cubicBezTo>
                <a:cubicBezTo>
                  <a:pt x="88" y="778"/>
                  <a:pt x="79" y="774"/>
                  <a:pt x="71" y="768"/>
                </a:cubicBezTo>
                <a:cubicBezTo>
                  <a:pt x="62" y="762"/>
                  <a:pt x="54" y="755"/>
                  <a:pt x="47" y="748"/>
                </a:cubicBezTo>
                <a:cubicBezTo>
                  <a:pt x="39" y="741"/>
                  <a:pt x="33" y="733"/>
                  <a:pt x="27" y="724"/>
                </a:cubicBezTo>
                <a:cubicBezTo>
                  <a:pt x="21" y="715"/>
                  <a:pt x="16" y="706"/>
                  <a:pt x="12" y="695"/>
                </a:cubicBezTo>
                <a:cubicBezTo>
                  <a:pt x="8" y="686"/>
                  <a:pt x="5" y="676"/>
                  <a:pt x="3" y="666"/>
                </a:cubicBezTo>
                <a:cubicBezTo>
                  <a:pt x="1" y="655"/>
                  <a:pt x="0" y="645"/>
                  <a:pt x="0" y="63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66720" y="5883840"/>
            <a:ext cx="756604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79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Still on 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438560" y="5924160"/>
            <a:ext cx="1646179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777777"/>
                </a:solidFill>
                <a:effectLst/>
                <a:uFillTx/>
                <a:latin typeface="Courier New"/>
                <a:ea typeface="Courier New"/>
              </a:rPr>
              <a:t>torchvision.io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3209760" y="5886360"/>
            <a:ext cx="1229040" cy="285840"/>
          </a:xfrm>
          <a:custGeom>
            <a:avLst/>
            <a:gdLst/>
            <a:ahLst/>
            <a:rect l="0" t="0" r="r" b="b"/>
            <a:pathLst>
              <a:path w="3414" h="794">
                <a:moveTo>
                  <a:pt x="0" y="635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255" y="0"/>
                </a:lnTo>
                <a:cubicBezTo>
                  <a:pt x="3266" y="0"/>
                  <a:pt x="3276" y="1"/>
                  <a:pt x="3286" y="3"/>
                </a:cubicBezTo>
                <a:cubicBezTo>
                  <a:pt x="3297" y="5"/>
                  <a:pt x="3306" y="8"/>
                  <a:pt x="3316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2" y="32"/>
                  <a:pt x="3360" y="39"/>
                  <a:pt x="3368" y="46"/>
                </a:cubicBezTo>
                <a:cubicBezTo>
                  <a:pt x="3375" y="54"/>
                  <a:pt x="3382" y="62"/>
                  <a:pt x="3387" y="70"/>
                </a:cubicBezTo>
                <a:cubicBezTo>
                  <a:pt x="3393" y="79"/>
                  <a:pt x="3398" y="88"/>
                  <a:pt x="3402" y="98"/>
                </a:cubicBezTo>
                <a:cubicBezTo>
                  <a:pt x="3406" y="107"/>
                  <a:pt x="3409" y="117"/>
                  <a:pt x="3411" y="128"/>
                </a:cubicBezTo>
                <a:cubicBezTo>
                  <a:pt x="3413" y="138"/>
                  <a:pt x="3414" y="148"/>
                  <a:pt x="3414" y="158"/>
                </a:cubicBezTo>
                <a:lnTo>
                  <a:pt x="3414" y="635"/>
                </a:lnTo>
                <a:cubicBezTo>
                  <a:pt x="3414" y="645"/>
                  <a:pt x="3413" y="655"/>
                  <a:pt x="3411" y="666"/>
                </a:cubicBezTo>
                <a:cubicBezTo>
                  <a:pt x="3409" y="676"/>
                  <a:pt x="3406" y="686"/>
                  <a:pt x="3402" y="695"/>
                </a:cubicBezTo>
                <a:cubicBezTo>
                  <a:pt x="3398" y="706"/>
                  <a:pt x="3393" y="715"/>
                  <a:pt x="3387" y="724"/>
                </a:cubicBezTo>
                <a:cubicBezTo>
                  <a:pt x="3382" y="733"/>
                  <a:pt x="3375" y="741"/>
                  <a:pt x="3368" y="748"/>
                </a:cubicBezTo>
                <a:cubicBezTo>
                  <a:pt x="3360" y="755"/>
                  <a:pt x="3352" y="762"/>
                  <a:pt x="3344" y="768"/>
                </a:cubicBezTo>
                <a:cubicBezTo>
                  <a:pt x="3335" y="774"/>
                  <a:pt x="3326" y="778"/>
                  <a:pt x="3316" y="782"/>
                </a:cubicBezTo>
                <a:cubicBezTo>
                  <a:pt x="3306" y="786"/>
                  <a:pt x="3297" y="789"/>
                  <a:pt x="3286" y="791"/>
                </a:cubicBezTo>
                <a:cubicBezTo>
                  <a:pt x="3276" y="793"/>
                  <a:pt x="3266" y="794"/>
                  <a:pt x="3255" y="794"/>
                </a:cubicBezTo>
                <a:lnTo>
                  <a:pt x="159" y="794"/>
                </a:lnTo>
                <a:cubicBezTo>
                  <a:pt x="148" y="794"/>
                  <a:pt x="138" y="793"/>
                  <a:pt x="128" y="791"/>
                </a:cubicBezTo>
                <a:cubicBezTo>
                  <a:pt x="118" y="789"/>
                  <a:pt x="108" y="786"/>
                  <a:pt x="98" y="782"/>
                </a:cubicBezTo>
                <a:cubicBezTo>
                  <a:pt x="88" y="778"/>
                  <a:pt x="79" y="774"/>
                  <a:pt x="71" y="768"/>
                </a:cubicBezTo>
                <a:cubicBezTo>
                  <a:pt x="62" y="762"/>
                  <a:pt x="54" y="755"/>
                  <a:pt x="46" y="748"/>
                </a:cubicBezTo>
                <a:cubicBezTo>
                  <a:pt x="39" y="741"/>
                  <a:pt x="33" y="733"/>
                  <a:pt x="27" y="724"/>
                </a:cubicBezTo>
                <a:cubicBezTo>
                  <a:pt x="21" y="715"/>
                  <a:pt x="16" y="706"/>
                  <a:pt x="12" y="695"/>
                </a:cubicBezTo>
                <a:cubicBezTo>
                  <a:pt x="8" y="686"/>
                  <a:pt x="5" y="676"/>
                  <a:pt x="3" y="666"/>
                </a:cubicBezTo>
                <a:cubicBezTo>
                  <a:pt x="1" y="655"/>
                  <a:pt x="0" y="645"/>
                  <a:pt x="0" y="63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3033000" y="5883840"/>
            <a:ext cx="230169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79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/ 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283200" y="5924160"/>
            <a:ext cx="117612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777777"/>
                </a:solidFill>
                <a:effectLst/>
                <a:uFillTx/>
                <a:latin typeface="Courier New"/>
                <a:ea typeface="Courier New"/>
              </a:rPr>
              <a:t>torchaudio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442760" y="5883840"/>
            <a:ext cx="4381387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79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decoding? → TorchCodec </a:t>
            </a:r>
            <a:r>
              <a:rPr lang="en-US" sz="1679" b="0" u="none" strike="noStrike">
                <a:solidFill>
                  <a:srgbClr val="0969da"/>
                </a:solidFill>
                <a:effectLst/>
                <a:uFillTx/>
                <a:latin typeface="Arial"/>
                <a:ea typeface="Arial"/>
              </a:rPr>
              <a:t>migration guide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880200" y="6397920"/>
            <a:ext cx="218311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Docs: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LibTorch stable ABI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778840" y="635580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2266920" y="3276360"/>
            <a:ext cx="2200320" cy="857520"/>
          </a:xfrm>
          <a:custGeom>
            <a:avLst/>
            <a:gdLst/>
            <a:ahLst/>
            <a:rect l="0" t="0" r="r" b="b"/>
            <a:pathLst>
              <a:path w="6112" h="2382">
                <a:moveTo>
                  <a:pt x="0" y="2144"/>
                </a:moveTo>
                <a:lnTo>
                  <a:pt x="0" y="238"/>
                </a:lnTo>
                <a:cubicBezTo>
                  <a:pt x="0" y="223"/>
                  <a:pt x="1" y="207"/>
                  <a:pt x="4" y="192"/>
                </a:cubicBezTo>
                <a:cubicBezTo>
                  <a:pt x="7" y="176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5874" y="0"/>
                </a:lnTo>
                <a:cubicBezTo>
                  <a:pt x="5890" y="0"/>
                  <a:pt x="5905" y="2"/>
                  <a:pt x="5921" y="5"/>
                </a:cubicBezTo>
                <a:cubicBezTo>
                  <a:pt x="5936" y="8"/>
                  <a:pt x="5951" y="12"/>
                  <a:pt x="5965" y="18"/>
                </a:cubicBezTo>
                <a:cubicBezTo>
                  <a:pt x="5980" y="24"/>
                  <a:pt x="5994" y="32"/>
                  <a:pt x="6007" y="40"/>
                </a:cubicBezTo>
                <a:cubicBezTo>
                  <a:pt x="6020" y="49"/>
                  <a:pt x="6032" y="59"/>
                  <a:pt x="6043" y="70"/>
                </a:cubicBezTo>
                <a:cubicBezTo>
                  <a:pt x="6054" y="81"/>
                  <a:pt x="6064" y="93"/>
                  <a:pt x="6072" y="106"/>
                </a:cubicBezTo>
                <a:cubicBezTo>
                  <a:pt x="6081" y="119"/>
                  <a:pt x="6088" y="133"/>
                  <a:pt x="6094" y="147"/>
                </a:cubicBezTo>
                <a:cubicBezTo>
                  <a:pt x="6100" y="162"/>
                  <a:pt x="6105" y="176"/>
                  <a:pt x="6108" y="192"/>
                </a:cubicBezTo>
                <a:cubicBezTo>
                  <a:pt x="6111" y="207"/>
                  <a:pt x="6112" y="223"/>
                  <a:pt x="6112" y="238"/>
                </a:cubicBezTo>
                <a:lnTo>
                  <a:pt x="6112" y="2144"/>
                </a:lnTo>
                <a:cubicBezTo>
                  <a:pt x="6112" y="2160"/>
                  <a:pt x="6111" y="2175"/>
                  <a:pt x="6108" y="2191"/>
                </a:cubicBezTo>
                <a:cubicBezTo>
                  <a:pt x="6105" y="2206"/>
                  <a:pt x="6100" y="2221"/>
                  <a:pt x="6094" y="2235"/>
                </a:cubicBezTo>
                <a:cubicBezTo>
                  <a:pt x="6088" y="2250"/>
                  <a:pt x="6081" y="2264"/>
                  <a:pt x="6072" y="2277"/>
                </a:cubicBezTo>
                <a:cubicBezTo>
                  <a:pt x="6064" y="2290"/>
                  <a:pt x="6054" y="2302"/>
                  <a:pt x="6043" y="2313"/>
                </a:cubicBezTo>
                <a:cubicBezTo>
                  <a:pt x="6032" y="2324"/>
                  <a:pt x="6020" y="2334"/>
                  <a:pt x="6007" y="2342"/>
                </a:cubicBezTo>
                <a:cubicBezTo>
                  <a:pt x="5994" y="2351"/>
                  <a:pt x="5980" y="2358"/>
                  <a:pt x="5965" y="2364"/>
                </a:cubicBezTo>
                <a:cubicBezTo>
                  <a:pt x="5951" y="2370"/>
                  <a:pt x="5936" y="2375"/>
                  <a:pt x="5921" y="2378"/>
                </a:cubicBezTo>
                <a:cubicBezTo>
                  <a:pt x="5905" y="2381"/>
                  <a:pt x="5890" y="2382"/>
                  <a:pt x="5874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4"/>
                  <a:pt x="80" y="2324"/>
                  <a:pt x="69" y="2313"/>
                </a:cubicBezTo>
                <a:cubicBezTo>
                  <a:pt x="58" y="2302"/>
                  <a:pt x="48" y="2290"/>
                  <a:pt x="40" y="2277"/>
                </a:cubicBezTo>
                <a:cubicBezTo>
                  <a:pt x="31" y="2264"/>
                  <a:pt x="24" y="2250"/>
                  <a:pt x="18" y="2235"/>
                </a:cubicBezTo>
                <a:cubicBezTo>
                  <a:pt x="12" y="2221"/>
                  <a:pt x="7" y="2206"/>
                  <a:pt x="4" y="2191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2266920" y="3276360"/>
            <a:ext cx="2200320" cy="857520"/>
          </a:xfrm>
          <a:custGeom>
            <a:avLst/>
            <a:gdLst/>
            <a:ahLst/>
            <a:rect l="0" t="0" r="r" b="b"/>
            <a:pathLst>
              <a:path w="6112" h="2382">
                <a:moveTo>
                  <a:pt x="0" y="2144"/>
                </a:moveTo>
                <a:lnTo>
                  <a:pt x="0" y="238"/>
                </a:lnTo>
                <a:cubicBezTo>
                  <a:pt x="0" y="223"/>
                  <a:pt x="1" y="207"/>
                  <a:pt x="4" y="192"/>
                </a:cubicBezTo>
                <a:cubicBezTo>
                  <a:pt x="7" y="176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5874" y="0"/>
                </a:lnTo>
                <a:cubicBezTo>
                  <a:pt x="5890" y="0"/>
                  <a:pt x="5905" y="2"/>
                  <a:pt x="5921" y="5"/>
                </a:cubicBezTo>
                <a:cubicBezTo>
                  <a:pt x="5936" y="8"/>
                  <a:pt x="5951" y="12"/>
                  <a:pt x="5965" y="18"/>
                </a:cubicBezTo>
                <a:cubicBezTo>
                  <a:pt x="5980" y="24"/>
                  <a:pt x="5994" y="32"/>
                  <a:pt x="6007" y="40"/>
                </a:cubicBezTo>
                <a:cubicBezTo>
                  <a:pt x="6020" y="49"/>
                  <a:pt x="6032" y="59"/>
                  <a:pt x="6043" y="70"/>
                </a:cubicBezTo>
                <a:cubicBezTo>
                  <a:pt x="6054" y="81"/>
                  <a:pt x="6064" y="93"/>
                  <a:pt x="6072" y="106"/>
                </a:cubicBezTo>
                <a:cubicBezTo>
                  <a:pt x="6081" y="119"/>
                  <a:pt x="6088" y="133"/>
                  <a:pt x="6094" y="147"/>
                </a:cubicBezTo>
                <a:cubicBezTo>
                  <a:pt x="6100" y="162"/>
                  <a:pt x="6105" y="176"/>
                  <a:pt x="6108" y="192"/>
                </a:cubicBezTo>
                <a:cubicBezTo>
                  <a:pt x="6111" y="207"/>
                  <a:pt x="6112" y="223"/>
                  <a:pt x="6112" y="238"/>
                </a:cubicBezTo>
                <a:lnTo>
                  <a:pt x="6112" y="2144"/>
                </a:lnTo>
                <a:cubicBezTo>
                  <a:pt x="6112" y="2160"/>
                  <a:pt x="6111" y="2175"/>
                  <a:pt x="6108" y="2191"/>
                </a:cubicBezTo>
                <a:cubicBezTo>
                  <a:pt x="6105" y="2206"/>
                  <a:pt x="6100" y="2221"/>
                  <a:pt x="6094" y="2235"/>
                </a:cubicBezTo>
                <a:cubicBezTo>
                  <a:pt x="6088" y="2250"/>
                  <a:pt x="6081" y="2264"/>
                  <a:pt x="6072" y="2277"/>
                </a:cubicBezTo>
                <a:cubicBezTo>
                  <a:pt x="6064" y="2290"/>
                  <a:pt x="6054" y="2302"/>
                  <a:pt x="6043" y="2313"/>
                </a:cubicBezTo>
                <a:cubicBezTo>
                  <a:pt x="6032" y="2324"/>
                  <a:pt x="6020" y="2334"/>
                  <a:pt x="6007" y="2342"/>
                </a:cubicBezTo>
                <a:cubicBezTo>
                  <a:pt x="5994" y="2351"/>
                  <a:pt x="5980" y="2358"/>
                  <a:pt x="5965" y="2364"/>
                </a:cubicBezTo>
                <a:cubicBezTo>
                  <a:pt x="5951" y="2370"/>
                  <a:pt x="5936" y="2375"/>
                  <a:pt x="5921" y="2378"/>
                </a:cubicBezTo>
                <a:cubicBezTo>
                  <a:pt x="5905" y="2381"/>
                  <a:pt x="5890" y="2382"/>
                  <a:pt x="5874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4"/>
                  <a:pt x="80" y="2324"/>
                  <a:pt x="69" y="2313"/>
                </a:cubicBezTo>
                <a:cubicBezTo>
                  <a:pt x="58" y="2302"/>
                  <a:pt x="48" y="2290"/>
                  <a:pt x="40" y="2277"/>
                </a:cubicBezTo>
                <a:cubicBezTo>
                  <a:pt x="31" y="2264"/>
                  <a:pt x="24" y="2250"/>
                  <a:pt x="18" y="2235"/>
                </a:cubicBezTo>
                <a:cubicBezTo>
                  <a:pt x="12" y="2221"/>
                  <a:pt x="7" y="2206"/>
                  <a:pt x="4" y="2191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555720" y="2067840"/>
            <a:ext cx="5487912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4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Part 2: Going fast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110400" y="3460320"/>
            <a:ext cx="55015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2445480" y="3786480"/>
            <a:ext cx="1986379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read headers, index the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4943160" y="3276360"/>
            <a:ext cx="2458080" cy="857520"/>
          </a:xfrm>
          <a:custGeom>
            <a:avLst/>
            <a:gdLst/>
            <a:ahLst/>
            <a:rect l="0" t="0" r="r" b="b"/>
            <a:pathLst>
              <a:path w="6828" h="2382">
                <a:moveTo>
                  <a:pt x="0" y="2144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3" y="162"/>
                  <a:pt x="18" y="147"/>
                </a:cubicBezTo>
                <a:cubicBezTo>
                  <a:pt x="24" y="133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2" y="12"/>
                  <a:pt x="177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6589" y="0"/>
                </a:lnTo>
                <a:cubicBezTo>
                  <a:pt x="6605" y="0"/>
                  <a:pt x="6621" y="2"/>
                  <a:pt x="6636" y="5"/>
                </a:cubicBezTo>
                <a:cubicBezTo>
                  <a:pt x="6651" y="8"/>
                  <a:pt x="6666" y="12"/>
                  <a:pt x="6681" y="18"/>
                </a:cubicBezTo>
                <a:cubicBezTo>
                  <a:pt x="6695" y="24"/>
                  <a:pt x="6709" y="32"/>
                  <a:pt x="6722" y="40"/>
                </a:cubicBezTo>
                <a:cubicBezTo>
                  <a:pt x="6735" y="49"/>
                  <a:pt x="6747" y="59"/>
                  <a:pt x="6758" y="70"/>
                </a:cubicBezTo>
                <a:cubicBezTo>
                  <a:pt x="6769" y="81"/>
                  <a:pt x="6779" y="93"/>
                  <a:pt x="6787" y="106"/>
                </a:cubicBezTo>
                <a:cubicBezTo>
                  <a:pt x="6796" y="119"/>
                  <a:pt x="6804" y="133"/>
                  <a:pt x="6809" y="147"/>
                </a:cubicBezTo>
                <a:cubicBezTo>
                  <a:pt x="6815" y="162"/>
                  <a:pt x="6820" y="176"/>
                  <a:pt x="6823" y="192"/>
                </a:cubicBezTo>
                <a:cubicBezTo>
                  <a:pt x="6826" y="207"/>
                  <a:pt x="6828" y="223"/>
                  <a:pt x="6828" y="238"/>
                </a:cubicBezTo>
                <a:lnTo>
                  <a:pt x="6828" y="2144"/>
                </a:lnTo>
                <a:cubicBezTo>
                  <a:pt x="6828" y="2160"/>
                  <a:pt x="6826" y="2175"/>
                  <a:pt x="6823" y="2191"/>
                </a:cubicBezTo>
                <a:cubicBezTo>
                  <a:pt x="6820" y="2206"/>
                  <a:pt x="6815" y="2221"/>
                  <a:pt x="6809" y="2235"/>
                </a:cubicBezTo>
                <a:cubicBezTo>
                  <a:pt x="6804" y="2250"/>
                  <a:pt x="6796" y="2264"/>
                  <a:pt x="6787" y="2277"/>
                </a:cubicBezTo>
                <a:cubicBezTo>
                  <a:pt x="6779" y="2290"/>
                  <a:pt x="6769" y="2302"/>
                  <a:pt x="6758" y="2313"/>
                </a:cubicBezTo>
                <a:cubicBezTo>
                  <a:pt x="6747" y="2324"/>
                  <a:pt x="6735" y="2334"/>
                  <a:pt x="6722" y="2342"/>
                </a:cubicBezTo>
                <a:cubicBezTo>
                  <a:pt x="6709" y="2351"/>
                  <a:pt x="6695" y="2358"/>
                  <a:pt x="6681" y="2364"/>
                </a:cubicBezTo>
                <a:cubicBezTo>
                  <a:pt x="6666" y="2370"/>
                  <a:pt x="6651" y="2375"/>
                  <a:pt x="6636" y="2378"/>
                </a:cubicBezTo>
                <a:cubicBezTo>
                  <a:pt x="6621" y="2381"/>
                  <a:pt x="6605" y="2382"/>
                  <a:pt x="6589" y="2382"/>
                </a:cubicBezTo>
                <a:lnTo>
                  <a:pt x="238" y="2382"/>
                </a:lnTo>
                <a:cubicBezTo>
                  <a:pt x="223" y="2382"/>
                  <a:pt x="207" y="2381"/>
                  <a:pt x="192" y="2378"/>
                </a:cubicBezTo>
                <a:cubicBezTo>
                  <a:pt x="177" y="2375"/>
                  <a:pt x="162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4"/>
                  <a:pt x="81" y="2324"/>
                  <a:pt x="70" y="2313"/>
                </a:cubicBezTo>
                <a:cubicBezTo>
                  <a:pt x="59" y="2302"/>
                  <a:pt x="49" y="2290"/>
                  <a:pt x="41" y="2277"/>
                </a:cubicBezTo>
                <a:cubicBezTo>
                  <a:pt x="32" y="2264"/>
                  <a:pt x="24" y="2250"/>
                  <a:pt x="18" y="2235"/>
                </a:cubicBezTo>
                <a:cubicBezTo>
                  <a:pt x="13" y="2221"/>
                  <a:pt x="8" y="2206"/>
                  <a:pt x="5" y="2191"/>
                </a:cubicBezTo>
                <a:cubicBezTo>
                  <a:pt x="2" y="2175"/>
                  <a:pt x="0" y="2160"/>
                  <a:pt x="0" y="2144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4943160" y="3276360"/>
            <a:ext cx="2458080" cy="857520"/>
          </a:xfrm>
          <a:custGeom>
            <a:avLst/>
            <a:gdLst/>
            <a:ahLst/>
            <a:rect l="0" t="0" r="r" b="b"/>
            <a:pathLst>
              <a:path w="6828" h="2382">
                <a:moveTo>
                  <a:pt x="0" y="2144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3" y="162"/>
                  <a:pt x="18" y="147"/>
                </a:cubicBezTo>
                <a:cubicBezTo>
                  <a:pt x="24" y="133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2" y="12"/>
                  <a:pt x="177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6589" y="0"/>
                </a:lnTo>
                <a:cubicBezTo>
                  <a:pt x="6605" y="0"/>
                  <a:pt x="6621" y="2"/>
                  <a:pt x="6636" y="5"/>
                </a:cubicBezTo>
                <a:cubicBezTo>
                  <a:pt x="6651" y="8"/>
                  <a:pt x="6666" y="12"/>
                  <a:pt x="6681" y="18"/>
                </a:cubicBezTo>
                <a:cubicBezTo>
                  <a:pt x="6695" y="24"/>
                  <a:pt x="6709" y="32"/>
                  <a:pt x="6722" y="40"/>
                </a:cubicBezTo>
                <a:cubicBezTo>
                  <a:pt x="6735" y="49"/>
                  <a:pt x="6747" y="59"/>
                  <a:pt x="6758" y="70"/>
                </a:cubicBezTo>
                <a:cubicBezTo>
                  <a:pt x="6769" y="81"/>
                  <a:pt x="6779" y="93"/>
                  <a:pt x="6787" y="106"/>
                </a:cubicBezTo>
                <a:cubicBezTo>
                  <a:pt x="6796" y="119"/>
                  <a:pt x="6804" y="133"/>
                  <a:pt x="6809" y="147"/>
                </a:cubicBezTo>
                <a:cubicBezTo>
                  <a:pt x="6815" y="162"/>
                  <a:pt x="6820" y="176"/>
                  <a:pt x="6823" y="192"/>
                </a:cubicBezTo>
                <a:cubicBezTo>
                  <a:pt x="6826" y="207"/>
                  <a:pt x="6828" y="223"/>
                  <a:pt x="6828" y="238"/>
                </a:cubicBezTo>
                <a:lnTo>
                  <a:pt x="6828" y="2144"/>
                </a:lnTo>
                <a:cubicBezTo>
                  <a:pt x="6828" y="2160"/>
                  <a:pt x="6826" y="2175"/>
                  <a:pt x="6823" y="2191"/>
                </a:cubicBezTo>
                <a:cubicBezTo>
                  <a:pt x="6820" y="2206"/>
                  <a:pt x="6815" y="2221"/>
                  <a:pt x="6809" y="2235"/>
                </a:cubicBezTo>
                <a:cubicBezTo>
                  <a:pt x="6804" y="2250"/>
                  <a:pt x="6796" y="2264"/>
                  <a:pt x="6787" y="2277"/>
                </a:cubicBezTo>
                <a:cubicBezTo>
                  <a:pt x="6779" y="2290"/>
                  <a:pt x="6769" y="2302"/>
                  <a:pt x="6758" y="2313"/>
                </a:cubicBezTo>
                <a:cubicBezTo>
                  <a:pt x="6747" y="2324"/>
                  <a:pt x="6735" y="2334"/>
                  <a:pt x="6722" y="2342"/>
                </a:cubicBezTo>
                <a:cubicBezTo>
                  <a:pt x="6709" y="2351"/>
                  <a:pt x="6695" y="2358"/>
                  <a:pt x="6681" y="2364"/>
                </a:cubicBezTo>
                <a:cubicBezTo>
                  <a:pt x="6666" y="2370"/>
                  <a:pt x="6651" y="2375"/>
                  <a:pt x="6636" y="2378"/>
                </a:cubicBezTo>
                <a:cubicBezTo>
                  <a:pt x="6621" y="2381"/>
                  <a:pt x="6605" y="2382"/>
                  <a:pt x="6589" y="2382"/>
                </a:cubicBezTo>
                <a:lnTo>
                  <a:pt x="238" y="2382"/>
                </a:lnTo>
                <a:cubicBezTo>
                  <a:pt x="223" y="2382"/>
                  <a:pt x="207" y="2381"/>
                  <a:pt x="192" y="2378"/>
                </a:cubicBezTo>
                <a:cubicBezTo>
                  <a:pt x="177" y="2375"/>
                  <a:pt x="162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4"/>
                  <a:pt x="81" y="2324"/>
                  <a:pt x="70" y="2313"/>
                </a:cubicBezTo>
                <a:cubicBezTo>
                  <a:pt x="59" y="2302"/>
                  <a:pt x="49" y="2290"/>
                  <a:pt x="41" y="2277"/>
                </a:cubicBezTo>
                <a:cubicBezTo>
                  <a:pt x="32" y="2264"/>
                  <a:pt x="24" y="2250"/>
                  <a:pt x="18" y="2235"/>
                </a:cubicBezTo>
                <a:cubicBezTo>
                  <a:pt x="13" y="2221"/>
                  <a:pt x="8" y="2206"/>
                  <a:pt x="5" y="2191"/>
                </a:cubicBezTo>
                <a:cubicBezTo>
                  <a:pt x="2" y="2175"/>
                  <a:pt x="0" y="2160"/>
                  <a:pt x="0" y="2144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4569480" y="354960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5797440" y="3460320"/>
            <a:ext cx="81064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22080" y="3786480"/>
            <a:ext cx="2269814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encoded bytes → RGB tensors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7877160" y="3276360"/>
            <a:ext cx="2048040" cy="857520"/>
          </a:xfrm>
          <a:custGeom>
            <a:avLst/>
            <a:gdLst/>
            <a:ahLst/>
            <a:rect l="0" t="0" r="r" b="b"/>
            <a:pathLst>
              <a:path w="5689" h="2382">
                <a:moveTo>
                  <a:pt x="0" y="2144"/>
                </a:moveTo>
                <a:lnTo>
                  <a:pt x="0" y="238"/>
                </a:lnTo>
                <a:cubicBezTo>
                  <a:pt x="0" y="223"/>
                  <a:pt x="1" y="207"/>
                  <a:pt x="4" y="192"/>
                </a:cubicBezTo>
                <a:cubicBezTo>
                  <a:pt x="7" y="176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5451" y="0"/>
                </a:lnTo>
                <a:cubicBezTo>
                  <a:pt x="5467" y="0"/>
                  <a:pt x="5482" y="2"/>
                  <a:pt x="5497" y="5"/>
                </a:cubicBezTo>
                <a:cubicBezTo>
                  <a:pt x="5513" y="8"/>
                  <a:pt x="5528" y="12"/>
                  <a:pt x="5542" y="18"/>
                </a:cubicBezTo>
                <a:cubicBezTo>
                  <a:pt x="5557" y="24"/>
                  <a:pt x="5570" y="32"/>
                  <a:pt x="5583" y="40"/>
                </a:cubicBezTo>
                <a:cubicBezTo>
                  <a:pt x="5596" y="49"/>
                  <a:pt x="5608" y="59"/>
                  <a:pt x="5619" y="70"/>
                </a:cubicBezTo>
                <a:cubicBezTo>
                  <a:pt x="5630" y="81"/>
                  <a:pt x="5640" y="93"/>
                  <a:pt x="5649" y="106"/>
                </a:cubicBezTo>
                <a:cubicBezTo>
                  <a:pt x="5658" y="119"/>
                  <a:pt x="5665" y="133"/>
                  <a:pt x="5671" y="147"/>
                </a:cubicBezTo>
                <a:cubicBezTo>
                  <a:pt x="5677" y="162"/>
                  <a:pt x="5681" y="176"/>
                  <a:pt x="5685" y="192"/>
                </a:cubicBezTo>
                <a:cubicBezTo>
                  <a:pt x="5688" y="207"/>
                  <a:pt x="5689" y="223"/>
                  <a:pt x="5689" y="238"/>
                </a:cubicBezTo>
                <a:lnTo>
                  <a:pt x="5689" y="2144"/>
                </a:lnTo>
                <a:cubicBezTo>
                  <a:pt x="5689" y="2160"/>
                  <a:pt x="5688" y="2175"/>
                  <a:pt x="5685" y="2191"/>
                </a:cubicBezTo>
                <a:cubicBezTo>
                  <a:pt x="5681" y="2206"/>
                  <a:pt x="5677" y="2221"/>
                  <a:pt x="5671" y="2235"/>
                </a:cubicBezTo>
                <a:cubicBezTo>
                  <a:pt x="5665" y="2250"/>
                  <a:pt x="5658" y="2264"/>
                  <a:pt x="5649" y="2277"/>
                </a:cubicBezTo>
                <a:cubicBezTo>
                  <a:pt x="5640" y="2290"/>
                  <a:pt x="5630" y="2302"/>
                  <a:pt x="5619" y="2313"/>
                </a:cubicBezTo>
                <a:cubicBezTo>
                  <a:pt x="5608" y="2324"/>
                  <a:pt x="5596" y="2334"/>
                  <a:pt x="5583" y="2342"/>
                </a:cubicBezTo>
                <a:cubicBezTo>
                  <a:pt x="5570" y="2351"/>
                  <a:pt x="5557" y="2358"/>
                  <a:pt x="5542" y="2364"/>
                </a:cubicBezTo>
                <a:cubicBezTo>
                  <a:pt x="5528" y="2370"/>
                  <a:pt x="5513" y="2375"/>
                  <a:pt x="5497" y="2378"/>
                </a:cubicBezTo>
                <a:cubicBezTo>
                  <a:pt x="5482" y="2381"/>
                  <a:pt x="5467" y="2382"/>
                  <a:pt x="5451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4"/>
                  <a:pt x="80" y="2324"/>
                  <a:pt x="69" y="2313"/>
                </a:cubicBezTo>
                <a:cubicBezTo>
                  <a:pt x="58" y="2302"/>
                  <a:pt x="48" y="2290"/>
                  <a:pt x="40" y="2277"/>
                </a:cubicBezTo>
                <a:cubicBezTo>
                  <a:pt x="31" y="2264"/>
                  <a:pt x="24" y="2250"/>
                  <a:pt x="18" y="2235"/>
                </a:cubicBezTo>
                <a:cubicBezTo>
                  <a:pt x="12" y="2221"/>
                  <a:pt x="7" y="2206"/>
                  <a:pt x="4" y="2191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877160" y="3276360"/>
            <a:ext cx="2048040" cy="857520"/>
          </a:xfrm>
          <a:custGeom>
            <a:avLst/>
            <a:gdLst/>
            <a:ahLst/>
            <a:rect l="0" t="0" r="r" b="b"/>
            <a:pathLst>
              <a:path w="5689" h="2382">
                <a:moveTo>
                  <a:pt x="0" y="2144"/>
                </a:moveTo>
                <a:lnTo>
                  <a:pt x="0" y="238"/>
                </a:lnTo>
                <a:cubicBezTo>
                  <a:pt x="0" y="223"/>
                  <a:pt x="1" y="207"/>
                  <a:pt x="4" y="192"/>
                </a:cubicBezTo>
                <a:cubicBezTo>
                  <a:pt x="7" y="176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5451" y="0"/>
                </a:lnTo>
                <a:cubicBezTo>
                  <a:pt x="5467" y="0"/>
                  <a:pt x="5482" y="2"/>
                  <a:pt x="5497" y="5"/>
                </a:cubicBezTo>
                <a:cubicBezTo>
                  <a:pt x="5513" y="8"/>
                  <a:pt x="5528" y="12"/>
                  <a:pt x="5542" y="18"/>
                </a:cubicBezTo>
                <a:cubicBezTo>
                  <a:pt x="5557" y="24"/>
                  <a:pt x="5570" y="32"/>
                  <a:pt x="5583" y="40"/>
                </a:cubicBezTo>
                <a:cubicBezTo>
                  <a:pt x="5596" y="49"/>
                  <a:pt x="5608" y="59"/>
                  <a:pt x="5619" y="70"/>
                </a:cubicBezTo>
                <a:cubicBezTo>
                  <a:pt x="5630" y="81"/>
                  <a:pt x="5640" y="93"/>
                  <a:pt x="5649" y="106"/>
                </a:cubicBezTo>
                <a:cubicBezTo>
                  <a:pt x="5658" y="119"/>
                  <a:pt x="5665" y="133"/>
                  <a:pt x="5671" y="147"/>
                </a:cubicBezTo>
                <a:cubicBezTo>
                  <a:pt x="5677" y="162"/>
                  <a:pt x="5681" y="176"/>
                  <a:pt x="5685" y="192"/>
                </a:cubicBezTo>
                <a:cubicBezTo>
                  <a:pt x="5688" y="207"/>
                  <a:pt x="5689" y="223"/>
                  <a:pt x="5689" y="238"/>
                </a:cubicBezTo>
                <a:lnTo>
                  <a:pt x="5689" y="2144"/>
                </a:lnTo>
                <a:cubicBezTo>
                  <a:pt x="5689" y="2160"/>
                  <a:pt x="5688" y="2175"/>
                  <a:pt x="5685" y="2191"/>
                </a:cubicBezTo>
                <a:cubicBezTo>
                  <a:pt x="5681" y="2206"/>
                  <a:pt x="5677" y="2221"/>
                  <a:pt x="5671" y="2235"/>
                </a:cubicBezTo>
                <a:cubicBezTo>
                  <a:pt x="5665" y="2250"/>
                  <a:pt x="5658" y="2264"/>
                  <a:pt x="5649" y="2277"/>
                </a:cubicBezTo>
                <a:cubicBezTo>
                  <a:pt x="5640" y="2290"/>
                  <a:pt x="5630" y="2302"/>
                  <a:pt x="5619" y="2313"/>
                </a:cubicBezTo>
                <a:cubicBezTo>
                  <a:pt x="5608" y="2324"/>
                  <a:pt x="5596" y="2334"/>
                  <a:pt x="5583" y="2342"/>
                </a:cubicBezTo>
                <a:cubicBezTo>
                  <a:pt x="5570" y="2351"/>
                  <a:pt x="5557" y="2358"/>
                  <a:pt x="5542" y="2364"/>
                </a:cubicBezTo>
                <a:cubicBezTo>
                  <a:pt x="5528" y="2370"/>
                  <a:pt x="5513" y="2375"/>
                  <a:pt x="5497" y="2378"/>
                </a:cubicBezTo>
                <a:cubicBezTo>
                  <a:pt x="5482" y="2381"/>
                  <a:pt x="5467" y="2382"/>
                  <a:pt x="5451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4"/>
                  <a:pt x="80" y="2324"/>
                  <a:pt x="69" y="2313"/>
                </a:cubicBezTo>
                <a:cubicBezTo>
                  <a:pt x="58" y="2302"/>
                  <a:pt x="48" y="2290"/>
                  <a:pt x="40" y="2277"/>
                </a:cubicBezTo>
                <a:cubicBezTo>
                  <a:pt x="31" y="2264"/>
                  <a:pt x="24" y="2250"/>
                  <a:pt x="18" y="2235"/>
                </a:cubicBezTo>
                <a:cubicBezTo>
                  <a:pt x="12" y="2221"/>
                  <a:pt x="7" y="2206"/>
                  <a:pt x="4" y="2191"/>
                </a:cubicBezTo>
                <a:cubicBezTo>
                  <a:pt x="1" y="2175"/>
                  <a:pt x="0" y="2160"/>
                  <a:pt x="0" y="2144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508520" y="354960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8421120" y="3460320"/>
            <a:ext cx="104353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8061120" y="3786480"/>
            <a:ext cx="1821139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resize, crop, normalize…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2208240" y="4473360"/>
            <a:ext cx="841402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Every stage can be the bottleneck. Let's go through them in order.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3943080" y="2495520"/>
            <a:ext cx="914760" cy="628920"/>
          </a:xfrm>
          <a:custGeom>
            <a:avLst/>
            <a:gdLst/>
            <a:ahLst/>
            <a:rect l="0" t="0" r="r" b="b"/>
            <a:pathLst>
              <a:path w="2541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303" y="0"/>
                </a:lnTo>
                <a:cubicBezTo>
                  <a:pt x="2319" y="0"/>
                  <a:pt x="2334" y="1"/>
                  <a:pt x="2350" y="4"/>
                </a:cubicBezTo>
                <a:cubicBezTo>
                  <a:pt x="2365" y="7"/>
                  <a:pt x="2380" y="12"/>
                  <a:pt x="2394" y="18"/>
                </a:cubicBezTo>
                <a:cubicBezTo>
                  <a:pt x="2409" y="24"/>
                  <a:pt x="2422" y="31"/>
                  <a:pt x="2435" y="40"/>
                </a:cubicBezTo>
                <a:cubicBezTo>
                  <a:pt x="2448" y="48"/>
                  <a:pt x="2460" y="58"/>
                  <a:pt x="2472" y="69"/>
                </a:cubicBezTo>
                <a:cubicBezTo>
                  <a:pt x="2483" y="80"/>
                  <a:pt x="2492" y="92"/>
                  <a:pt x="2501" y="105"/>
                </a:cubicBezTo>
                <a:cubicBezTo>
                  <a:pt x="2510" y="118"/>
                  <a:pt x="2517" y="132"/>
                  <a:pt x="2523" y="147"/>
                </a:cubicBezTo>
                <a:cubicBezTo>
                  <a:pt x="2529" y="161"/>
                  <a:pt x="2534" y="176"/>
                  <a:pt x="2537" y="191"/>
                </a:cubicBezTo>
                <a:cubicBezTo>
                  <a:pt x="2540" y="207"/>
                  <a:pt x="2541" y="222"/>
                  <a:pt x="2541" y="238"/>
                </a:cubicBezTo>
                <a:lnTo>
                  <a:pt x="2541" y="1509"/>
                </a:lnTo>
                <a:cubicBezTo>
                  <a:pt x="2541" y="1524"/>
                  <a:pt x="2540" y="1540"/>
                  <a:pt x="2537" y="1555"/>
                </a:cubicBezTo>
                <a:cubicBezTo>
                  <a:pt x="2534" y="1570"/>
                  <a:pt x="2529" y="1585"/>
                  <a:pt x="2523" y="1600"/>
                </a:cubicBezTo>
                <a:cubicBezTo>
                  <a:pt x="2517" y="1614"/>
                  <a:pt x="2510" y="1628"/>
                  <a:pt x="2501" y="1641"/>
                </a:cubicBezTo>
                <a:cubicBezTo>
                  <a:pt x="2492" y="1654"/>
                  <a:pt x="2483" y="1666"/>
                  <a:pt x="2472" y="1677"/>
                </a:cubicBezTo>
                <a:cubicBezTo>
                  <a:pt x="2460" y="1688"/>
                  <a:pt x="2448" y="1698"/>
                  <a:pt x="2435" y="1707"/>
                </a:cubicBezTo>
                <a:cubicBezTo>
                  <a:pt x="2422" y="1715"/>
                  <a:pt x="2409" y="1723"/>
                  <a:pt x="2394" y="1729"/>
                </a:cubicBezTo>
                <a:cubicBezTo>
                  <a:pt x="2380" y="1735"/>
                  <a:pt x="2365" y="1739"/>
                  <a:pt x="2350" y="1742"/>
                </a:cubicBezTo>
                <a:cubicBezTo>
                  <a:pt x="2334" y="1745"/>
                  <a:pt x="2319" y="1747"/>
                  <a:pt x="2303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3943080" y="2495520"/>
            <a:ext cx="914760" cy="628920"/>
          </a:xfrm>
          <a:custGeom>
            <a:avLst/>
            <a:gdLst/>
            <a:ahLst/>
            <a:rect l="0" t="0" r="r" b="b"/>
            <a:pathLst>
              <a:path w="2541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303" y="0"/>
                </a:lnTo>
                <a:cubicBezTo>
                  <a:pt x="2319" y="0"/>
                  <a:pt x="2334" y="1"/>
                  <a:pt x="2350" y="4"/>
                </a:cubicBezTo>
                <a:cubicBezTo>
                  <a:pt x="2365" y="7"/>
                  <a:pt x="2380" y="12"/>
                  <a:pt x="2394" y="18"/>
                </a:cubicBezTo>
                <a:cubicBezTo>
                  <a:pt x="2409" y="24"/>
                  <a:pt x="2422" y="31"/>
                  <a:pt x="2435" y="40"/>
                </a:cubicBezTo>
                <a:cubicBezTo>
                  <a:pt x="2448" y="48"/>
                  <a:pt x="2460" y="58"/>
                  <a:pt x="2472" y="69"/>
                </a:cubicBezTo>
                <a:cubicBezTo>
                  <a:pt x="2483" y="80"/>
                  <a:pt x="2492" y="92"/>
                  <a:pt x="2501" y="105"/>
                </a:cubicBezTo>
                <a:cubicBezTo>
                  <a:pt x="2510" y="118"/>
                  <a:pt x="2517" y="132"/>
                  <a:pt x="2523" y="147"/>
                </a:cubicBezTo>
                <a:cubicBezTo>
                  <a:pt x="2529" y="161"/>
                  <a:pt x="2534" y="176"/>
                  <a:pt x="2537" y="191"/>
                </a:cubicBezTo>
                <a:cubicBezTo>
                  <a:pt x="2540" y="207"/>
                  <a:pt x="2541" y="222"/>
                  <a:pt x="2541" y="238"/>
                </a:cubicBezTo>
                <a:lnTo>
                  <a:pt x="2541" y="1509"/>
                </a:lnTo>
                <a:cubicBezTo>
                  <a:pt x="2541" y="1524"/>
                  <a:pt x="2540" y="1540"/>
                  <a:pt x="2537" y="1555"/>
                </a:cubicBezTo>
                <a:cubicBezTo>
                  <a:pt x="2534" y="1570"/>
                  <a:pt x="2529" y="1585"/>
                  <a:pt x="2523" y="1600"/>
                </a:cubicBezTo>
                <a:cubicBezTo>
                  <a:pt x="2517" y="1614"/>
                  <a:pt x="2510" y="1628"/>
                  <a:pt x="2501" y="1641"/>
                </a:cubicBezTo>
                <a:cubicBezTo>
                  <a:pt x="2492" y="1654"/>
                  <a:pt x="2483" y="1666"/>
                  <a:pt x="2472" y="1677"/>
                </a:cubicBezTo>
                <a:cubicBezTo>
                  <a:pt x="2460" y="1688"/>
                  <a:pt x="2448" y="1698"/>
                  <a:pt x="2435" y="1707"/>
                </a:cubicBezTo>
                <a:cubicBezTo>
                  <a:pt x="2422" y="1715"/>
                  <a:pt x="2409" y="1723"/>
                  <a:pt x="2394" y="1729"/>
                </a:cubicBezTo>
                <a:cubicBezTo>
                  <a:pt x="2380" y="1735"/>
                  <a:pt x="2365" y="1739"/>
                  <a:pt x="2350" y="1742"/>
                </a:cubicBezTo>
                <a:cubicBezTo>
                  <a:pt x="2334" y="1745"/>
                  <a:pt x="2319" y="1747"/>
                  <a:pt x="2303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4127040" y="2679120"/>
            <a:ext cx="59058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5333760" y="2495520"/>
            <a:ext cx="1105200" cy="628920"/>
          </a:xfrm>
          <a:custGeom>
            <a:avLst/>
            <a:gdLst/>
            <a:ahLst/>
            <a:rect l="0" t="0" r="r" b="b"/>
            <a:pathLst>
              <a:path w="3070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832" y="0"/>
                </a:lnTo>
                <a:cubicBezTo>
                  <a:pt x="2848" y="0"/>
                  <a:pt x="2863" y="1"/>
                  <a:pt x="2879" y="4"/>
                </a:cubicBezTo>
                <a:cubicBezTo>
                  <a:pt x="2894" y="7"/>
                  <a:pt x="2909" y="12"/>
                  <a:pt x="2923" y="18"/>
                </a:cubicBezTo>
                <a:cubicBezTo>
                  <a:pt x="2938" y="24"/>
                  <a:pt x="2951" y="31"/>
                  <a:pt x="2965" y="40"/>
                </a:cubicBezTo>
                <a:cubicBezTo>
                  <a:pt x="2978" y="48"/>
                  <a:pt x="2990" y="58"/>
                  <a:pt x="3001" y="69"/>
                </a:cubicBezTo>
                <a:cubicBezTo>
                  <a:pt x="3012" y="80"/>
                  <a:pt x="3022" y="92"/>
                  <a:pt x="3030" y="105"/>
                </a:cubicBezTo>
                <a:cubicBezTo>
                  <a:pt x="3039" y="118"/>
                  <a:pt x="3046" y="132"/>
                  <a:pt x="3052" y="147"/>
                </a:cubicBezTo>
                <a:cubicBezTo>
                  <a:pt x="3058" y="161"/>
                  <a:pt x="3063" y="176"/>
                  <a:pt x="3066" y="191"/>
                </a:cubicBezTo>
                <a:cubicBezTo>
                  <a:pt x="3069" y="207"/>
                  <a:pt x="3070" y="222"/>
                  <a:pt x="3070" y="238"/>
                </a:cubicBezTo>
                <a:lnTo>
                  <a:pt x="3070" y="1509"/>
                </a:lnTo>
                <a:cubicBezTo>
                  <a:pt x="3070" y="1524"/>
                  <a:pt x="3069" y="1540"/>
                  <a:pt x="3066" y="1555"/>
                </a:cubicBezTo>
                <a:cubicBezTo>
                  <a:pt x="3063" y="1570"/>
                  <a:pt x="3058" y="1585"/>
                  <a:pt x="3052" y="1600"/>
                </a:cubicBezTo>
                <a:cubicBezTo>
                  <a:pt x="3046" y="1614"/>
                  <a:pt x="3039" y="1628"/>
                  <a:pt x="3030" y="1641"/>
                </a:cubicBezTo>
                <a:cubicBezTo>
                  <a:pt x="3022" y="1654"/>
                  <a:pt x="3012" y="1666"/>
                  <a:pt x="3001" y="1677"/>
                </a:cubicBezTo>
                <a:cubicBezTo>
                  <a:pt x="2990" y="1688"/>
                  <a:pt x="2978" y="1698"/>
                  <a:pt x="2965" y="1707"/>
                </a:cubicBezTo>
                <a:cubicBezTo>
                  <a:pt x="2951" y="1715"/>
                  <a:pt x="2938" y="1723"/>
                  <a:pt x="2923" y="1729"/>
                </a:cubicBezTo>
                <a:cubicBezTo>
                  <a:pt x="2909" y="1735"/>
                  <a:pt x="2894" y="1739"/>
                  <a:pt x="2879" y="1742"/>
                </a:cubicBezTo>
                <a:cubicBezTo>
                  <a:pt x="2863" y="1745"/>
                  <a:pt x="2848" y="1747"/>
                  <a:pt x="2832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5333760" y="2495520"/>
            <a:ext cx="1105200" cy="628920"/>
          </a:xfrm>
          <a:custGeom>
            <a:avLst/>
            <a:gdLst/>
            <a:ahLst/>
            <a:rect l="0" t="0" r="r" b="b"/>
            <a:pathLst>
              <a:path w="3070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832" y="0"/>
                </a:lnTo>
                <a:cubicBezTo>
                  <a:pt x="2848" y="0"/>
                  <a:pt x="2863" y="1"/>
                  <a:pt x="2879" y="4"/>
                </a:cubicBezTo>
                <a:cubicBezTo>
                  <a:pt x="2894" y="7"/>
                  <a:pt x="2909" y="12"/>
                  <a:pt x="2923" y="18"/>
                </a:cubicBezTo>
                <a:cubicBezTo>
                  <a:pt x="2938" y="24"/>
                  <a:pt x="2951" y="31"/>
                  <a:pt x="2965" y="40"/>
                </a:cubicBezTo>
                <a:cubicBezTo>
                  <a:pt x="2978" y="48"/>
                  <a:pt x="2990" y="58"/>
                  <a:pt x="3001" y="69"/>
                </a:cubicBezTo>
                <a:cubicBezTo>
                  <a:pt x="3012" y="80"/>
                  <a:pt x="3022" y="92"/>
                  <a:pt x="3030" y="105"/>
                </a:cubicBezTo>
                <a:cubicBezTo>
                  <a:pt x="3039" y="118"/>
                  <a:pt x="3046" y="132"/>
                  <a:pt x="3052" y="147"/>
                </a:cubicBezTo>
                <a:cubicBezTo>
                  <a:pt x="3058" y="161"/>
                  <a:pt x="3063" y="176"/>
                  <a:pt x="3066" y="191"/>
                </a:cubicBezTo>
                <a:cubicBezTo>
                  <a:pt x="3069" y="207"/>
                  <a:pt x="3070" y="222"/>
                  <a:pt x="3070" y="238"/>
                </a:cubicBezTo>
                <a:lnTo>
                  <a:pt x="3070" y="1509"/>
                </a:lnTo>
                <a:cubicBezTo>
                  <a:pt x="3070" y="1524"/>
                  <a:pt x="3069" y="1540"/>
                  <a:pt x="3066" y="1555"/>
                </a:cubicBezTo>
                <a:cubicBezTo>
                  <a:pt x="3063" y="1570"/>
                  <a:pt x="3058" y="1585"/>
                  <a:pt x="3052" y="1600"/>
                </a:cubicBezTo>
                <a:cubicBezTo>
                  <a:pt x="3046" y="1614"/>
                  <a:pt x="3039" y="1628"/>
                  <a:pt x="3030" y="1641"/>
                </a:cubicBezTo>
                <a:cubicBezTo>
                  <a:pt x="3022" y="1654"/>
                  <a:pt x="3012" y="1666"/>
                  <a:pt x="3001" y="1677"/>
                </a:cubicBezTo>
                <a:cubicBezTo>
                  <a:pt x="2990" y="1688"/>
                  <a:pt x="2978" y="1698"/>
                  <a:pt x="2965" y="1707"/>
                </a:cubicBezTo>
                <a:cubicBezTo>
                  <a:pt x="2951" y="1715"/>
                  <a:pt x="2938" y="1723"/>
                  <a:pt x="2923" y="1729"/>
                </a:cubicBezTo>
                <a:cubicBezTo>
                  <a:pt x="2909" y="1735"/>
                  <a:pt x="2894" y="1739"/>
                  <a:pt x="2879" y="1742"/>
                </a:cubicBezTo>
                <a:cubicBezTo>
                  <a:pt x="2863" y="1745"/>
                  <a:pt x="2848" y="1747"/>
                  <a:pt x="2832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958640" y="26542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511240" y="2679120"/>
            <a:ext cx="81064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914880" y="2495520"/>
            <a:ext cx="1333800" cy="628920"/>
          </a:xfrm>
          <a:custGeom>
            <a:avLst/>
            <a:gdLst/>
            <a:ahLst/>
            <a:rect l="0" t="0" r="r" b="b"/>
            <a:pathLst>
              <a:path w="3705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3467" y="0"/>
                </a:lnTo>
                <a:cubicBezTo>
                  <a:pt x="3483" y="0"/>
                  <a:pt x="3498" y="1"/>
                  <a:pt x="3514" y="4"/>
                </a:cubicBezTo>
                <a:cubicBezTo>
                  <a:pt x="3529" y="7"/>
                  <a:pt x="3544" y="12"/>
                  <a:pt x="3558" y="18"/>
                </a:cubicBezTo>
                <a:cubicBezTo>
                  <a:pt x="3573" y="24"/>
                  <a:pt x="3587" y="31"/>
                  <a:pt x="3600" y="40"/>
                </a:cubicBezTo>
                <a:cubicBezTo>
                  <a:pt x="3613" y="48"/>
                  <a:pt x="3625" y="58"/>
                  <a:pt x="3636" y="69"/>
                </a:cubicBezTo>
                <a:cubicBezTo>
                  <a:pt x="3647" y="80"/>
                  <a:pt x="3657" y="92"/>
                  <a:pt x="3665" y="105"/>
                </a:cubicBezTo>
                <a:cubicBezTo>
                  <a:pt x="3674" y="118"/>
                  <a:pt x="3681" y="132"/>
                  <a:pt x="3687" y="147"/>
                </a:cubicBezTo>
                <a:cubicBezTo>
                  <a:pt x="3693" y="161"/>
                  <a:pt x="3698" y="176"/>
                  <a:pt x="3701" y="191"/>
                </a:cubicBezTo>
                <a:cubicBezTo>
                  <a:pt x="3704" y="207"/>
                  <a:pt x="3705" y="222"/>
                  <a:pt x="3705" y="238"/>
                </a:cubicBezTo>
                <a:lnTo>
                  <a:pt x="3705" y="1509"/>
                </a:lnTo>
                <a:cubicBezTo>
                  <a:pt x="3705" y="1524"/>
                  <a:pt x="3704" y="1540"/>
                  <a:pt x="3701" y="1555"/>
                </a:cubicBezTo>
                <a:cubicBezTo>
                  <a:pt x="3698" y="1570"/>
                  <a:pt x="3693" y="1585"/>
                  <a:pt x="3687" y="1600"/>
                </a:cubicBezTo>
                <a:cubicBezTo>
                  <a:pt x="3681" y="1614"/>
                  <a:pt x="3674" y="1628"/>
                  <a:pt x="3665" y="1641"/>
                </a:cubicBezTo>
                <a:cubicBezTo>
                  <a:pt x="3657" y="1654"/>
                  <a:pt x="3647" y="1666"/>
                  <a:pt x="3636" y="1677"/>
                </a:cubicBezTo>
                <a:cubicBezTo>
                  <a:pt x="3625" y="1688"/>
                  <a:pt x="3613" y="1698"/>
                  <a:pt x="3600" y="1707"/>
                </a:cubicBezTo>
                <a:cubicBezTo>
                  <a:pt x="3587" y="1715"/>
                  <a:pt x="3573" y="1723"/>
                  <a:pt x="3558" y="1729"/>
                </a:cubicBezTo>
                <a:cubicBezTo>
                  <a:pt x="3544" y="1735"/>
                  <a:pt x="3529" y="1739"/>
                  <a:pt x="3514" y="1742"/>
                </a:cubicBezTo>
                <a:cubicBezTo>
                  <a:pt x="3498" y="1745"/>
                  <a:pt x="3483" y="1747"/>
                  <a:pt x="3467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6914880" y="2495520"/>
            <a:ext cx="1333800" cy="628920"/>
          </a:xfrm>
          <a:custGeom>
            <a:avLst/>
            <a:gdLst/>
            <a:ahLst/>
            <a:rect l="0" t="0" r="r" b="b"/>
            <a:pathLst>
              <a:path w="3705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3467" y="0"/>
                </a:lnTo>
                <a:cubicBezTo>
                  <a:pt x="3483" y="0"/>
                  <a:pt x="3498" y="1"/>
                  <a:pt x="3514" y="4"/>
                </a:cubicBezTo>
                <a:cubicBezTo>
                  <a:pt x="3529" y="7"/>
                  <a:pt x="3544" y="12"/>
                  <a:pt x="3558" y="18"/>
                </a:cubicBezTo>
                <a:cubicBezTo>
                  <a:pt x="3573" y="24"/>
                  <a:pt x="3587" y="31"/>
                  <a:pt x="3600" y="40"/>
                </a:cubicBezTo>
                <a:cubicBezTo>
                  <a:pt x="3613" y="48"/>
                  <a:pt x="3625" y="58"/>
                  <a:pt x="3636" y="69"/>
                </a:cubicBezTo>
                <a:cubicBezTo>
                  <a:pt x="3647" y="80"/>
                  <a:pt x="3657" y="92"/>
                  <a:pt x="3665" y="105"/>
                </a:cubicBezTo>
                <a:cubicBezTo>
                  <a:pt x="3674" y="118"/>
                  <a:pt x="3681" y="132"/>
                  <a:pt x="3687" y="147"/>
                </a:cubicBezTo>
                <a:cubicBezTo>
                  <a:pt x="3693" y="161"/>
                  <a:pt x="3698" y="176"/>
                  <a:pt x="3701" y="191"/>
                </a:cubicBezTo>
                <a:cubicBezTo>
                  <a:pt x="3704" y="207"/>
                  <a:pt x="3705" y="222"/>
                  <a:pt x="3705" y="238"/>
                </a:cubicBezTo>
                <a:lnTo>
                  <a:pt x="3705" y="1509"/>
                </a:lnTo>
                <a:cubicBezTo>
                  <a:pt x="3705" y="1524"/>
                  <a:pt x="3704" y="1540"/>
                  <a:pt x="3701" y="1555"/>
                </a:cubicBezTo>
                <a:cubicBezTo>
                  <a:pt x="3698" y="1570"/>
                  <a:pt x="3693" y="1585"/>
                  <a:pt x="3687" y="1600"/>
                </a:cubicBezTo>
                <a:cubicBezTo>
                  <a:pt x="3681" y="1614"/>
                  <a:pt x="3674" y="1628"/>
                  <a:pt x="3665" y="1641"/>
                </a:cubicBezTo>
                <a:cubicBezTo>
                  <a:pt x="3657" y="1654"/>
                  <a:pt x="3647" y="1666"/>
                  <a:pt x="3636" y="1677"/>
                </a:cubicBezTo>
                <a:cubicBezTo>
                  <a:pt x="3625" y="1688"/>
                  <a:pt x="3613" y="1698"/>
                  <a:pt x="3600" y="1707"/>
                </a:cubicBezTo>
                <a:cubicBezTo>
                  <a:pt x="3587" y="1715"/>
                  <a:pt x="3573" y="1723"/>
                  <a:pt x="3558" y="1729"/>
                </a:cubicBezTo>
                <a:cubicBezTo>
                  <a:pt x="3544" y="1735"/>
                  <a:pt x="3529" y="1739"/>
                  <a:pt x="3514" y="1742"/>
                </a:cubicBezTo>
                <a:cubicBezTo>
                  <a:pt x="3498" y="1745"/>
                  <a:pt x="3483" y="1747"/>
                  <a:pt x="3467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6546960" y="26542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7099560" y="2679120"/>
            <a:ext cx="104353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3437280" y="3458160"/>
            <a:ext cx="5743353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4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Opening the video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1778840" y="635580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671400" y="1919160"/>
            <a:ext cx="10849320" cy="533880"/>
          </a:xfrm>
          <a:custGeom>
            <a:avLst/>
            <a:gdLst/>
            <a:ahLst/>
            <a:rect l="0" t="0" r="r" b="b"/>
            <a:pathLst>
              <a:path w="30137" h="1483">
                <a:moveTo>
                  <a:pt x="0" y="1283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1283"/>
                </a:lnTo>
                <a:cubicBezTo>
                  <a:pt x="30137" y="1296"/>
                  <a:pt x="30136" y="1309"/>
                  <a:pt x="30133" y="1322"/>
                </a:cubicBezTo>
                <a:cubicBezTo>
                  <a:pt x="30130" y="1336"/>
                  <a:pt x="30127" y="1348"/>
                  <a:pt x="30122" y="1360"/>
                </a:cubicBezTo>
                <a:cubicBezTo>
                  <a:pt x="30117" y="1372"/>
                  <a:pt x="30111" y="1383"/>
                  <a:pt x="30103" y="1394"/>
                </a:cubicBezTo>
                <a:cubicBezTo>
                  <a:pt x="30096" y="1405"/>
                  <a:pt x="30088" y="1415"/>
                  <a:pt x="30079" y="1424"/>
                </a:cubicBezTo>
                <a:cubicBezTo>
                  <a:pt x="30070" y="1434"/>
                  <a:pt x="30059" y="1442"/>
                  <a:pt x="30049" y="1449"/>
                </a:cubicBezTo>
                <a:cubicBezTo>
                  <a:pt x="30038" y="1456"/>
                  <a:pt x="30026" y="1462"/>
                  <a:pt x="30014" y="1467"/>
                </a:cubicBezTo>
                <a:cubicBezTo>
                  <a:pt x="30002" y="1472"/>
                  <a:pt x="29990" y="1476"/>
                  <a:pt x="29977" y="1479"/>
                </a:cubicBezTo>
                <a:cubicBezTo>
                  <a:pt x="29964" y="1481"/>
                  <a:pt x="29951" y="1483"/>
                  <a:pt x="29938" y="1483"/>
                </a:cubicBezTo>
                <a:lnTo>
                  <a:pt x="198" y="1483"/>
                </a:lnTo>
                <a:cubicBezTo>
                  <a:pt x="185" y="1483"/>
                  <a:pt x="172" y="1481"/>
                  <a:pt x="160" y="1479"/>
                </a:cubicBezTo>
                <a:cubicBezTo>
                  <a:pt x="147" y="1476"/>
                  <a:pt x="134" y="1472"/>
                  <a:pt x="122" y="1467"/>
                </a:cubicBezTo>
                <a:cubicBezTo>
                  <a:pt x="110" y="1462"/>
                  <a:pt x="99" y="1456"/>
                  <a:pt x="88" y="1449"/>
                </a:cubicBezTo>
                <a:cubicBezTo>
                  <a:pt x="77" y="1442"/>
                  <a:pt x="67" y="1434"/>
                  <a:pt x="58" y="1424"/>
                </a:cubicBezTo>
                <a:cubicBezTo>
                  <a:pt x="49" y="1415"/>
                  <a:pt x="40" y="1405"/>
                  <a:pt x="33" y="1394"/>
                </a:cubicBezTo>
                <a:cubicBezTo>
                  <a:pt x="26" y="1383"/>
                  <a:pt x="20" y="1372"/>
                  <a:pt x="15" y="1360"/>
                </a:cubicBezTo>
                <a:cubicBezTo>
                  <a:pt x="10" y="1348"/>
                  <a:pt x="6" y="1336"/>
                  <a:pt x="4" y="1322"/>
                </a:cubicBezTo>
                <a:cubicBezTo>
                  <a:pt x="1" y="1309"/>
                  <a:pt x="0" y="1296"/>
                  <a:pt x="0" y="12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671400" y="1919160"/>
            <a:ext cx="10849320" cy="533880"/>
          </a:xfrm>
          <a:custGeom>
            <a:avLst/>
            <a:gdLst/>
            <a:ahLst/>
            <a:rect l="0" t="0" r="r" b="b"/>
            <a:pathLst>
              <a:path w="30137" h="1483">
                <a:moveTo>
                  <a:pt x="0" y="1283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1283"/>
                </a:lnTo>
                <a:cubicBezTo>
                  <a:pt x="30137" y="1296"/>
                  <a:pt x="30136" y="1309"/>
                  <a:pt x="30133" y="1322"/>
                </a:cubicBezTo>
                <a:cubicBezTo>
                  <a:pt x="30130" y="1336"/>
                  <a:pt x="30127" y="1348"/>
                  <a:pt x="30122" y="1360"/>
                </a:cubicBezTo>
                <a:cubicBezTo>
                  <a:pt x="30117" y="1372"/>
                  <a:pt x="30111" y="1383"/>
                  <a:pt x="30103" y="1394"/>
                </a:cubicBezTo>
                <a:cubicBezTo>
                  <a:pt x="30096" y="1405"/>
                  <a:pt x="30088" y="1415"/>
                  <a:pt x="30079" y="1424"/>
                </a:cubicBezTo>
                <a:cubicBezTo>
                  <a:pt x="30070" y="1434"/>
                  <a:pt x="30059" y="1442"/>
                  <a:pt x="30049" y="1449"/>
                </a:cubicBezTo>
                <a:cubicBezTo>
                  <a:pt x="30038" y="1456"/>
                  <a:pt x="30026" y="1462"/>
                  <a:pt x="30014" y="1467"/>
                </a:cubicBezTo>
                <a:cubicBezTo>
                  <a:pt x="30002" y="1472"/>
                  <a:pt x="29990" y="1476"/>
                  <a:pt x="29977" y="1479"/>
                </a:cubicBezTo>
                <a:cubicBezTo>
                  <a:pt x="29964" y="1481"/>
                  <a:pt x="29951" y="1483"/>
                  <a:pt x="29938" y="1483"/>
                </a:cubicBezTo>
                <a:lnTo>
                  <a:pt x="198" y="1483"/>
                </a:lnTo>
                <a:cubicBezTo>
                  <a:pt x="185" y="1483"/>
                  <a:pt x="172" y="1481"/>
                  <a:pt x="160" y="1479"/>
                </a:cubicBezTo>
                <a:cubicBezTo>
                  <a:pt x="147" y="1476"/>
                  <a:pt x="134" y="1472"/>
                  <a:pt x="122" y="1467"/>
                </a:cubicBezTo>
                <a:cubicBezTo>
                  <a:pt x="110" y="1462"/>
                  <a:pt x="99" y="1456"/>
                  <a:pt x="88" y="1449"/>
                </a:cubicBezTo>
                <a:cubicBezTo>
                  <a:pt x="77" y="1442"/>
                  <a:pt x="67" y="1434"/>
                  <a:pt x="58" y="1424"/>
                </a:cubicBezTo>
                <a:cubicBezTo>
                  <a:pt x="49" y="1415"/>
                  <a:pt x="40" y="1405"/>
                  <a:pt x="33" y="1394"/>
                </a:cubicBezTo>
                <a:cubicBezTo>
                  <a:pt x="26" y="1383"/>
                  <a:pt x="20" y="1372"/>
                  <a:pt x="15" y="1360"/>
                </a:cubicBezTo>
                <a:cubicBezTo>
                  <a:pt x="10" y="1348"/>
                  <a:pt x="6" y="1336"/>
                  <a:pt x="4" y="1322"/>
                </a:cubicBezTo>
                <a:cubicBezTo>
                  <a:pt x="1" y="1309"/>
                  <a:pt x="0" y="1296"/>
                  <a:pt x="0" y="12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671400" y="3166920"/>
            <a:ext cx="10849320" cy="1410120"/>
          </a:xfrm>
          <a:custGeom>
            <a:avLst/>
            <a:gdLst/>
            <a:ahLst/>
            <a:rect l="0" t="0" r="r" b="b"/>
            <a:pathLst>
              <a:path w="30137" h="3917">
                <a:moveTo>
                  <a:pt x="0" y="3718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3718"/>
                </a:lnTo>
                <a:cubicBezTo>
                  <a:pt x="30137" y="3731"/>
                  <a:pt x="30136" y="3744"/>
                  <a:pt x="30133" y="3757"/>
                </a:cubicBezTo>
                <a:cubicBezTo>
                  <a:pt x="30130" y="3770"/>
                  <a:pt x="30127" y="3782"/>
                  <a:pt x="30122" y="3794"/>
                </a:cubicBezTo>
                <a:cubicBezTo>
                  <a:pt x="30117" y="3806"/>
                  <a:pt x="30111" y="3818"/>
                  <a:pt x="30103" y="3829"/>
                </a:cubicBezTo>
                <a:cubicBezTo>
                  <a:pt x="30096" y="3839"/>
                  <a:pt x="30088" y="3849"/>
                  <a:pt x="30079" y="3859"/>
                </a:cubicBezTo>
                <a:cubicBezTo>
                  <a:pt x="30070" y="3868"/>
                  <a:pt x="30059" y="3876"/>
                  <a:pt x="30049" y="3883"/>
                </a:cubicBezTo>
                <a:cubicBezTo>
                  <a:pt x="30038" y="3891"/>
                  <a:pt x="30026" y="3897"/>
                  <a:pt x="30014" y="3902"/>
                </a:cubicBezTo>
                <a:cubicBezTo>
                  <a:pt x="30002" y="3907"/>
                  <a:pt x="29990" y="3910"/>
                  <a:pt x="29977" y="3913"/>
                </a:cubicBezTo>
                <a:cubicBezTo>
                  <a:pt x="29964" y="3915"/>
                  <a:pt x="29951" y="3917"/>
                  <a:pt x="29938" y="3917"/>
                </a:cubicBezTo>
                <a:lnTo>
                  <a:pt x="198" y="3917"/>
                </a:lnTo>
                <a:cubicBezTo>
                  <a:pt x="185" y="3917"/>
                  <a:pt x="172" y="3915"/>
                  <a:pt x="160" y="3913"/>
                </a:cubicBezTo>
                <a:cubicBezTo>
                  <a:pt x="147" y="3910"/>
                  <a:pt x="134" y="3907"/>
                  <a:pt x="122" y="3902"/>
                </a:cubicBezTo>
                <a:cubicBezTo>
                  <a:pt x="110" y="3897"/>
                  <a:pt x="99" y="3891"/>
                  <a:pt x="88" y="3883"/>
                </a:cubicBezTo>
                <a:cubicBezTo>
                  <a:pt x="77" y="3876"/>
                  <a:pt x="67" y="3868"/>
                  <a:pt x="58" y="3859"/>
                </a:cubicBezTo>
                <a:cubicBezTo>
                  <a:pt x="49" y="3849"/>
                  <a:pt x="40" y="3839"/>
                  <a:pt x="33" y="3829"/>
                </a:cubicBezTo>
                <a:cubicBezTo>
                  <a:pt x="26" y="3818"/>
                  <a:pt x="20" y="3806"/>
                  <a:pt x="15" y="3794"/>
                </a:cubicBezTo>
                <a:cubicBezTo>
                  <a:pt x="10" y="3782"/>
                  <a:pt x="6" y="3770"/>
                  <a:pt x="4" y="3757"/>
                </a:cubicBezTo>
                <a:cubicBezTo>
                  <a:pt x="1" y="3744"/>
                  <a:pt x="0" y="3731"/>
                  <a:pt x="0" y="3718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671400" y="3166920"/>
            <a:ext cx="10849320" cy="1410120"/>
          </a:xfrm>
          <a:custGeom>
            <a:avLst/>
            <a:gdLst/>
            <a:ahLst/>
            <a:rect l="0" t="0" r="r" b="b"/>
            <a:pathLst>
              <a:path w="30137" h="3917">
                <a:moveTo>
                  <a:pt x="0" y="3718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3718"/>
                </a:lnTo>
                <a:cubicBezTo>
                  <a:pt x="30137" y="3731"/>
                  <a:pt x="30136" y="3744"/>
                  <a:pt x="30133" y="3757"/>
                </a:cubicBezTo>
                <a:cubicBezTo>
                  <a:pt x="30130" y="3770"/>
                  <a:pt x="30127" y="3782"/>
                  <a:pt x="30122" y="3794"/>
                </a:cubicBezTo>
                <a:cubicBezTo>
                  <a:pt x="30117" y="3806"/>
                  <a:pt x="30111" y="3818"/>
                  <a:pt x="30103" y="3829"/>
                </a:cubicBezTo>
                <a:cubicBezTo>
                  <a:pt x="30096" y="3839"/>
                  <a:pt x="30088" y="3849"/>
                  <a:pt x="30079" y="3859"/>
                </a:cubicBezTo>
                <a:cubicBezTo>
                  <a:pt x="30070" y="3868"/>
                  <a:pt x="30059" y="3876"/>
                  <a:pt x="30049" y="3883"/>
                </a:cubicBezTo>
                <a:cubicBezTo>
                  <a:pt x="30038" y="3891"/>
                  <a:pt x="30026" y="3897"/>
                  <a:pt x="30014" y="3902"/>
                </a:cubicBezTo>
                <a:cubicBezTo>
                  <a:pt x="30002" y="3907"/>
                  <a:pt x="29990" y="3910"/>
                  <a:pt x="29977" y="3913"/>
                </a:cubicBezTo>
                <a:cubicBezTo>
                  <a:pt x="29964" y="3915"/>
                  <a:pt x="29951" y="3917"/>
                  <a:pt x="29938" y="3917"/>
                </a:cubicBezTo>
                <a:lnTo>
                  <a:pt x="198" y="3917"/>
                </a:lnTo>
                <a:cubicBezTo>
                  <a:pt x="185" y="3917"/>
                  <a:pt x="172" y="3915"/>
                  <a:pt x="160" y="3913"/>
                </a:cubicBezTo>
                <a:cubicBezTo>
                  <a:pt x="147" y="3910"/>
                  <a:pt x="134" y="3907"/>
                  <a:pt x="122" y="3902"/>
                </a:cubicBezTo>
                <a:cubicBezTo>
                  <a:pt x="110" y="3897"/>
                  <a:pt x="99" y="3891"/>
                  <a:pt x="88" y="3883"/>
                </a:cubicBezTo>
                <a:cubicBezTo>
                  <a:pt x="77" y="3876"/>
                  <a:pt x="67" y="3868"/>
                  <a:pt x="58" y="3859"/>
                </a:cubicBezTo>
                <a:cubicBezTo>
                  <a:pt x="49" y="3849"/>
                  <a:pt x="40" y="3839"/>
                  <a:pt x="33" y="3829"/>
                </a:cubicBezTo>
                <a:cubicBezTo>
                  <a:pt x="26" y="3818"/>
                  <a:pt x="20" y="3806"/>
                  <a:pt x="15" y="3794"/>
                </a:cubicBezTo>
                <a:cubicBezTo>
                  <a:pt x="10" y="3782"/>
                  <a:pt x="6" y="3770"/>
                  <a:pt x="4" y="3757"/>
                </a:cubicBezTo>
                <a:cubicBezTo>
                  <a:pt x="1" y="3744"/>
                  <a:pt x="0" y="3731"/>
                  <a:pt x="0" y="371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666720" y="1198080"/>
            <a:ext cx="4093675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Open from anywhere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828720" y="2079720"/>
            <a:ext cx="8396524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 = VideoDecoder(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   </a:t>
            </a:r>
            <a:r>
              <a:rPr lang="en-US" sz="150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path, bytes, tensor of bytes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66720" y="2654280"/>
            <a:ext cx="3298579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But also </a:t>
            </a:r>
            <a:r>
              <a:rPr lang="en-US" sz="21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file-like objects!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828720" y="3327480"/>
            <a:ext cx="1605744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fsspec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828720" y="3765600"/>
            <a:ext cx="8889912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with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fsspec.</a:t>
            </a:r>
            <a:r>
              <a:rPr lang="en-US" sz="1500" b="0" u="none" strike="noStrike">
                <a:solidFill>
                  <a:srgbClr val="953800"/>
                </a:solidFill>
                <a:effectLst/>
                <a:uFillTx/>
                <a:latin typeface="Courier New"/>
                <a:ea typeface="Courier New"/>
              </a:rPr>
              <a:t>open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"https://.../video.mp4"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as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f:   </a:t>
            </a:r>
            <a:r>
              <a:rPr lang="en-US" sz="150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or s3://, gs://, ...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828720" y="3984840"/>
            <a:ext cx="66679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decoder = VideoDecoder(f, seek_mode=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"approximate"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981000" y="49053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1199880" y="4781520"/>
            <a:ext cx="1953000" cy="352800"/>
          </a:xfrm>
          <a:custGeom>
            <a:avLst/>
            <a:gdLst/>
            <a:ahLst/>
            <a:rect l="0" t="0" r="r" b="b"/>
            <a:pathLst>
              <a:path w="5425" h="980">
                <a:moveTo>
                  <a:pt x="0" y="820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266" y="0"/>
                </a:lnTo>
                <a:cubicBezTo>
                  <a:pt x="5277" y="0"/>
                  <a:pt x="5287" y="1"/>
                  <a:pt x="5297" y="3"/>
                </a:cubicBezTo>
                <a:cubicBezTo>
                  <a:pt x="5308" y="5"/>
                  <a:pt x="5318" y="8"/>
                  <a:pt x="5327" y="12"/>
                </a:cubicBezTo>
                <a:cubicBezTo>
                  <a:pt x="5337" y="16"/>
                  <a:pt x="5346" y="21"/>
                  <a:pt x="5355" y="26"/>
                </a:cubicBezTo>
                <a:cubicBezTo>
                  <a:pt x="5363" y="32"/>
                  <a:pt x="5371" y="39"/>
                  <a:pt x="5379" y="46"/>
                </a:cubicBezTo>
                <a:cubicBezTo>
                  <a:pt x="5386" y="53"/>
                  <a:pt x="5393" y="61"/>
                  <a:pt x="5398" y="70"/>
                </a:cubicBezTo>
                <a:cubicBezTo>
                  <a:pt x="5404" y="79"/>
                  <a:pt x="5409" y="88"/>
                  <a:pt x="5413" y="98"/>
                </a:cubicBezTo>
                <a:cubicBezTo>
                  <a:pt x="5417" y="107"/>
                  <a:pt x="5420" y="117"/>
                  <a:pt x="5422" y="127"/>
                </a:cubicBezTo>
                <a:cubicBezTo>
                  <a:pt x="5424" y="138"/>
                  <a:pt x="5425" y="148"/>
                  <a:pt x="5425" y="158"/>
                </a:cubicBezTo>
                <a:lnTo>
                  <a:pt x="5425" y="820"/>
                </a:lnTo>
                <a:cubicBezTo>
                  <a:pt x="5425" y="830"/>
                  <a:pt x="5424" y="841"/>
                  <a:pt x="5422" y="851"/>
                </a:cubicBezTo>
                <a:cubicBezTo>
                  <a:pt x="5420" y="861"/>
                  <a:pt x="5417" y="871"/>
                  <a:pt x="5413" y="881"/>
                </a:cubicBezTo>
                <a:cubicBezTo>
                  <a:pt x="5409" y="890"/>
                  <a:pt x="5404" y="899"/>
                  <a:pt x="5398" y="909"/>
                </a:cubicBezTo>
                <a:cubicBezTo>
                  <a:pt x="5393" y="918"/>
                  <a:pt x="5386" y="926"/>
                  <a:pt x="5379" y="933"/>
                </a:cubicBezTo>
                <a:cubicBezTo>
                  <a:pt x="5371" y="940"/>
                  <a:pt x="5363" y="947"/>
                  <a:pt x="5355" y="953"/>
                </a:cubicBezTo>
                <a:cubicBezTo>
                  <a:pt x="5346" y="959"/>
                  <a:pt x="5337" y="963"/>
                  <a:pt x="5327" y="967"/>
                </a:cubicBezTo>
                <a:cubicBezTo>
                  <a:pt x="5318" y="971"/>
                  <a:pt x="5308" y="974"/>
                  <a:pt x="5297" y="976"/>
                </a:cubicBezTo>
                <a:cubicBezTo>
                  <a:pt x="5287" y="979"/>
                  <a:pt x="5277" y="980"/>
                  <a:pt x="5266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6"/>
                </a:cubicBezTo>
                <a:cubicBezTo>
                  <a:pt x="118" y="974"/>
                  <a:pt x="108" y="971"/>
                  <a:pt x="98" y="967"/>
                </a:cubicBezTo>
                <a:cubicBezTo>
                  <a:pt x="89" y="963"/>
                  <a:pt x="79" y="959"/>
                  <a:pt x="71" y="953"/>
                </a:cubicBezTo>
                <a:cubicBezTo>
                  <a:pt x="62" y="947"/>
                  <a:pt x="54" y="940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899"/>
                  <a:pt x="16" y="890"/>
                  <a:pt x="12" y="881"/>
                </a:cubicBezTo>
                <a:cubicBezTo>
                  <a:pt x="8" y="871"/>
                  <a:pt x="5" y="861"/>
                  <a:pt x="3" y="851"/>
                </a:cubicBezTo>
                <a:cubicBezTo>
                  <a:pt x="1" y="841"/>
                  <a:pt x="0" y="830"/>
                  <a:pt x="0" y="82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828720" y="4203720"/>
            <a:ext cx="308746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frame = decoder[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1000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290960" y="4828320"/>
            <a:ext cx="191406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decoder[1000]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149640" y="4778280"/>
            <a:ext cx="882342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seeks 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 1000: only the bytes around there are downloaded,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not the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200240" y="5178240"/>
            <a:ext cx="324959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whole file from the start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880200" y="6397920"/>
            <a:ext cx="3986755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Streaming data through file-like support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671400" y="1909440"/>
            <a:ext cx="10849320" cy="505440"/>
          </a:xfrm>
          <a:custGeom>
            <a:avLst/>
            <a:gdLst/>
            <a:ahLst/>
            <a:rect l="0" t="0" r="r" b="b"/>
            <a:pathLst>
              <a:path w="30137" h="1404">
                <a:moveTo>
                  <a:pt x="0" y="1205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1"/>
                  <a:pt x="30014" y="16"/>
                </a:cubicBezTo>
                <a:cubicBezTo>
                  <a:pt x="30026" y="20"/>
                  <a:pt x="30038" y="27"/>
                  <a:pt x="30049" y="34"/>
                </a:cubicBezTo>
                <a:cubicBezTo>
                  <a:pt x="30059" y="41"/>
                  <a:pt x="30070" y="49"/>
                  <a:pt x="30079" y="59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1205"/>
                </a:lnTo>
                <a:cubicBezTo>
                  <a:pt x="30137" y="1218"/>
                  <a:pt x="30136" y="1231"/>
                  <a:pt x="30133" y="1244"/>
                </a:cubicBezTo>
                <a:cubicBezTo>
                  <a:pt x="30130" y="1257"/>
                  <a:pt x="30127" y="1269"/>
                  <a:pt x="30122" y="1281"/>
                </a:cubicBezTo>
                <a:cubicBezTo>
                  <a:pt x="30117" y="1293"/>
                  <a:pt x="30111" y="1305"/>
                  <a:pt x="30103" y="1315"/>
                </a:cubicBezTo>
                <a:cubicBezTo>
                  <a:pt x="30096" y="1326"/>
                  <a:pt x="30088" y="1336"/>
                  <a:pt x="30079" y="1346"/>
                </a:cubicBezTo>
                <a:cubicBezTo>
                  <a:pt x="30070" y="1355"/>
                  <a:pt x="30059" y="1363"/>
                  <a:pt x="30049" y="1370"/>
                </a:cubicBezTo>
                <a:cubicBezTo>
                  <a:pt x="30038" y="1377"/>
                  <a:pt x="30026" y="1384"/>
                  <a:pt x="30014" y="1389"/>
                </a:cubicBezTo>
                <a:cubicBezTo>
                  <a:pt x="30002" y="1394"/>
                  <a:pt x="29990" y="1397"/>
                  <a:pt x="29977" y="1400"/>
                </a:cubicBezTo>
                <a:cubicBezTo>
                  <a:pt x="29964" y="1402"/>
                  <a:pt x="29951" y="1404"/>
                  <a:pt x="29938" y="1404"/>
                </a:cubicBezTo>
                <a:lnTo>
                  <a:pt x="198" y="1404"/>
                </a:lnTo>
                <a:cubicBezTo>
                  <a:pt x="185" y="1404"/>
                  <a:pt x="172" y="1402"/>
                  <a:pt x="160" y="1400"/>
                </a:cubicBezTo>
                <a:cubicBezTo>
                  <a:pt x="147" y="1397"/>
                  <a:pt x="134" y="1394"/>
                  <a:pt x="122" y="1389"/>
                </a:cubicBezTo>
                <a:cubicBezTo>
                  <a:pt x="110" y="1384"/>
                  <a:pt x="99" y="1377"/>
                  <a:pt x="88" y="1370"/>
                </a:cubicBezTo>
                <a:cubicBezTo>
                  <a:pt x="77" y="1363"/>
                  <a:pt x="67" y="1355"/>
                  <a:pt x="58" y="1346"/>
                </a:cubicBezTo>
                <a:cubicBezTo>
                  <a:pt x="49" y="1336"/>
                  <a:pt x="40" y="1326"/>
                  <a:pt x="33" y="1315"/>
                </a:cubicBezTo>
                <a:cubicBezTo>
                  <a:pt x="26" y="1305"/>
                  <a:pt x="20" y="1293"/>
                  <a:pt x="15" y="1281"/>
                </a:cubicBezTo>
                <a:cubicBezTo>
                  <a:pt x="10" y="1269"/>
                  <a:pt x="6" y="1257"/>
                  <a:pt x="4" y="1244"/>
                </a:cubicBezTo>
                <a:cubicBezTo>
                  <a:pt x="1" y="1231"/>
                  <a:pt x="0" y="1218"/>
                  <a:pt x="0" y="120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671400" y="1909440"/>
            <a:ext cx="10849320" cy="505440"/>
          </a:xfrm>
          <a:custGeom>
            <a:avLst/>
            <a:gdLst/>
            <a:ahLst/>
            <a:rect l="0" t="0" r="r" b="b"/>
            <a:pathLst>
              <a:path w="30137" h="1404">
                <a:moveTo>
                  <a:pt x="0" y="1205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1"/>
                  <a:pt x="30014" y="16"/>
                </a:cubicBezTo>
                <a:cubicBezTo>
                  <a:pt x="30026" y="20"/>
                  <a:pt x="30038" y="27"/>
                  <a:pt x="30049" y="34"/>
                </a:cubicBezTo>
                <a:cubicBezTo>
                  <a:pt x="30059" y="41"/>
                  <a:pt x="30070" y="49"/>
                  <a:pt x="30079" y="59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1205"/>
                </a:lnTo>
                <a:cubicBezTo>
                  <a:pt x="30137" y="1218"/>
                  <a:pt x="30136" y="1231"/>
                  <a:pt x="30133" y="1244"/>
                </a:cubicBezTo>
                <a:cubicBezTo>
                  <a:pt x="30130" y="1257"/>
                  <a:pt x="30127" y="1269"/>
                  <a:pt x="30122" y="1281"/>
                </a:cubicBezTo>
                <a:cubicBezTo>
                  <a:pt x="30117" y="1293"/>
                  <a:pt x="30111" y="1305"/>
                  <a:pt x="30103" y="1315"/>
                </a:cubicBezTo>
                <a:cubicBezTo>
                  <a:pt x="30096" y="1326"/>
                  <a:pt x="30088" y="1336"/>
                  <a:pt x="30079" y="1346"/>
                </a:cubicBezTo>
                <a:cubicBezTo>
                  <a:pt x="30070" y="1355"/>
                  <a:pt x="30059" y="1363"/>
                  <a:pt x="30049" y="1370"/>
                </a:cubicBezTo>
                <a:cubicBezTo>
                  <a:pt x="30038" y="1377"/>
                  <a:pt x="30026" y="1384"/>
                  <a:pt x="30014" y="1389"/>
                </a:cubicBezTo>
                <a:cubicBezTo>
                  <a:pt x="30002" y="1394"/>
                  <a:pt x="29990" y="1397"/>
                  <a:pt x="29977" y="1400"/>
                </a:cubicBezTo>
                <a:cubicBezTo>
                  <a:pt x="29964" y="1402"/>
                  <a:pt x="29951" y="1404"/>
                  <a:pt x="29938" y="1404"/>
                </a:cubicBezTo>
                <a:lnTo>
                  <a:pt x="198" y="1404"/>
                </a:lnTo>
                <a:cubicBezTo>
                  <a:pt x="185" y="1404"/>
                  <a:pt x="172" y="1402"/>
                  <a:pt x="160" y="1400"/>
                </a:cubicBezTo>
                <a:cubicBezTo>
                  <a:pt x="147" y="1397"/>
                  <a:pt x="134" y="1394"/>
                  <a:pt x="122" y="1389"/>
                </a:cubicBezTo>
                <a:cubicBezTo>
                  <a:pt x="110" y="1384"/>
                  <a:pt x="99" y="1377"/>
                  <a:pt x="88" y="1370"/>
                </a:cubicBezTo>
                <a:cubicBezTo>
                  <a:pt x="77" y="1363"/>
                  <a:pt x="67" y="1355"/>
                  <a:pt x="58" y="1346"/>
                </a:cubicBezTo>
                <a:cubicBezTo>
                  <a:pt x="49" y="1336"/>
                  <a:pt x="40" y="1326"/>
                  <a:pt x="33" y="1315"/>
                </a:cubicBezTo>
                <a:cubicBezTo>
                  <a:pt x="26" y="1305"/>
                  <a:pt x="20" y="1293"/>
                  <a:pt x="15" y="1281"/>
                </a:cubicBezTo>
                <a:cubicBezTo>
                  <a:pt x="10" y="1269"/>
                  <a:pt x="6" y="1257"/>
                  <a:pt x="4" y="1244"/>
                </a:cubicBezTo>
                <a:cubicBezTo>
                  <a:pt x="1" y="1231"/>
                  <a:pt x="0" y="1218"/>
                  <a:pt x="0" y="120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676080" y="3076560"/>
            <a:ext cx="991080" cy="390600"/>
          </a:xfrm>
          <a:custGeom>
            <a:avLst/>
            <a:gdLst/>
            <a:ahLst/>
            <a:rect l="0" t="0" r="r" b="b"/>
            <a:pathLst>
              <a:path w="2753" h="1085">
                <a:moveTo>
                  <a:pt x="0" y="0"/>
                </a:moveTo>
                <a:lnTo>
                  <a:pt x="2753" y="0"/>
                </a:lnTo>
                <a:lnTo>
                  <a:pt x="2753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666800" y="3076560"/>
            <a:ext cx="3515040" cy="390600"/>
          </a:xfrm>
          <a:custGeom>
            <a:avLst/>
            <a:gdLst/>
            <a:ahLst/>
            <a:rect l="0" t="0" r="r" b="b"/>
            <a:pathLst>
              <a:path w="9764" h="1085">
                <a:moveTo>
                  <a:pt x="0" y="0"/>
                </a:moveTo>
                <a:lnTo>
                  <a:pt x="9764" y="0"/>
                </a:lnTo>
                <a:lnTo>
                  <a:pt x="9764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5181480" y="3076560"/>
            <a:ext cx="2819520" cy="390600"/>
          </a:xfrm>
          <a:custGeom>
            <a:avLst/>
            <a:gdLst/>
            <a:ahLst/>
            <a:rect l="0" t="0" r="r" b="b"/>
            <a:pathLst>
              <a:path w="7832" h="1085">
                <a:moveTo>
                  <a:pt x="0" y="0"/>
                </a:moveTo>
                <a:lnTo>
                  <a:pt x="7832" y="0"/>
                </a:lnTo>
                <a:lnTo>
                  <a:pt x="7832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676080" y="3466800"/>
            <a:ext cx="991080" cy="400680"/>
          </a:xfrm>
          <a:custGeom>
            <a:avLst/>
            <a:gdLst/>
            <a:ahLst/>
            <a:rect l="0" t="0" r="r" b="b"/>
            <a:pathLst>
              <a:path w="2753" h="1113">
                <a:moveTo>
                  <a:pt x="0" y="0"/>
                </a:moveTo>
                <a:lnTo>
                  <a:pt x="2753" y="0"/>
                </a:lnTo>
                <a:lnTo>
                  <a:pt x="2753" y="1113"/>
                </a:lnTo>
                <a:lnTo>
                  <a:pt x="0" y="11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666800" y="3466800"/>
            <a:ext cx="3515040" cy="400680"/>
          </a:xfrm>
          <a:custGeom>
            <a:avLst/>
            <a:gdLst/>
            <a:ahLst/>
            <a:rect l="0" t="0" r="r" b="b"/>
            <a:pathLst>
              <a:path w="9764" h="1113">
                <a:moveTo>
                  <a:pt x="0" y="0"/>
                </a:moveTo>
                <a:lnTo>
                  <a:pt x="9764" y="0"/>
                </a:lnTo>
                <a:lnTo>
                  <a:pt x="9764" y="1113"/>
                </a:lnTo>
                <a:lnTo>
                  <a:pt x="0" y="11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5181480" y="3466800"/>
            <a:ext cx="2819520" cy="400680"/>
          </a:xfrm>
          <a:custGeom>
            <a:avLst/>
            <a:gdLst/>
            <a:ahLst/>
            <a:rect l="0" t="0" r="r" b="b"/>
            <a:pathLst>
              <a:path w="7832" h="1113">
                <a:moveTo>
                  <a:pt x="0" y="0"/>
                </a:moveTo>
                <a:lnTo>
                  <a:pt x="7832" y="0"/>
                </a:lnTo>
                <a:lnTo>
                  <a:pt x="7832" y="1113"/>
                </a:lnTo>
                <a:lnTo>
                  <a:pt x="0" y="11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676080" y="3867120"/>
            <a:ext cx="991080" cy="390600"/>
          </a:xfrm>
          <a:custGeom>
            <a:avLst/>
            <a:gdLst/>
            <a:ahLst/>
            <a:rect l="0" t="0" r="r" b="b"/>
            <a:pathLst>
              <a:path w="2753" h="1085">
                <a:moveTo>
                  <a:pt x="0" y="0"/>
                </a:moveTo>
                <a:lnTo>
                  <a:pt x="2753" y="0"/>
                </a:lnTo>
                <a:lnTo>
                  <a:pt x="2753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666800" y="3867120"/>
            <a:ext cx="3515040" cy="390600"/>
          </a:xfrm>
          <a:custGeom>
            <a:avLst/>
            <a:gdLst/>
            <a:ahLst/>
            <a:rect l="0" t="0" r="r" b="b"/>
            <a:pathLst>
              <a:path w="9764" h="1085">
                <a:moveTo>
                  <a:pt x="0" y="0"/>
                </a:moveTo>
                <a:lnTo>
                  <a:pt x="9764" y="0"/>
                </a:lnTo>
                <a:lnTo>
                  <a:pt x="9764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5181480" y="3867120"/>
            <a:ext cx="2819520" cy="390600"/>
          </a:xfrm>
          <a:custGeom>
            <a:avLst/>
            <a:gdLst/>
            <a:ahLst/>
            <a:rect l="0" t="0" r="r" b="b"/>
            <a:pathLst>
              <a:path w="7832" h="1085">
                <a:moveTo>
                  <a:pt x="0" y="0"/>
                </a:moveTo>
                <a:lnTo>
                  <a:pt x="7832" y="0"/>
                </a:lnTo>
                <a:lnTo>
                  <a:pt x="7832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666720" y="3066840"/>
            <a:ext cx="9720" cy="410040"/>
          </a:xfrm>
          <a:custGeom>
            <a:avLst/>
            <a:gdLst/>
            <a:ah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66720" y="3066840"/>
            <a:ext cx="1000440" cy="10080"/>
          </a:xfrm>
          <a:custGeom>
            <a:avLst/>
            <a:gdLst/>
            <a:ahLst/>
            <a:rect l="0" t="0" r="r" b="b"/>
            <a:pathLst>
              <a:path w="2779" h="28">
                <a:moveTo>
                  <a:pt x="0" y="0"/>
                </a:moveTo>
                <a:lnTo>
                  <a:pt x="2779" y="0"/>
                </a:lnTo>
                <a:lnTo>
                  <a:pt x="277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1657080" y="3066840"/>
            <a:ext cx="10080" cy="410040"/>
          </a:xfrm>
          <a:custGeom>
            <a:avLst/>
            <a:gdLst/>
            <a:ah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1666800" y="3066840"/>
            <a:ext cx="3515040" cy="10080"/>
          </a:xfrm>
          <a:custGeom>
            <a:avLst/>
            <a:gdLst/>
            <a:ahLst/>
            <a:rect l="0" t="0" r="r" b="b"/>
            <a:pathLst>
              <a:path w="9764" h="28">
                <a:moveTo>
                  <a:pt x="0" y="0"/>
                </a:moveTo>
                <a:lnTo>
                  <a:pt x="9764" y="0"/>
                </a:lnTo>
                <a:lnTo>
                  <a:pt x="97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5171760" y="3066840"/>
            <a:ext cx="10080" cy="410040"/>
          </a:xfrm>
          <a:custGeom>
            <a:avLst/>
            <a:gdLst/>
            <a:ah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5181480" y="3066840"/>
            <a:ext cx="2819520" cy="10080"/>
          </a:xfrm>
          <a:custGeom>
            <a:avLst/>
            <a:gdLst/>
            <a:ahLst/>
            <a:rect l="0" t="0" r="r" b="b"/>
            <a:pathLst>
              <a:path w="7832" h="28">
                <a:moveTo>
                  <a:pt x="0" y="0"/>
                </a:moveTo>
                <a:lnTo>
                  <a:pt x="7832" y="0"/>
                </a:lnTo>
                <a:lnTo>
                  <a:pt x="7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7991280" y="3066840"/>
            <a:ext cx="9720" cy="410040"/>
          </a:xfrm>
          <a:custGeom>
            <a:avLst/>
            <a:gdLst/>
            <a:ah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666720" y="3466800"/>
            <a:ext cx="1000440" cy="10080"/>
          </a:xfrm>
          <a:custGeom>
            <a:avLst/>
            <a:gdLst/>
            <a:ahLst/>
            <a:rect l="0" t="0" r="r" b="b"/>
            <a:pathLst>
              <a:path w="2779" h="28">
                <a:moveTo>
                  <a:pt x="0" y="0"/>
                </a:moveTo>
                <a:lnTo>
                  <a:pt x="2779" y="0"/>
                </a:lnTo>
                <a:lnTo>
                  <a:pt x="277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666800" y="3466800"/>
            <a:ext cx="3515040" cy="10080"/>
          </a:xfrm>
          <a:custGeom>
            <a:avLst/>
            <a:gdLst/>
            <a:ahLst/>
            <a:rect l="0" t="0" r="r" b="b"/>
            <a:pathLst>
              <a:path w="9764" h="28">
                <a:moveTo>
                  <a:pt x="0" y="0"/>
                </a:moveTo>
                <a:lnTo>
                  <a:pt x="9764" y="0"/>
                </a:lnTo>
                <a:lnTo>
                  <a:pt x="97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5181480" y="3466800"/>
            <a:ext cx="2819520" cy="10080"/>
          </a:xfrm>
          <a:custGeom>
            <a:avLst/>
            <a:gdLst/>
            <a:ahLst/>
            <a:rect l="0" t="0" r="r" b="b"/>
            <a:pathLst>
              <a:path w="7832" h="28">
                <a:moveTo>
                  <a:pt x="0" y="0"/>
                </a:moveTo>
                <a:lnTo>
                  <a:pt x="7832" y="0"/>
                </a:lnTo>
                <a:lnTo>
                  <a:pt x="7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66720" y="34765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1657080" y="34765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5171760" y="34765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7991280" y="34765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66720" y="38671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666720" y="3857400"/>
            <a:ext cx="1000440" cy="10080"/>
          </a:xfrm>
          <a:custGeom>
            <a:avLst/>
            <a:gdLst/>
            <a:ahLst/>
            <a:rect l="0" t="0" r="r" b="b"/>
            <a:pathLst>
              <a:path w="2779" h="28">
                <a:moveTo>
                  <a:pt x="0" y="0"/>
                </a:moveTo>
                <a:lnTo>
                  <a:pt x="2779" y="0"/>
                </a:lnTo>
                <a:lnTo>
                  <a:pt x="277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1657080" y="386712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1666800" y="3857400"/>
            <a:ext cx="3515040" cy="10080"/>
          </a:xfrm>
          <a:custGeom>
            <a:avLst/>
            <a:gdLst/>
            <a:ahLst/>
            <a:rect l="0" t="0" r="r" b="b"/>
            <a:pathLst>
              <a:path w="9764" h="28">
                <a:moveTo>
                  <a:pt x="0" y="0"/>
                </a:moveTo>
                <a:lnTo>
                  <a:pt x="9764" y="0"/>
                </a:lnTo>
                <a:lnTo>
                  <a:pt x="97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5171760" y="3867120"/>
            <a:ext cx="10080" cy="400320"/>
          </a:xfrm>
          <a:custGeom>
            <a:avLst/>
            <a:gdLst/>
            <a:ahLst/>
            <a:rect l="0" t="0" r="r" b="b"/>
            <a:pathLst>
              <a:path w="28" h="1112">
                <a:moveTo>
                  <a:pt x="0" y="0"/>
                </a:moveTo>
                <a:lnTo>
                  <a:pt x="28" y="0"/>
                </a:lnTo>
                <a:lnTo>
                  <a:pt x="28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5181480" y="3857400"/>
            <a:ext cx="2819520" cy="10080"/>
          </a:xfrm>
          <a:custGeom>
            <a:avLst/>
            <a:gdLst/>
            <a:ahLst/>
            <a:rect l="0" t="0" r="r" b="b"/>
            <a:pathLst>
              <a:path w="7832" h="28">
                <a:moveTo>
                  <a:pt x="0" y="0"/>
                </a:moveTo>
                <a:lnTo>
                  <a:pt x="7832" y="0"/>
                </a:lnTo>
                <a:lnTo>
                  <a:pt x="7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7991280" y="3867120"/>
            <a:ext cx="9720" cy="400320"/>
          </a:xfrm>
          <a:custGeom>
            <a:avLst/>
            <a:gdLst/>
            <a:ahLst/>
            <a:rect l="0" t="0" r="r" b="b"/>
            <a:pathLst>
              <a:path w="27" h="1112">
                <a:moveTo>
                  <a:pt x="0" y="0"/>
                </a:moveTo>
                <a:lnTo>
                  <a:pt x="27" y="0"/>
                </a:lnTo>
                <a:lnTo>
                  <a:pt x="27" y="1112"/>
                </a:lnTo>
                <a:lnTo>
                  <a:pt x="0" y="111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666720" y="4257360"/>
            <a:ext cx="1000440" cy="10080"/>
          </a:xfrm>
          <a:custGeom>
            <a:avLst/>
            <a:gdLst/>
            <a:ahLst/>
            <a:rect l="0" t="0" r="r" b="b"/>
            <a:pathLst>
              <a:path w="2779" h="28">
                <a:moveTo>
                  <a:pt x="0" y="0"/>
                </a:moveTo>
                <a:lnTo>
                  <a:pt x="2779" y="0"/>
                </a:lnTo>
                <a:lnTo>
                  <a:pt x="277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666800" y="4257360"/>
            <a:ext cx="3515040" cy="10080"/>
          </a:xfrm>
          <a:custGeom>
            <a:avLst/>
            <a:gdLst/>
            <a:ahLst/>
            <a:rect l="0" t="0" r="r" b="b"/>
            <a:pathLst>
              <a:path w="9764" h="28">
                <a:moveTo>
                  <a:pt x="0" y="0"/>
                </a:moveTo>
                <a:lnTo>
                  <a:pt x="9764" y="0"/>
                </a:lnTo>
                <a:lnTo>
                  <a:pt x="97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5181480" y="4257360"/>
            <a:ext cx="2819520" cy="10080"/>
          </a:xfrm>
          <a:custGeom>
            <a:avLst/>
            <a:gdLst/>
            <a:ahLst/>
            <a:rect l="0" t="0" r="r" b="b"/>
            <a:pathLst>
              <a:path w="7832" h="28">
                <a:moveTo>
                  <a:pt x="0" y="0"/>
                </a:moveTo>
                <a:lnTo>
                  <a:pt x="7832" y="0"/>
                </a:lnTo>
                <a:lnTo>
                  <a:pt x="7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676080" y="4429080"/>
            <a:ext cx="10839960" cy="1257480"/>
          </a:xfrm>
          <a:custGeom>
            <a:avLst/>
            <a:gdLst/>
            <a:ahLst/>
            <a:rect l="0" t="0" r="r" b="b"/>
            <a:pathLst>
              <a:path w="30111" h="3493">
                <a:moveTo>
                  <a:pt x="0" y="3254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1"/>
                  <a:pt x="29919" y="4"/>
                </a:cubicBezTo>
                <a:cubicBezTo>
                  <a:pt x="29934" y="7"/>
                  <a:pt x="29949" y="12"/>
                  <a:pt x="29964" y="18"/>
                </a:cubicBezTo>
                <a:cubicBezTo>
                  <a:pt x="29978" y="24"/>
                  <a:pt x="29992" y="31"/>
                  <a:pt x="30005" y="40"/>
                </a:cubicBezTo>
                <a:cubicBezTo>
                  <a:pt x="30018" y="48"/>
                  <a:pt x="30030" y="58"/>
                  <a:pt x="30041" y="69"/>
                </a:cubicBezTo>
                <a:cubicBezTo>
                  <a:pt x="30052" y="80"/>
                  <a:pt x="30062" y="92"/>
                  <a:pt x="30070" y="105"/>
                </a:cubicBezTo>
                <a:cubicBezTo>
                  <a:pt x="30079" y="118"/>
                  <a:pt x="30087" y="132"/>
                  <a:pt x="30092" y="147"/>
                </a:cubicBezTo>
                <a:cubicBezTo>
                  <a:pt x="30098" y="161"/>
                  <a:pt x="30103" y="176"/>
                  <a:pt x="30106" y="191"/>
                </a:cubicBezTo>
                <a:cubicBezTo>
                  <a:pt x="30109" y="207"/>
                  <a:pt x="30111" y="222"/>
                  <a:pt x="30111" y="238"/>
                </a:cubicBezTo>
                <a:lnTo>
                  <a:pt x="30111" y="3254"/>
                </a:lnTo>
                <a:cubicBezTo>
                  <a:pt x="30111" y="3270"/>
                  <a:pt x="30109" y="3285"/>
                  <a:pt x="30106" y="3300"/>
                </a:cubicBezTo>
                <a:cubicBezTo>
                  <a:pt x="30103" y="3316"/>
                  <a:pt x="30098" y="3331"/>
                  <a:pt x="30092" y="3345"/>
                </a:cubicBezTo>
                <a:cubicBezTo>
                  <a:pt x="30087" y="3360"/>
                  <a:pt x="30079" y="3373"/>
                  <a:pt x="30070" y="3386"/>
                </a:cubicBezTo>
                <a:cubicBezTo>
                  <a:pt x="30062" y="3399"/>
                  <a:pt x="30052" y="3412"/>
                  <a:pt x="30041" y="3423"/>
                </a:cubicBezTo>
                <a:cubicBezTo>
                  <a:pt x="30030" y="3434"/>
                  <a:pt x="30018" y="3444"/>
                  <a:pt x="30005" y="3453"/>
                </a:cubicBezTo>
                <a:cubicBezTo>
                  <a:pt x="29992" y="3462"/>
                  <a:pt x="29978" y="3469"/>
                  <a:pt x="29964" y="3475"/>
                </a:cubicBezTo>
                <a:cubicBezTo>
                  <a:pt x="29949" y="3481"/>
                  <a:pt x="29934" y="3485"/>
                  <a:pt x="29919" y="3489"/>
                </a:cubicBezTo>
                <a:cubicBezTo>
                  <a:pt x="29904" y="3492"/>
                  <a:pt x="29888" y="3493"/>
                  <a:pt x="29872" y="3493"/>
                </a:cubicBezTo>
                <a:lnTo>
                  <a:pt x="238" y="3493"/>
                </a:lnTo>
                <a:cubicBezTo>
                  <a:pt x="223" y="3493"/>
                  <a:pt x="207" y="3492"/>
                  <a:pt x="192" y="3489"/>
                </a:cubicBezTo>
                <a:cubicBezTo>
                  <a:pt x="176" y="3485"/>
                  <a:pt x="161" y="3481"/>
                  <a:pt x="147" y="3475"/>
                </a:cubicBezTo>
                <a:cubicBezTo>
                  <a:pt x="133" y="3469"/>
                  <a:pt x="119" y="3462"/>
                  <a:pt x="106" y="3453"/>
                </a:cubicBezTo>
                <a:cubicBezTo>
                  <a:pt x="93" y="3444"/>
                  <a:pt x="81" y="3434"/>
                  <a:pt x="70" y="3423"/>
                </a:cubicBezTo>
                <a:cubicBezTo>
                  <a:pt x="59" y="3412"/>
                  <a:pt x="49" y="3399"/>
                  <a:pt x="40" y="3386"/>
                </a:cubicBezTo>
                <a:cubicBezTo>
                  <a:pt x="31" y="3373"/>
                  <a:pt x="24" y="3360"/>
                  <a:pt x="18" y="3345"/>
                </a:cubicBezTo>
                <a:cubicBezTo>
                  <a:pt x="12" y="3331"/>
                  <a:pt x="8" y="3316"/>
                  <a:pt x="5" y="3300"/>
                </a:cubicBezTo>
                <a:cubicBezTo>
                  <a:pt x="2" y="3285"/>
                  <a:pt x="0" y="3270"/>
                  <a:pt x="0" y="3254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676080" y="4429080"/>
            <a:ext cx="10839960" cy="1257480"/>
          </a:xfrm>
          <a:custGeom>
            <a:avLst/>
            <a:gdLst/>
            <a:ahLst/>
            <a:rect l="0" t="0" r="r" b="b"/>
            <a:pathLst>
              <a:path w="30111" h="3493">
                <a:moveTo>
                  <a:pt x="0" y="3254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1"/>
                  <a:pt x="29919" y="4"/>
                </a:cubicBezTo>
                <a:cubicBezTo>
                  <a:pt x="29934" y="7"/>
                  <a:pt x="29949" y="12"/>
                  <a:pt x="29964" y="18"/>
                </a:cubicBezTo>
                <a:cubicBezTo>
                  <a:pt x="29978" y="24"/>
                  <a:pt x="29992" y="31"/>
                  <a:pt x="30005" y="40"/>
                </a:cubicBezTo>
                <a:cubicBezTo>
                  <a:pt x="30018" y="48"/>
                  <a:pt x="30030" y="58"/>
                  <a:pt x="30041" y="69"/>
                </a:cubicBezTo>
                <a:cubicBezTo>
                  <a:pt x="30052" y="80"/>
                  <a:pt x="30062" y="92"/>
                  <a:pt x="30070" y="105"/>
                </a:cubicBezTo>
                <a:cubicBezTo>
                  <a:pt x="30079" y="118"/>
                  <a:pt x="30087" y="132"/>
                  <a:pt x="30092" y="147"/>
                </a:cubicBezTo>
                <a:cubicBezTo>
                  <a:pt x="30098" y="161"/>
                  <a:pt x="30103" y="176"/>
                  <a:pt x="30106" y="191"/>
                </a:cubicBezTo>
                <a:cubicBezTo>
                  <a:pt x="30109" y="207"/>
                  <a:pt x="30111" y="222"/>
                  <a:pt x="30111" y="238"/>
                </a:cubicBezTo>
                <a:lnTo>
                  <a:pt x="30111" y="3254"/>
                </a:lnTo>
                <a:cubicBezTo>
                  <a:pt x="30111" y="3270"/>
                  <a:pt x="30109" y="3285"/>
                  <a:pt x="30106" y="3300"/>
                </a:cubicBezTo>
                <a:cubicBezTo>
                  <a:pt x="30103" y="3316"/>
                  <a:pt x="30098" y="3331"/>
                  <a:pt x="30092" y="3345"/>
                </a:cubicBezTo>
                <a:cubicBezTo>
                  <a:pt x="30087" y="3360"/>
                  <a:pt x="30079" y="3373"/>
                  <a:pt x="30070" y="3386"/>
                </a:cubicBezTo>
                <a:cubicBezTo>
                  <a:pt x="30062" y="3399"/>
                  <a:pt x="30052" y="3412"/>
                  <a:pt x="30041" y="3423"/>
                </a:cubicBezTo>
                <a:cubicBezTo>
                  <a:pt x="30030" y="3434"/>
                  <a:pt x="30018" y="3444"/>
                  <a:pt x="30005" y="3453"/>
                </a:cubicBezTo>
                <a:cubicBezTo>
                  <a:pt x="29992" y="3462"/>
                  <a:pt x="29978" y="3469"/>
                  <a:pt x="29964" y="3475"/>
                </a:cubicBezTo>
                <a:cubicBezTo>
                  <a:pt x="29949" y="3481"/>
                  <a:pt x="29934" y="3485"/>
                  <a:pt x="29919" y="3489"/>
                </a:cubicBezTo>
                <a:cubicBezTo>
                  <a:pt x="29904" y="3492"/>
                  <a:pt x="29888" y="3493"/>
                  <a:pt x="29872" y="3493"/>
                </a:cubicBezTo>
                <a:lnTo>
                  <a:pt x="238" y="3493"/>
                </a:lnTo>
                <a:cubicBezTo>
                  <a:pt x="223" y="3493"/>
                  <a:pt x="207" y="3492"/>
                  <a:pt x="192" y="3489"/>
                </a:cubicBezTo>
                <a:cubicBezTo>
                  <a:pt x="176" y="3485"/>
                  <a:pt x="161" y="3481"/>
                  <a:pt x="147" y="3475"/>
                </a:cubicBezTo>
                <a:cubicBezTo>
                  <a:pt x="133" y="3469"/>
                  <a:pt x="119" y="3462"/>
                  <a:pt x="106" y="3453"/>
                </a:cubicBezTo>
                <a:cubicBezTo>
                  <a:pt x="93" y="3444"/>
                  <a:pt x="81" y="3434"/>
                  <a:pt x="70" y="3423"/>
                </a:cubicBezTo>
                <a:cubicBezTo>
                  <a:pt x="59" y="3412"/>
                  <a:pt x="49" y="3399"/>
                  <a:pt x="40" y="3386"/>
                </a:cubicBezTo>
                <a:cubicBezTo>
                  <a:pt x="31" y="3373"/>
                  <a:pt x="24" y="3360"/>
                  <a:pt x="18" y="3345"/>
                </a:cubicBezTo>
                <a:cubicBezTo>
                  <a:pt x="12" y="3331"/>
                  <a:pt x="8" y="3316"/>
                  <a:pt x="5" y="3300"/>
                </a:cubicBezTo>
                <a:cubicBezTo>
                  <a:pt x="2" y="3285"/>
                  <a:pt x="0" y="3270"/>
                  <a:pt x="0" y="3254"/>
                </a:cubicBezTo>
                <a:close/>
              </a:path>
            </a:pathLst>
          </a:custGeom>
          <a:noFill/>
          <a:ln w="18720">
            <a:solidFill>
              <a:srgbClr val="e0a80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666720" y="1188720"/>
            <a:ext cx="6473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Exact vs approximate seek mode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828720" y="2065320"/>
            <a:ext cx="6806332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 = VideoDecoder(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"long_video.mp4"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seek_mode=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"approximate"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2657160" y="3171600"/>
            <a:ext cx="762480" cy="228960"/>
          </a:xfrm>
          <a:custGeom>
            <a:avLst/>
            <a:gdLst/>
            <a:ahLst/>
            <a:rect l="0" t="0" r="r" b="b"/>
            <a:pathLst>
              <a:path w="2118" h="636">
                <a:moveTo>
                  <a:pt x="0" y="477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8" y="71"/>
                </a:cubicBezTo>
                <a:cubicBezTo>
                  <a:pt x="34" y="62"/>
                  <a:pt x="40" y="54"/>
                  <a:pt x="48" y="47"/>
                </a:cubicBezTo>
                <a:cubicBezTo>
                  <a:pt x="55" y="39"/>
                  <a:pt x="63" y="33"/>
                  <a:pt x="72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1959" y="0"/>
                </a:lnTo>
                <a:cubicBezTo>
                  <a:pt x="1970" y="0"/>
                  <a:pt x="1980" y="1"/>
                  <a:pt x="1990" y="3"/>
                </a:cubicBezTo>
                <a:cubicBezTo>
                  <a:pt x="2000" y="5"/>
                  <a:pt x="2010" y="8"/>
                  <a:pt x="2020" y="12"/>
                </a:cubicBezTo>
                <a:cubicBezTo>
                  <a:pt x="2030" y="16"/>
                  <a:pt x="2039" y="21"/>
                  <a:pt x="2047" y="27"/>
                </a:cubicBezTo>
                <a:cubicBezTo>
                  <a:pt x="2056" y="33"/>
                  <a:pt x="2064" y="39"/>
                  <a:pt x="2072" y="47"/>
                </a:cubicBezTo>
                <a:cubicBezTo>
                  <a:pt x="2079" y="54"/>
                  <a:pt x="2085" y="62"/>
                  <a:pt x="2091" y="71"/>
                </a:cubicBezTo>
                <a:cubicBezTo>
                  <a:pt x="2097" y="79"/>
                  <a:pt x="2102" y="88"/>
                  <a:pt x="2106" y="98"/>
                </a:cubicBezTo>
                <a:cubicBezTo>
                  <a:pt x="2110" y="108"/>
                  <a:pt x="2113" y="118"/>
                  <a:pt x="2115" y="128"/>
                </a:cubicBezTo>
                <a:cubicBezTo>
                  <a:pt x="2117" y="138"/>
                  <a:pt x="2118" y="148"/>
                  <a:pt x="2118" y="159"/>
                </a:cubicBezTo>
                <a:lnTo>
                  <a:pt x="2118" y="477"/>
                </a:lnTo>
                <a:cubicBezTo>
                  <a:pt x="2118" y="488"/>
                  <a:pt x="2117" y="498"/>
                  <a:pt x="2115" y="508"/>
                </a:cubicBezTo>
                <a:cubicBezTo>
                  <a:pt x="2113" y="519"/>
                  <a:pt x="2110" y="528"/>
                  <a:pt x="2106" y="538"/>
                </a:cubicBezTo>
                <a:cubicBezTo>
                  <a:pt x="2102" y="548"/>
                  <a:pt x="2097" y="557"/>
                  <a:pt x="2091" y="566"/>
                </a:cubicBezTo>
                <a:cubicBezTo>
                  <a:pt x="2085" y="574"/>
                  <a:pt x="2079" y="582"/>
                  <a:pt x="2072" y="590"/>
                </a:cubicBezTo>
                <a:cubicBezTo>
                  <a:pt x="2064" y="597"/>
                  <a:pt x="2056" y="604"/>
                  <a:pt x="2047" y="609"/>
                </a:cubicBezTo>
                <a:cubicBezTo>
                  <a:pt x="2039" y="615"/>
                  <a:pt x="2030" y="620"/>
                  <a:pt x="2020" y="624"/>
                </a:cubicBezTo>
                <a:cubicBezTo>
                  <a:pt x="2010" y="628"/>
                  <a:pt x="2000" y="631"/>
                  <a:pt x="1990" y="633"/>
                </a:cubicBezTo>
                <a:cubicBezTo>
                  <a:pt x="1980" y="635"/>
                  <a:pt x="1970" y="636"/>
                  <a:pt x="1959" y="636"/>
                </a:cubicBezTo>
                <a:lnTo>
                  <a:pt x="160" y="636"/>
                </a:lnTo>
                <a:cubicBezTo>
                  <a:pt x="150" y="636"/>
                  <a:pt x="139" y="635"/>
                  <a:pt x="129" y="633"/>
                </a:cubicBezTo>
                <a:cubicBezTo>
                  <a:pt x="119" y="631"/>
                  <a:pt x="109" y="628"/>
                  <a:pt x="99" y="624"/>
                </a:cubicBezTo>
                <a:cubicBezTo>
                  <a:pt x="90" y="620"/>
                  <a:pt x="81" y="615"/>
                  <a:pt x="72" y="609"/>
                </a:cubicBezTo>
                <a:cubicBezTo>
                  <a:pt x="63" y="604"/>
                  <a:pt x="55" y="597"/>
                  <a:pt x="48" y="590"/>
                </a:cubicBezTo>
                <a:cubicBezTo>
                  <a:pt x="40" y="582"/>
                  <a:pt x="34" y="574"/>
                  <a:pt x="28" y="566"/>
                </a:cubicBezTo>
                <a:cubicBezTo>
                  <a:pt x="21" y="557"/>
                  <a:pt x="16" y="548"/>
                  <a:pt x="12" y="538"/>
                </a:cubicBezTo>
                <a:cubicBezTo>
                  <a:pt x="8" y="528"/>
                  <a:pt x="5" y="519"/>
                  <a:pt x="3" y="508"/>
                </a:cubicBezTo>
                <a:cubicBezTo>
                  <a:pt x="1" y="498"/>
                  <a:pt x="0" y="488"/>
                  <a:pt x="0" y="47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66720" y="2612520"/>
            <a:ext cx="605283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 tradeoff: </a:t>
            </a:r>
            <a:r>
              <a:rPr lang="en-US" sz="1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seek accuracy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vs </a:t>
            </a:r>
            <a:r>
              <a:rPr lang="en-US" sz="1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decoder creation speed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716200" y="3198240"/>
            <a:ext cx="699062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10" b="1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"exact"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5924520" y="3171600"/>
            <a:ext cx="1324080" cy="228960"/>
          </a:xfrm>
          <a:custGeom>
            <a:avLst/>
            <a:gdLst/>
            <a:ahLst/>
            <a:rect l="0" t="0" r="r" b="b"/>
            <a:pathLst>
              <a:path w="3678" h="636">
                <a:moveTo>
                  <a:pt x="0" y="477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9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3520" y="0"/>
                </a:lnTo>
                <a:cubicBezTo>
                  <a:pt x="3530" y="0"/>
                  <a:pt x="3540" y="1"/>
                  <a:pt x="3551" y="3"/>
                </a:cubicBezTo>
                <a:cubicBezTo>
                  <a:pt x="3561" y="5"/>
                  <a:pt x="3571" y="8"/>
                  <a:pt x="3580" y="12"/>
                </a:cubicBezTo>
                <a:cubicBezTo>
                  <a:pt x="3590" y="16"/>
                  <a:pt x="3599" y="21"/>
                  <a:pt x="3608" y="27"/>
                </a:cubicBezTo>
                <a:cubicBezTo>
                  <a:pt x="3616" y="33"/>
                  <a:pt x="3624" y="39"/>
                  <a:pt x="3632" y="47"/>
                </a:cubicBezTo>
                <a:cubicBezTo>
                  <a:pt x="3639" y="54"/>
                  <a:pt x="3646" y="62"/>
                  <a:pt x="3652" y="71"/>
                </a:cubicBezTo>
                <a:cubicBezTo>
                  <a:pt x="3657" y="79"/>
                  <a:pt x="3662" y="88"/>
                  <a:pt x="3666" y="98"/>
                </a:cubicBezTo>
                <a:cubicBezTo>
                  <a:pt x="3670" y="108"/>
                  <a:pt x="3673" y="118"/>
                  <a:pt x="3675" y="128"/>
                </a:cubicBezTo>
                <a:cubicBezTo>
                  <a:pt x="3677" y="138"/>
                  <a:pt x="3678" y="148"/>
                  <a:pt x="3678" y="159"/>
                </a:cubicBezTo>
                <a:lnTo>
                  <a:pt x="3678" y="477"/>
                </a:lnTo>
                <a:cubicBezTo>
                  <a:pt x="3678" y="488"/>
                  <a:pt x="3677" y="498"/>
                  <a:pt x="3675" y="508"/>
                </a:cubicBezTo>
                <a:cubicBezTo>
                  <a:pt x="3673" y="519"/>
                  <a:pt x="3670" y="528"/>
                  <a:pt x="3666" y="538"/>
                </a:cubicBezTo>
                <a:cubicBezTo>
                  <a:pt x="3662" y="548"/>
                  <a:pt x="3657" y="557"/>
                  <a:pt x="3652" y="566"/>
                </a:cubicBezTo>
                <a:cubicBezTo>
                  <a:pt x="3646" y="574"/>
                  <a:pt x="3639" y="582"/>
                  <a:pt x="3632" y="590"/>
                </a:cubicBezTo>
                <a:cubicBezTo>
                  <a:pt x="3624" y="597"/>
                  <a:pt x="3616" y="604"/>
                  <a:pt x="3608" y="609"/>
                </a:cubicBezTo>
                <a:cubicBezTo>
                  <a:pt x="3599" y="615"/>
                  <a:pt x="3590" y="620"/>
                  <a:pt x="3580" y="624"/>
                </a:cubicBezTo>
                <a:cubicBezTo>
                  <a:pt x="3571" y="628"/>
                  <a:pt x="3561" y="631"/>
                  <a:pt x="3551" y="633"/>
                </a:cubicBezTo>
                <a:cubicBezTo>
                  <a:pt x="3540" y="635"/>
                  <a:pt x="3530" y="636"/>
                  <a:pt x="3520" y="636"/>
                </a:cubicBezTo>
                <a:lnTo>
                  <a:pt x="159" y="636"/>
                </a:lnTo>
                <a:cubicBezTo>
                  <a:pt x="149" y="636"/>
                  <a:pt x="139" y="635"/>
                  <a:pt x="128" y="633"/>
                </a:cubicBezTo>
                <a:cubicBezTo>
                  <a:pt x="118" y="631"/>
                  <a:pt x="108" y="628"/>
                  <a:pt x="99" y="624"/>
                </a:cubicBezTo>
                <a:cubicBezTo>
                  <a:pt x="88" y="620"/>
                  <a:pt x="79" y="615"/>
                  <a:pt x="70" y="609"/>
                </a:cubicBezTo>
                <a:cubicBezTo>
                  <a:pt x="61" y="604"/>
                  <a:pt x="53" y="597"/>
                  <a:pt x="46" y="590"/>
                </a:cubicBezTo>
                <a:cubicBezTo>
                  <a:pt x="39" y="582"/>
                  <a:pt x="32" y="574"/>
                  <a:pt x="26" y="566"/>
                </a:cubicBezTo>
                <a:cubicBezTo>
                  <a:pt x="21" y="557"/>
                  <a:pt x="16" y="548"/>
                  <a:pt x="12" y="538"/>
                </a:cubicBezTo>
                <a:cubicBezTo>
                  <a:pt x="8" y="528"/>
                  <a:pt x="5" y="519"/>
                  <a:pt x="3" y="508"/>
                </a:cubicBezTo>
                <a:cubicBezTo>
                  <a:pt x="1" y="498"/>
                  <a:pt x="0" y="488"/>
                  <a:pt x="0" y="47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423600" y="3160440"/>
            <a:ext cx="827755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(default)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989320" y="3198240"/>
            <a:ext cx="1297814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10" b="1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"approximate"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9920" y="3560400"/>
            <a:ext cx="795096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Creation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791360" y="3560400"/>
            <a:ext cx="35283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scans the whole file: slow on long videos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308200" y="3560400"/>
            <a:ext cx="1906286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reads the header: fast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3951000"/>
            <a:ext cx="751939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Seeking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1791360" y="3951000"/>
            <a:ext cx="1318032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frame-accurate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5308200" y="3951000"/>
            <a:ext cx="2776809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may be slightly off on some files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95320" y="457488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NotoColorEmoji"/>
                <a:ea typeface="NotoColorEmoji"/>
              </a:rPr>
              <a:t>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895320" y="4914720"/>
            <a:ext cx="971640" cy="295560"/>
          </a:xfrm>
          <a:custGeom>
            <a:avLst/>
            <a:gdLst/>
            <a:ahLst/>
            <a:rect l="0" t="0" r="r" b="b"/>
            <a:pathLst>
              <a:path w="2699" h="821">
                <a:moveTo>
                  <a:pt x="0" y="66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541" y="0"/>
                </a:lnTo>
                <a:cubicBezTo>
                  <a:pt x="2551" y="0"/>
                  <a:pt x="2561" y="1"/>
                  <a:pt x="2572" y="3"/>
                </a:cubicBezTo>
                <a:cubicBezTo>
                  <a:pt x="2582" y="5"/>
                  <a:pt x="2592" y="8"/>
                  <a:pt x="2601" y="12"/>
                </a:cubicBezTo>
                <a:cubicBezTo>
                  <a:pt x="2611" y="16"/>
                  <a:pt x="2620" y="21"/>
                  <a:pt x="2629" y="27"/>
                </a:cubicBezTo>
                <a:cubicBezTo>
                  <a:pt x="2637" y="33"/>
                  <a:pt x="2645" y="39"/>
                  <a:pt x="2653" y="46"/>
                </a:cubicBezTo>
                <a:cubicBezTo>
                  <a:pt x="2660" y="54"/>
                  <a:pt x="2667" y="62"/>
                  <a:pt x="2673" y="71"/>
                </a:cubicBezTo>
                <a:cubicBezTo>
                  <a:pt x="2678" y="79"/>
                  <a:pt x="2683" y="88"/>
                  <a:pt x="2687" y="98"/>
                </a:cubicBezTo>
                <a:cubicBezTo>
                  <a:pt x="2691" y="108"/>
                  <a:pt x="2694" y="118"/>
                  <a:pt x="2696" y="128"/>
                </a:cubicBezTo>
                <a:cubicBezTo>
                  <a:pt x="2698" y="138"/>
                  <a:pt x="2699" y="148"/>
                  <a:pt x="2699" y="159"/>
                </a:cubicBezTo>
                <a:lnTo>
                  <a:pt x="2699" y="661"/>
                </a:lnTo>
                <a:cubicBezTo>
                  <a:pt x="2699" y="672"/>
                  <a:pt x="2698" y="682"/>
                  <a:pt x="2696" y="692"/>
                </a:cubicBezTo>
                <a:cubicBezTo>
                  <a:pt x="2694" y="704"/>
                  <a:pt x="2691" y="714"/>
                  <a:pt x="2687" y="723"/>
                </a:cubicBezTo>
                <a:cubicBezTo>
                  <a:pt x="2683" y="733"/>
                  <a:pt x="2678" y="742"/>
                  <a:pt x="2673" y="751"/>
                </a:cubicBezTo>
                <a:cubicBezTo>
                  <a:pt x="2667" y="759"/>
                  <a:pt x="2660" y="767"/>
                  <a:pt x="2653" y="775"/>
                </a:cubicBezTo>
                <a:cubicBezTo>
                  <a:pt x="2645" y="782"/>
                  <a:pt x="2637" y="789"/>
                  <a:pt x="2629" y="794"/>
                </a:cubicBezTo>
                <a:cubicBezTo>
                  <a:pt x="2620" y="800"/>
                  <a:pt x="2611" y="805"/>
                  <a:pt x="2601" y="809"/>
                </a:cubicBezTo>
                <a:cubicBezTo>
                  <a:pt x="2592" y="813"/>
                  <a:pt x="2582" y="816"/>
                  <a:pt x="2572" y="818"/>
                </a:cubicBezTo>
                <a:cubicBezTo>
                  <a:pt x="2561" y="820"/>
                  <a:pt x="2551" y="821"/>
                  <a:pt x="2541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1" y="789"/>
                  <a:pt x="53" y="782"/>
                  <a:pt x="46" y="775"/>
                </a:cubicBezTo>
                <a:cubicBezTo>
                  <a:pt x="39" y="767"/>
                  <a:pt x="32" y="759"/>
                  <a:pt x="26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2"/>
                </a:cubicBezTo>
                <a:cubicBezTo>
                  <a:pt x="1" y="682"/>
                  <a:pt x="0" y="672"/>
                  <a:pt x="0" y="66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1108800" y="4578840"/>
            <a:ext cx="7045444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 Benchmark: remote 10 min 720p video (209 MB), create decoder + decode 16 frames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973080" y="4953960"/>
            <a:ext cx="88568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"exact"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895320" y="5257440"/>
            <a:ext cx="1667160" cy="295920"/>
          </a:xfrm>
          <a:custGeom>
            <a:avLst/>
            <a:gdLst/>
            <a:ahLst/>
            <a:rect l="0" t="0" r="r" b="b"/>
            <a:pathLst>
              <a:path w="4631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2"/>
                  <a:pt x="148" y="0"/>
                  <a:pt x="158" y="0"/>
                </a:cubicBezTo>
                <a:lnTo>
                  <a:pt x="4472" y="0"/>
                </a:lnTo>
                <a:cubicBezTo>
                  <a:pt x="4482" y="0"/>
                  <a:pt x="4493" y="2"/>
                  <a:pt x="4503" y="4"/>
                </a:cubicBezTo>
                <a:cubicBezTo>
                  <a:pt x="4513" y="6"/>
                  <a:pt x="4523" y="9"/>
                  <a:pt x="4533" y="13"/>
                </a:cubicBezTo>
                <a:cubicBezTo>
                  <a:pt x="4542" y="17"/>
                  <a:pt x="4552" y="21"/>
                  <a:pt x="4560" y="27"/>
                </a:cubicBezTo>
                <a:cubicBezTo>
                  <a:pt x="4569" y="33"/>
                  <a:pt x="4577" y="40"/>
                  <a:pt x="4584" y="47"/>
                </a:cubicBezTo>
                <a:cubicBezTo>
                  <a:pt x="4592" y="54"/>
                  <a:pt x="4598" y="62"/>
                  <a:pt x="4604" y="71"/>
                </a:cubicBezTo>
                <a:cubicBezTo>
                  <a:pt x="4610" y="80"/>
                  <a:pt x="4615" y="89"/>
                  <a:pt x="4619" y="98"/>
                </a:cubicBezTo>
                <a:cubicBezTo>
                  <a:pt x="4623" y="108"/>
                  <a:pt x="4626" y="118"/>
                  <a:pt x="4628" y="128"/>
                </a:cubicBezTo>
                <a:cubicBezTo>
                  <a:pt x="4630" y="139"/>
                  <a:pt x="4631" y="149"/>
                  <a:pt x="4631" y="159"/>
                </a:cubicBezTo>
                <a:lnTo>
                  <a:pt x="4631" y="663"/>
                </a:lnTo>
                <a:cubicBezTo>
                  <a:pt x="4631" y="673"/>
                  <a:pt x="4630" y="684"/>
                  <a:pt x="4628" y="694"/>
                </a:cubicBezTo>
                <a:cubicBezTo>
                  <a:pt x="4626" y="704"/>
                  <a:pt x="4623" y="714"/>
                  <a:pt x="4619" y="724"/>
                </a:cubicBezTo>
                <a:cubicBezTo>
                  <a:pt x="4615" y="733"/>
                  <a:pt x="4610" y="742"/>
                  <a:pt x="4604" y="751"/>
                </a:cubicBezTo>
                <a:cubicBezTo>
                  <a:pt x="4598" y="760"/>
                  <a:pt x="4592" y="768"/>
                  <a:pt x="4584" y="775"/>
                </a:cubicBezTo>
                <a:cubicBezTo>
                  <a:pt x="4577" y="783"/>
                  <a:pt x="4569" y="789"/>
                  <a:pt x="4560" y="795"/>
                </a:cubicBezTo>
                <a:cubicBezTo>
                  <a:pt x="4552" y="801"/>
                  <a:pt x="4542" y="806"/>
                  <a:pt x="4533" y="810"/>
                </a:cubicBezTo>
                <a:cubicBezTo>
                  <a:pt x="4523" y="814"/>
                  <a:pt x="4513" y="817"/>
                  <a:pt x="4503" y="819"/>
                </a:cubicBezTo>
                <a:cubicBezTo>
                  <a:pt x="4493" y="821"/>
                  <a:pt x="4482" y="822"/>
                  <a:pt x="4472" y="822"/>
                </a:cubicBezTo>
                <a:lnTo>
                  <a:pt x="158" y="822"/>
                </a:lnTo>
                <a:cubicBezTo>
                  <a:pt x="148" y="822"/>
                  <a:pt x="138" y="821"/>
                  <a:pt x="127" y="819"/>
                </a:cubicBezTo>
                <a:cubicBezTo>
                  <a:pt x="117" y="817"/>
                  <a:pt x="107" y="814"/>
                  <a:pt x="98" y="810"/>
                </a:cubicBezTo>
                <a:cubicBezTo>
                  <a:pt x="88" y="806"/>
                  <a:pt x="79" y="801"/>
                  <a:pt x="70" y="795"/>
                </a:cubicBezTo>
                <a:cubicBezTo>
                  <a:pt x="61" y="789"/>
                  <a:pt x="53" y="783"/>
                  <a:pt x="46" y="775"/>
                </a:cubicBezTo>
                <a:cubicBezTo>
                  <a:pt x="39" y="768"/>
                  <a:pt x="32" y="760"/>
                  <a:pt x="26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1866600" y="4907880"/>
            <a:ext cx="240278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236 MB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downloaded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973080" y="5296680"/>
            <a:ext cx="164423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"approximate"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566080" y="5250960"/>
            <a:ext cx="226553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28 MB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downloaded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880200" y="6397920"/>
            <a:ext cx="3484425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Exact vs approximate seek mode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166904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671400" y="2385720"/>
            <a:ext cx="10849320" cy="753120"/>
          </a:xfrm>
          <a:custGeom>
            <a:avLst/>
            <a:gdLst/>
            <a:ahLst/>
            <a:rect l="0" t="0" r="r" b="b"/>
            <a:pathLst>
              <a:path w="30137" h="2092">
                <a:moveTo>
                  <a:pt x="0" y="189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7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1893"/>
                </a:lnTo>
                <a:cubicBezTo>
                  <a:pt x="30137" y="1906"/>
                  <a:pt x="30136" y="1919"/>
                  <a:pt x="30133" y="1932"/>
                </a:cubicBezTo>
                <a:cubicBezTo>
                  <a:pt x="30130" y="1945"/>
                  <a:pt x="30127" y="1957"/>
                  <a:pt x="30122" y="1969"/>
                </a:cubicBezTo>
                <a:cubicBezTo>
                  <a:pt x="30117" y="1981"/>
                  <a:pt x="30111" y="1992"/>
                  <a:pt x="30103" y="2003"/>
                </a:cubicBezTo>
                <a:cubicBezTo>
                  <a:pt x="30096" y="2014"/>
                  <a:pt x="30088" y="2024"/>
                  <a:pt x="30079" y="2033"/>
                </a:cubicBezTo>
                <a:cubicBezTo>
                  <a:pt x="30070" y="2043"/>
                  <a:pt x="30059" y="2051"/>
                  <a:pt x="30049" y="2058"/>
                </a:cubicBezTo>
                <a:cubicBezTo>
                  <a:pt x="30038" y="2065"/>
                  <a:pt x="30026" y="2071"/>
                  <a:pt x="30014" y="2076"/>
                </a:cubicBezTo>
                <a:cubicBezTo>
                  <a:pt x="30002" y="2081"/>
                  <a:pt x="29990" y="2085"/>
                  <a:pt x="29977" y="2088"/>
                </a:cubicBezTo>
                <a:cubicBezTo>
                  <a:pt x="29964" y="2090"/>
                  <a:pt x="29951" y="2092"/>
                  <a:pt x="29938" y="2092"/>
                </a:cubicBezTo>
                <a:lnTo>
                  <a:pt x="198" y="2092"/>
                </a:lnTo>
                <a:cubicBezTo>
                  <a:pt x="185" y="2092"/>
                  <a:pt x="172" y="2090"/>
                  <a:pt x="160" y="2088"/>
                </a:cubicBezTo>
                <a:cubicBezTo>
                  <a:pt x="147" y="2085"/>
                  <a:pt x="134" y="2081"/>
                  <a:pt x="122" y="2076"/>
                </a:cubicBezTo>
                <a:cubicBezTo>
                  <a:pt x="110" y="2071"/>
                  <a:pt x="99" y="2065"/>
                  <a:pt x="88" y="2058"/>
                </a:cubicBezTo>
                <a:cubicBezTo>
                  <a:pt x="77" y="2051"/>
                  <a:pt x="67" y="2043"/>
                  <a:pt x="58" y="2033"/>
                </a:cubicBezTo>
                <a:cubicBezTo>
                  <a:pt x="49" y="2024"/>
                  <a:pt x="40" y="2014"/>
                  <a:pt x="33" y="2003"/>
                </a:cubicBezTo>
                <a:cubicBezTo>
                  <a:pt x="26" y="1992"/>
                  <a:pt x="20" y="1981"/>
                  <a:pt x="15" y="1969"/>
                </a:cubicBezTo>
                <a:cubicBezTo>
                  <a:pt x="10" y="1957"/>
                  <a:pt x="6" y="1945"/>
                  <a:pt x="4" y="1932"/>
                </a:cubicBezTo>
                <a:cubicBezTo>
                  <a:pt x="1" y="1919"/>
                  <a:pt x="0" y="1906"/>
                  <a:pt x="0" y="189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671400" y="2385720"/>
            <a:ext cx="10849320" cy="753120"/>
          </a:xfrm>
          <a:custGeom>
            <a:avLst/>
            <a:gdLst/>
            <a:ahLst/>
            <a:rect l="0" t="0" r="r" b="b"/>
            <a:pathLst>
              <a:path w="30137" h="2092">
                <a:moveTo>
                  <a:pt x="0" y="189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7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1893"/>
                </a:lnTo>
                <a:cubicBezTo>
                  <a:pt x="30137" y="1906"/>
                  <a:pt x="30136" y="1919"/>
                  <a:pt x="30133" y="1932"/>
                </a:cubicBezTo>
                <a:cubicBezTo>
                  <a:pt x="30130" y="1945"/>
                  <a:pt x="30127" y="1957"/>
                  <a:pt x="30122" y="1969"/>
                </a:cubicBezTo>
                <a:cubicBezTo>
                  <a:pt x="30117" y="1981"/>
                  <a:pt x="30111" y="1992"/>
                  <a:pt x="30103" y="2003"/>
                </a:cubicBezTo>
                <a:cubicBezTo>
                  <a:pt x="30096" y="2014"/>
                  <a:pt x="30088" y="2024"/>
                  <a:pt x="30079" y="2033"/>
                </a:cubicBezTo>
                <a:cubicBezTo>
                  <a:pt x="30070" y="2043"/>
                  <a:pt x="30059" y="2051"/>
                  <a:pt x="30049" y="2058"/>
                </a:cubicBezTo>
                <a:cubicBezTo>
                  <a:pt x="30038" y="2065"/>
                  <a:pt x="30026" y="2071"/>
                  <a:pt x="30014" y="2076"/>
                </a:cubicBezTo>
                <a:cubicBezTo>
                  <a:pt x="30002" y="2081"/>
                  <a:pt x="29990" y="2085"/>
                  <a:pt x="29977" y="2088"/>
                </a:cubicBezTo>
                <a:cubicBezTo>
                  <a:pt x="29964" y="2090"/>
                  <a:pt x="29951" y="2092"/>
                  <a:pt x="29938" y="2092"/>
                </a:cubicBezTo>
                <a:lnTo>
                  <a:pt x="198" y="2092"/>
                </a:lnTo>
                <a:cubicBezTo>
                  <a:pt x="185" y="2092"/>
                  <a:pt x="172" y="2090"/>
                  <a:pt x="160" y="2088"/>
                </a:cubicBezTo>
                <a:cubicBezTo>
                  <a:pt x="147" y="2085"/>
                  <a:pt x="134" y="2081"/>
                  <a:pt x="122" y="2076"/>
                </a:cubicBezTo>
                <a:cubicBezTo>
                  <a:pt x="110" y="2071"/>
                  <a:pt x="99" y="2065"/>
                  <a:pt x="88" y="2058"/>
                </a:cubicBezTo>
                <a:cubicBezTo>
                  <a:pt x="77" y="2051"/>
                  <a:pt x="67" y="2043"/>
                  <a:pt x="58" y="2033"/>
                </a:cubicBezTo>
                <a:cubicBezTo>
                  <a:pt x="49" y="2024"/>
                  <a:pt x="40" y="2014"/>
                  <a:pt x="33" y="2003"/>
                </a:cubicBezTo>
                <a:cubicBezTo>
                  <a:pt x="26" y="1992"/>
                  <a:pt x="20" y="1981"/>
                  <a:pt x="15" y="1969"/>
                </a:cubicBezTo>
                <a:cubicBezTo>
                  <a:pt x="10" y="1957"/>
                  <a:pt x="6" y="1945"/>
                  <a:pt x="4" y="1932"/>
                </a:cubicBezTo>
                <a:cubicBezTo>
                  <a:pt x="1" y="1919"/>
                  <a:pt x="0" y="1906"/>
                  <a:pt x="0" y="189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671400" y="3300120"/>
            <a:ext cx="10849320" cy="753120"/>
          </a:xfrm>
          <a:custGeom>
            <a:avLst/>
            <a:gdLst/>
            <a:ahLst/>
            <a:rect l="0" t="0" r="r" b="b"/>
            <a:pathLst>
              <a:path w="30137" h="2092">
                <a:moveTo>
                  <a:pt x="0" y="189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7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1893"/>
                </a:lnTo>
                <a:cubicBezTo>
                  <a:pt x="30137" y="1906"/>
                  <a:pt x="30136" y="1919"/>
                  <a:pt x="30133" y="1932"/>
                </a:cubicBezTo>
                <a:cubicBezTo>
                  <a:pt x="30130" y="1945"/>
                  <a:pt x="30127" y="1957"/>
                  <a:pt x="30122" y="1969"/>
                </a:cubicBezTo>
                <a:cubicBezTo>
                  <a:pt x="30117" y="1981"/>
                  <a:pt x="30111" y="1992"/>
                  <a:pt x="30103" y="2003"/>
                </a:cubicBezTo>
                <a:cubicBezTo>
                  <a:pt x="30096" y="2014"/>
                  <a:pt x="30088" y="2024"/>
                  <a:pt x="30079" y="2033"/>
                </a:cubicBezTo>
                <a:cubicBezTo>
                  <a:pt x="30070" y="2043"/>
                  <a:pt x="30059" y="2051"/>
                  <a:pt x="30049" y="2058"/>
                </a:cubicBezTo>
                <a:cubicBezTo>
                  <a:pt x="30038" y="2065"/>
                  <a:pt x="30026" y="2071"/>
                  <a:pt x="30014" y="2076"/>
                </a:cubicBezTo>
                <a:cubicBezTo>
                  <a:pt x="30002" y="2081"/>
                  <a:pt x="29990" y="2085"/>
                  <a:pt x="29977" y="2088"/>
                </a:cubicBezTo>
                <a:cubicBezTo>
                  <a:pt x="29964" y="2090"/>
                  <a:pt x="29951" y="2092"/>
                  <a:pt x="29938" y="2092"/>
                </a:cubicBezTo>
                <a:lnTo>
                  <a:pt x="198" y="2092"/>
                </a:lnTo>
                <a:cubicBezTo>
                  <a:pt x="185" y="2092"/>
                  <a:pt x="172" y="2090"/>
                  <a:pt x="160" y="2088"/>
                </a:cubicBezTo>
                <a:cubicBezTo>
                  <a:pt x="147" y="2085"/>
                  <a:pt x="134" y="2081"/>
                  <a:pt x="122" y="2076"/>
                </a:cubicBezTo>
                <a:cubicBezTo>
                  <a:pt x="110" y="2071"/>
                  <a:pt x="99" y="2065"/>
                  <a:pt x="88" y="2058"/>
                </a:cubicBezTo>
                <a:cubicBezTo>
                  <a:pt x="77" y="2051"/>
                  <a:pt x="67" y="2043"/>
                  <a:pt x="58" y="2033"/>
                </a:cubicBezTo>
                <a:cubicBezTo>
                  <a:pt x="49" y="2024"/>
                  <a:pt x="40" y="2014"/>
                  <a:pt x="33" y="2003"/>
                </a:cubicBezTo>
                <a:cubicBezTo>
                  <a:pt x="26" y="1992"/>
                  <a:pt x="20" y="1981"/>
                  <a:pt x="15" y="1969"/>
                </a:cubicBezTo>
                <a:cubicBezTo>
                  <a:pt x="10" y="1957"/>
                  <a:pt x="6" y="1945"/>
                  <a:pt x="4" y="1932"/>
                </a:cubicBezTo>
                <a:cubicBezTo>
                  <a:pt x="1" y="1919"/>
                  <a:pt x="0" y="1906"/>
                  <a:pt x="0" y="189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671400" y="3300120"/>
            <a:ext cx="10849320" cy="753120"/>
          </a:xfrm>
          <a:custGeom>
            <a:avLst/>
            <a:gdLst/>
            <a:ahLst/>
            <a:rect l="0" t="0" r="r" b="b"/>
            <a:pathLst>
              <a:path w="30137" h="2092">
                <a:moveTo>
                  <a:pt x="0" y="189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7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1893"/>
                </a:lnTo>
                <a:cubicBezTo>
                  <a:pt x="30137" y="1906"/>
                  <a:pt x="30136" y="1919"/>
                  <a:pt x="30133" y="1932"/>
                </a:cubicBezTo>
                <a:cubicBezTo>
                  <a:pt x="30130" y="1945"/>
                  <a:pt x="30127" y="1957"/>
                  <a:pt x="30122" y="1969"/>
                </a:cubicBezTo>
                <a:cubicBezTo>
                  <a:pt x="30117" y="1981"/>
                  <a:pt x="30111" y="1992"/>
                  <a:pt x="30103" y="2003"/>
                </a:cubicBezTo>
                <a:cubicBezTo>
                  <a:pt x="30096" y="2014"/>
                  <a:pt x="30088" y="2024"/>
                  <a:pt x="30079" y="2033"/>
                </a:cubicBezTo>
                <a:cubicBezTo>
                  <a:pt x="30070" y="2043"/>
                  <a:pt x="30059" y="2051"/>
                  <a:pt x="30049" y="2058"/>
                </a:cubicBezTo>
                <a:cubicBezTo>
                  <a:pt x="30038" y="2065"/>
                  <a:pt x="30026" y="2071"/>
                  <a:pt x="30014" y="2076"/>
                </a:cubicBezTo>
                <a:cubicBezTo>
                  <a:pt x="30002" y="2081"/>
                  <a:pt x="29990" y="2085"/>
                  <a:pt x="29977" y="2088"/>
                </a:cubicBezTo>
                <a:cubicBezTo>
                  <a:pt x="29964" y="2090"/>
                  <a:pt x="29951" y="2092"/>
                  <a:pt x="29938" y="2092"/>
                </a:cubicBezTo>
                <a:lnTo>
                  <a:pt x="198" y="2092"/>
                </a:lnTo>
                <a:cubicBezTo>
                  <a:pt x="185" y="2092"/>
                  <a:pt x="172" y="2090"/>
                  <a:pt x="160" y="2088"/>
                </a:cubicBezTo>
                <a:cubicBezTo>
                  <a:pt x="147" y="2085"/>
                  <a:pt x="134" y="2081"/>
                  <a:pt x="122" y="2076"/>
                </a:cubicBezTo>
                <a:cubicBezTo>
                  <a:pt x="110" y="2071"/>
                  <a:pt x="99" y="2065"/>
                  <a:pt x="88" y="2058"/>
                </a:cubicBezTo>
                <a:cubicBezTo>
                  <a:pt x="77" y="2051"/>
                  <a:pt x="67" y="2043"/>
                  <a:pt x="58" y="2033"/>
                </a:cubicBezTo>
                <a:cubicBezTo>
                  <a:pt x="49" y="2024"/>
                  <a:pt x="40" y="2014"/>
                  <a:pt x="33" y="2003"/>
                </a:cubicBezTo>
                <a:cubicBezTo>
                  <a:pt x="26" y="1992"/>
                  <a:pt x="20" y="1981"/>
                  <a:pt x="15" y="1969"/>
                </a:cubicBezTo>
                <a:cubicBezTo>
                  <a:pt x="10" y="1957"/>
                  <a:pt x="6" y="1945"/>
                  <a:pt x="4" y="1932"/>
                </a:cubicBezTo>
                <a:cubicBezTo>
                  <a:pt x="1" y="1919"/>
                  <a:pt x="0" y="1906"/>
                  <a:pt x="0" y="189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666720" y="1112400"/>
            <a:ext cx="7820712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Custom frame mappings: exact </a:t>
            </a:r>
            <a:r>
              <a:rPr lang="en-US" sz="3000" b="1" i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and </a:t>
            </a:r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fast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666720" y="1873080"/>
            <a:ext cx="802211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Pre-compute the index offline. Reuse it every time you decode.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828720" y="2546280"/>
            <a:ext cx="6544281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ffprobe -i video.mp4 -select_streams 0 -show_frames \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828720" y="2765520"/>
            <a:ext cx="926043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    -show_entries frame=pts,duration,key_frame -of json &gt; mappings.json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828720" y="3460680"/>
            <a:ext cx="3951763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with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500" b="0" u="none" strike="noStrike">
                <a:solidFill>
                  <a:srgbClr val="953800"/>
                </a:solidFill>
                <a:effectLst/>
                <a:uFillTx/>
                <a:latin typeface="Courier New"/>
                <a:ea typeface="Courier New"/>
              </a:rPr>
              <a:t>open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"mappings.json"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as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f: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828720" y="3679920"/>
            <a:ext cx="790236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decoder = VideoDecoder(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custom_frame_mappings=f)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981000" y="49338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666720" y="4254480"/>
            <a:ext cx="3344846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The best of both worlds: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4619520" y="4809960"/>
            <a:ext cx="1133640" cy="343080"/>
          </a:xfrm>
          <a:custGeom>
            <a:avLst/>
            <a:gdLst/>
            <a:ahLst/>
            <a:rect l="0" t="0" r="r" b="b"/>
            <a:pathLst>
              <a:path w="3149" h="953">
                <a:moveTo>
                  <a:pt x="0" y="79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991" y="0"/>
                </a:lnTo>
                <a:cubicBezTo>
                  <a:pt x="3001" y="0"/>
                  <a:pt x="3011" y="1"/>
                  <a:pt x="3022" y="3"/>
                </a:cubicBezTo>
                <a:cubicBezTo>
                  <a:pt x="3032" y="5"/>
                  <a:pt x="3042" y="8"/>
                  <a:pt x="3051" y="12"/>
                </a:cubicBezTo>
                <a:cubicBezTo>
                  <a:pt x="3061" y="16"/>
                  <a:pt x="3070" y="21"/>
                  <a:pt x="3079" y="27"/>
                </a:cubicBezTo>
                <a:cubicBezTo>
                  <a:pt x="3087" y="33"/>
                  <a:pt x="3095" y="39"/>
                  <a:pt x="3103" y="46"/>
                </a:cubicBezTo>
                <a:cubicBezTo>
                  <a:pt x="3110" y="54"/>
                  <a:pt x="3117" y="62"/>
                  <a:pt x="3123" y="71"/>
                </a:cubicBezTo>
                <a:cubicBezTo>
                  <a:pt x="3128" y="79"/>
                  <a:pt x="3133" y="88"/>
                  <a:pt x="3137" y="98"/>
                </a:cubicBezTo>
                <a:cubicBezTo>
                  <a:pt x="3141" y="108"/>
                  <a:pt x="3144" y="118"/>
                  <a:pt x="3146" y="128"/>
                </a:cubicBezTo>
                <a:cubicBezTo>
                  <a:pt x="3148" y="138"/>
                  <a:pt x="3149" y="148"/>
                  <a:pt x="3149" y="159"/>
                </a:cubicBezTo>
                <a:lnTo>
                  <a:pt x="3149" y="795"/>
                </a:lnTo>
                <a:cubicBezTo>
                  <a:pt x="3149" y="805"/>
                  <a:pt x="3148" y="815"/>
                  <a:pt x="3146" y="826"/>
                </a:cubicBezTo>
                <a:cubicBezTo>
                  <a:pt x="3144" y="836"/>
                  <a:pt x="3141" y="846"/>
                  <a:pt x="3137" y="855"/>
                </a:cubicBezTo>
                <a:cubicBezTo>
                  <a:pt x="3133" y="865"/>
                  <a:pt x="3128" y="874"/>
                  <a:pt x="3123" y="883"/>
                </a:cubicBezTo>
                <a:cubicBezTo>
                  <a:pt x="3117" y="892"/>
                  <a:pt x="3110" y="900"/>
                  <a:pt x="3103" y="907"/>
                </a:cubicBezTo>
                <a:cubicBezTo>
                  <a:pt x="3095" y="914"/>
                  <a:pt x="3087" y="921"/>
                  <a:pt x="3079" y="927"/>
                </a:cubicBezTo>
                <a:cubicBezTo>
                  <a:pt x="3070" y="932"/>
                  <a:pt x="3061" y="937"/>
                  <a:pt x="3051" y="941"/>
                </a:cubicBezTo>
                <a:cubicBezTo>
                  <a:pt x="3042" y="945"/>
                  <a:pt x="3032" y="948"/>
                  <a:pt x="3022" y="950"/>
                </a:cubicBezTo>
                <a:cubicBezTo>
                  <a:pt x="3011" y="952"/>
                  <a:pt x="3001" y="953"/>
                  <a:pt x="2991" y="953"/>
                </a:cubicBezTo>
                <a:lnTo>
                  <a:pt x="159" y="953"/>
                </a:lnTo>
                <a:cubicBezTo>
                  <a:pt x="148" y="953"/>
                  <a:pt x="138" y="952"/>
                  <a:pt x="128" y="950"/>
                </a:cubicBezTo>
                <a:cubicBezTo>
                  <a:pt x="117" y="948"/>
                  <a:pt x="107" y="945"/>
                  <a:pt x="98" y="941"/>
                </a:cubicBezTo>
                <a:cubicBezTo>
                  <a:pt x="88" y="937"/>
                  <a:pt x="79" y="932"/>
                  <a:pt x="70" y="927"/>
                </a:cubicBezTo>
                <a:cubicBezTo>
                  <a:pt x="62" y="921"/>
                  <a:pt x="54" y="914"/>
                  <a:pt x="46" y="907"/>
                </a:cubicBezTo>
                <a:cubicBezTo>
                  <a:pt x="39" y="900"/>
                  <a:pt x="32" y="892"/>
                  <a:pt x="27" y="883"/>
                </a:cubicBezTo>
                <a:cubicBezTo>
                  <a:pt x="21" y="874"/>
                  <a:pt x="16" y="865"/>
                  <a:pt x="12" y="855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5"/>
                  <a:pt x="0" y="805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1200240" y="4806720"/>
            <a:ext cx="369865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Frame-accurate seeking like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981000" y="54003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4714920" y="4857120"/>
            <a:ext cx="103109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"exact"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3552480" y="5276520"/>
            <a:ext cx="1953000" cy="343440"/>
          </a:xfrm>
          <a:custGeom>
            <a:avLst/>
            <a:gdLst/>
            <a:ahLst/>
            <a:rect l="0" t="0" r="r" b="b"/>
            <a:pathLst>
              <a:path w="5425" h="954">
                <a:moveTo>
                  <a:pt x="0" y="795"/>
                </a:move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8"/>
                </a:cubicBezTo>
                <a:cubicBezTo>
                  <a:pt x="17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0" y="21"/>
                  <a:pt x="89" y="16"/>
                  <a:pt x="98" y="13"/>
                </a:cubicBezTo>
                <a:cubicBezTo>
                  <a:pt x="108" y="9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267" y="0"/>
                </a:lnTo>
                <a:cubicBezTo>
                  <a:pt x="5277" y="0"/>
                  <a:pt x="5287" y="1"/>
                  <a:pt x="5298" y="3"/>
                </a:cubicBezTo>
                <a:cubicBezTo>
                  <a:pt x="5308" y="5"/>
                  <a:pt x="5318" y="9"/>
                  <a:pt x="5327" y="13"/>
                </a:cubicBezTo>
                <a:cubicBezTo>
                  <a:pt x="5337" y="16"/>
                  <a:pt x="5346" y="21"/>
                  <a:pt x="5355" y="27"/>
                </a:cubicBezTo>
                <a:cubicBezTo>
                  <a:pt x="5364" y="33"/>
                  <a:pt x="5372" y="40"/>
                  <a:pt x="5379" y="47"/>
                </a:cubicBezTo>
                <a:cubicBezTo>
                  <a:pt x="5386" y="54"/>
                  <a:pt x="5393" y="62"/>
                  <a:pt x="5399" y="71"/>
                </a:cubicBezTo>
                <a:cubicBezTo>
                  <a:pt x="5404" y="80"/>
                  <a:pt x="5409" y="89"/>
                  <a:pt x="5413" y="98"/>
                </a:cubicBezTo>
                <a:cubicBezTo>
                  <a:pt x="5417" y="109"/>
                  <a:pt x="5420" y="119"/>
                  <a:pt x="5422" y="129"/>
                </a:cubicBezTo>
                <a:cubicBezTo>
                  <a:pt x="5424" y="139"/>
                  <a:pt x="5425" y="150"/>
                  <a:pt x="5425" y="160"/>
                </a:cubicBezTo>
                <a:lnTo>
                  <a:pt x="5425" y="795"/>
                </a:lnTo>
                <a:cubicBezTo>
                  <a:pt x="5425" y="806"/>
                  <a:pt x="5424" y="816"/>
                  <a:pt x="5422" y="826"/>
                </a:cubicBezTo>
                <a:cubicBezTo>
                  <a:pt x="5420" y="836"/>
                  <a:pt x="5417" y="846"/>
                  <a:pt x="5413" y="856"/>
                </a:cubicBezTo>
                <a:cubicBezTo>
                  <a:pt x="5409" y="866"/>
                  <a:pt x="5404" y="875"/>
                  <a:pt x="5399" y="883"/>
                </a:cubicBezTo>
                <a:cubicBezTo>
                  <a:pt x="5393" y="892"/>
                  <a:pt x="5386" y="900"/>
                  <a:pt x="5379" y="907"/>
                </a:cubicBezTo>
                <a:cubicBezTo>
                  <a:pt x="5372" y="915"/>
                  <a:pt x="5364" y="921"/>
                  <a:pt x="5355" y="927"/>
                </a:cubicBezTo>
                <a:cubicBezTo>
                  <a:pt x="5346" y="933"/>
                  <a:pt x="5337" y="938"/>
                  <a:pt x="5327" y="942"/>
                </a:cubicBezTo>
                <a:cubicBezTo>
                  <a:pt x="5318" y="946"/>
                  <a:pt x="5308" y="949"/>
                  <a:pt x="5298" y="951"/>
                </a:cubicBezTo>
                <a:cubicBezTo>
                  <a:pt x="5287" y="953"/>
                  <a:pt x="5277" y="954"/>
                  <a:pt x="5267" y="954"/>
                </a:cubicBezTo>
                <a:lnTo>
                  <a:pt x="159" y="954"/>
                </a:lnTo>
                <a:cubicBezTo>
                  <a:pt x="149" y="954"/>
                  <a:pt x="138" y="953"/>
                  <a:pt x="128" y="951"/>
                </a:cubicBezTo>
                <a:cubicBezTo>
                  <a:pt x="118" y="949"/>
                  <a:pt x="108" y="946"/>
                  <a:pt x="98" y="942"/>
                </a:cubicBezTo>
                <a:cubicBezTo>
                  <a:pt x="89" y="938"/>
                  <a:pt x="80" y="933"/>
                  <a:pt x="71" y="927"/>
                </a:cubicBezTo>
                <a:cubicBezTo>
                  <a:pt x="62" y="921"/>
                  <a:pt x="54" y="915"/>
                  <a:pt x="47" y="907"/>
                </a:cubicBezTo>
                <a:cubicBezTo>
                  <a:pt x="40" y="900"/>
                  <a:pt x="33" y="892"/>
                  <a:pt x="27" y="883"/>
                </a:cubicBezTo>
                <a:cubicBezTo>
                  <a:pt x="21" y="875"/>
                  <a:pt x="17" y="866"/>
                  <a:pt x="13" y="856"/>
                </a:cubicBezTo>
                <a:cubicBezTo>
                  <a:pt x="9" y="846"/>
                  <a:pt x="6" y="836"/>
                  <a:pt x="4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1200240" y="5273640"/>
            <a:ext cx="2546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Creation speed like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3648240" y="5323680"/>
            <a:ext cx="191406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"approximate"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880200" y="6397920"/>
            <a:ext cx="277719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Custom frame mappings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3943080" y="2495520"/>
            <a:ext cx="867240" cy="628920"/>
          </a:xfrm>
          <a:custGeom>
            <a:avLst/>
            <a:gdLst/>
            <a:ahLst/>
            <a:rect l="0" t="0" r="r" b="b"/>
            <a:pathLst>
              <a:path w="2409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170" y="0"/>
                </a:lnTo>
                <a:cubicBezTo>
                  <a:pt x="2185" y="0"/>
                  <a:pt x="2201" y="1"/>
                  <a:pt x="2216" y="4"/>
                </a:cubicBezTo>
                <a:cubicBezTo>
                  <a:pt x="2232" y="7"/>
                  <a:pt x="2247" y="12"/>
                  <a:pt x="2261" y="18"/>
                </a:cubicBezTo>
                <a:cubicBezTo>
                  <a:pt x="2275" y="24"/>
                  <a:pt x="2290" y="31"/>
                  <a:pt x="2303" y="40"/>
                </a:cubicBezTo>
                <a:cubicBezTo>
                  <a:pt x="2316" y="48"/>
                  <a:pt x="2328" y="58"/>
                  <a:pt x="2339" y="69"/>
                </a:cubicBezTo>
                <a:cubicBezTo>
                  <a:pt x="2350" y="80"/>
                  <a:pt x="2360" y="92"/>
                  <a:pt x="2369" y="105"/>
                </a:cubicBezTo>
                <a:cubicBezTo>
                  <a:pt x="2378" y="118"/>
                  <a:pt x="2385" y="132"/>
                  <a:pt x="2391" y="147"/>
                </a:cubicBezTo>
                <a:cubicBezTo>
                  <a:pt x="2397" y="161"/>
                  <a:pt x="2401" y="176"/>
                  <a:pt x="2404" y="191"/>
                </a:cubicBezTo>
                <a:cubicBezTo>
                  <a:pt x="2407" y="207"/>
                  <a:pt x="2409" y="222"/>
                  <a:pt x="2409" y="238"/>
                </a:cubicBezTo>
                <a:lnTo>
                  <a:pt x="2409" y="1509"/>
                </a:lnTo>
                <a:cubicBezTo>
                  <a:pt x="2409" y="1524"/>
                  <a:pt x="2407" y="1540"/>
                  <a:pt x="2404" y="1555"/>
                </a:cubicBezTo>
                <a:cubicBezTo>
                  <a:pt x="2401" y="1570"/>
                  <a:pt x="2397" y="1585"/>
                  <a:pt x="2391" y="1600"/>
                </a:cubicBezTo>
                <a:cubicBezTo>
                  <a:pt x="2385" y="1614"/>
                  <a:pt x="2378" y="1628"/>
                  <a:pt x="2369" y="1641"/>
                </a:cubicBezTo>
                <a:cubicBezTo>
                  <a:pt x="2360" y="1654"/>
                  <a:pt x="2350" y="1666"/>
                  <a:pt x="2339" y="1677"/>
                </a:cubicBezTo>
                <a:cubicBezTo>
                  <a:pt x="2328" y="1688"/>
                  <a:pt x="2316" y="1698"/>
                  <a:pt x="2303" y="1707"/>
                </a:cubicBezTo>
                <a:cubicBezTo>
                  <a:pt x="2290" y="1715"/>
                  <a:pt x="2275" y="1723"/>
                  <a:pt x="2261" y="1729"/>
                </a:cubicBezTo>
                <a:cubicBezTo>
                  <a:pt x="2247" y="1735"/>
                  <a:pt x="2232" y="1739"/>
                  <a:pt x="2216" y="1742"/>
                </a:cubicBezTo>
                <a:cubicBezTo>
                  <a:pt x="2201" y="1745"/>
                  <a:pt x="2185" y="1747"/>
                  <a:pt x="2170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3943080" y="2495520"/>
            <a:ext cx="867240" cy="628920"/>
          </a:xfrm>
          <a:custGeom>
            <a:avLst/>
            <a:gdLst/>
            <a:ahLst/>
            <a:rect l="0" t="0" r="r" b="b"/>
            <a:pathLst>
              <a:path w="2409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170" y="0"/>
                </a:lnTo>
                <a:cubicBezTo>
                  <a:pt x="2185" y="0"/>
                  <a:pt x="2201" y="1"/>
                  <a:pt x="2216" y="4"/>
                </a:cubicBezTo>
                <a:cubicBezTo>
                  <a:pt x="2232" y="7"/>
                  <a:pt x="2247" y="12"/>
                  <a:pt x="2261" y="18"/>
                </a:cubicBezTo>
                <a:cubicBezTo>
                  <a:pt x="2275" y="24"/>
                  <a:pt x="2290" y="31"/>
                  <a:pt x="2303" y="40"/>
                </a:cubicBezTo>
                <a:cubicBezTo>
                  <a:pt x="2316" y="48"/>
                  <a:pt x="2328" y="58"/>
                  <a:pt x="2339" y="69"/>
                </a:cubicBezTo>
                <a:cubicBezTo>
                  <a:pt x="2350" y="80"/>
                  <a:pt x="2360" y="92"/>
                  <a:pt x="2369" y="105"/>
                </a:cubicBezTo>
                <a:cubicBezTo>
                  <a:pt x="2378" y="118"/>
                  <a:pt x="2385" y="132"/>
                  <a:pt x="2391" y="147"/>
                </a:cubicBezTo>
                <a:cubicBezTo>
                  <a:pt x="2397" y="161"/>
                  <a:pt x="2401" y="176"/>
                  <a:pt x="2404" y="191"/>
                </a:cubicBezTo>
                <a:cubicBezTo>
                  <a:pt x="2407" y="207"/>
                  <a:pt x="2409" y="222"/>
                  <a:pt x="2409" y="238"/>
                </a:cubicBezTo>
                <a:lnTo>
                  <a:pt x="2409" y="1509"/>
                </a:lnTo>
                <a:cubicBezTo>
                  <a:pt x="2409" y="1524"/>
                  <a:pt x="2407" y="1540"/>
                  <a:pt x="2404" y="1555"/>
                </a:cubicBezTo>
                <a:cubicBezTo>
                  <a:pt x="2401" y="1570"/>
                  <a:pt x="2397" y="1585"/>
                  <a:pt x="2391" y="1600"/>
                </a:cubicBezTo>
                <a:cubicBezTo>
                  <a:pt x="2385" y="1614"/>
                  <a:pt x="2378" y="1628"/>
                  <a:pt x="2369" y="1641"/>
                </a:cubicBezTo>
                <a:cubicBezTo>
                  <a:pt x="2360" y="1654"/>
                  <a:pt x="2350" y="1666"/>
                  <a:pt x="2339" y="1677"/>
                </a:cubicBezTo>
                <a:cubicBezTo>
                  <a:pt x="2328" y="1688"/>
                  <a:pt x="2316" y="1698"/>
                  <a:pt x="2303" y="1707"/>
                </a:cubicBezTo>
                <a:cubicBezTo>
                  <a:pt x="2290" y="1715"/>
                  <a:pt x="2275" y="1723"/>
                  <a:pt x="2261" y="1729"/>
                </a:cubicBezTo>
                <a:cubicBezTo>
                  <a:pt x="2247" y="1735"/>
                  <a:pt x="2232" y="1739"/>
                  <a:pt x="2216" y="1742"/>
                </a:cubicBezTo>
                <a:cubicBezTo>
                  <a:pt x="2201" y="1745"/>
                  <a:pt x="2185" y="1747"/>
                  <a:pt x="2170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120560" y="2679120"/>
            <a:ext cx="55015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286240" y="2495520"/>
            <a:ext cx="1162440" cy="628920"/>
          </a:xfrm>
          <a:custGeom>
            <a:avLst/>
            <a:gdLst/>
            <a:ahLst/>
            <a:rect l="0" t="0" r="r" b="b"/>
            <a:pathLst>
              <a:path w="3229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2990" y="0"/>
                </a:lnTo>
                <a:cubicBezTo>
                  <a:pt x="3005" y="0"/>
                  <a:pt x="3021" y="1"/>
                  <a:pt x="3036" y="4"/>
                </a:cubicBezTo>
                <a:cubicBezTo>
                  <a:pt x="3051" y="7"/>
                  <a:pt x="3067" y="12"/>
                  <a:pt x="3082" y="18"/>
                </a:cubicBezTo>
                <a:cubicBezTo>
                  <a:pt x="3096" y="24"/>
                  <a:pt x="3110" y="31"/>
                  <a:pt x="3123" y="40"/>
                </a:cubicBezTo>
                <a:cubicBezTo>
                  <a:pt x="3136" y="48"/>
                  <a:pt x="3148" y="58"/>
                  <a:pt x="3159" y="69"/>
                </a:cubicBezTo>
                <a:cubicBezTo>
                  <a:pt x="3170" y="80"/>
                  <a:pt x="3180" y="92"/>
                  <a:pt x="3189" y="105"/>
                </a:cubicBezTo>
                <a:cubicBezTo>
                  <a:pt x="3197" y="118"/>
                  <a:pt x="3205" y="132"/>
                  <a:pt x="3211" y="147"/>
                </a:cubicBezTo>
                <a:cubicBezTo>
                  <a:pt x="3217" y="161"/>
                  <a:pt x="3221" y="176"/>
                  <a:pt x="3224" y="191"/>
                </a:cubicBezTo>
                <a:cubicBezTo>
                  <a:pt x="3227" y="207"/>
                  <a:pt x="3229" y="222"/>
                  <a:pt x="3229" y="238"/>
                </a:cubicBezTo>
                <a:lnTo>
                  <a:pt x="3229" y="1509"/>
                </a:lnTo>
                <a:cubicBezTo>
                  <a:pt x="3229" y="1524"/>
                  <a:pt x="3227" y="1540"/>
                  <a:pt x="3224" y="1555"/>
                </a:cubicBezTo>
                <a:cubicBezTo>
                  <a:pt x="3221" y="1570"/>
                  <a:pt x="3217" y="1585"/>
                  <a:pt x="3211" y="1600"/>
                </a:cubicBezTo>
                <a:cubicBezTo>
                  <a:pt x="3205" y="1614"/>
                  <a:pt x="3197" y="1628"/>
                  <a:pt x="3189" y="1641"/>
                </a:cubicBezTo>
                <a:cubicBezTo>
                  <a:pt x="3180" y="1654"/>
                  <a:pt x="3170" y="1666"/>
                  <a:pt x="3159" y="1677"/>
                </a:cubicBezTo>
                <a:cubicBezTo>
                  <a:pt x="3148" y="1688"/>
                  <a:pt x="3136" y="1698"/>
                  <a:pt x="3123" y="1707"/>
                </a:cubicBezTo>
                <a:cubicBezTo>
                  <a:pt x="3110" y="1715"/>
                  <a:pt x="3096" y="1723"/>
                  <a:pt x="3082" y="1729"/>
                </a:cubicBezTo>
                <a:cubicBezTo>
                  <a:pt x="3067" y="1735"/>
                  <a:pt x="3051" y="1739"/>
                  <a:pt x="3036" y="1742"/>
                </a:cubicBezTo>
                <a:cubicBezTo>
                  <a:pt x="3021" y="1745"/>
                  <a:pt x="3005" y="1747"/>
                  <a:pt x="2990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7" y="1570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5286240" y="2495520"/>
            <a:ext cx="1162440" cy="628920"/>
          </a:xfrm>
          <a:custGeom>
            <a:avLst/>
            <a:gdLst/>
            <a:ahLst/>
            <a:rect l="0" t="0" r="r" b="b"/>
            <a:pathLst>
              <a:path w="3229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2990" y="0"/>
                </a:lnTo>
                <a:cubicBezTo>
                  <a:pt x="3005" y="0"/>
                  <a:pt x="3021" y="1"/>
                  <a:pt x="3036" y="4"/>
                </a:cubicBezTo>
                <a:cubicBezTo>
                  <a:pt x="3051" y="7"/>
                  <a:pt x="3067" y="12"/>
                  <a:pt x="3082" y="18"/>
                </a:cubicBezTo>
                <a:cubicBezTo>
                  <a:pt x="3096" y="24"/>
                  <a:pt x="3110" y="31"/>
                  <a:pt x="3123" y="40"/>
                </a:cubicBezTo>
                <a:cubicBezTo>
                  <a:pt x="3136" y="48"/>
                  <a:pt x="3148" y="58"/>
                  <a:pt x="3159" y="69"/>
                </a:cubicBezTo>
                <a:cubicBezTo>
                  <a:pt x="3170" y="80"/>
                  <a:pt x="3180" y="92"/>
                  <a:pt x="3189" y="105"/>
                </a:cubicBezTo>
                <a:cubicBezTo>
                  <a:pt x="3197" y="118"/>
                  <a:pt x="3205" y="132"/>
                  <a:pt x="3211" y="147"/>
                </a:cubicBezTo>
                <a:cubicBezTo>
                  <a:pt x="3217" y="161"/>
                  <a:pt x="3221" y="176"/>
                  <a:pt x="3224" y="191"/>
                </a:cubicBezTo>
                <a:cubicBezTo>
                  <a:pt x="3227" y="207"/>
                  <a:pt x="3229" y="222"/>
                  <a:pt x="3229" y="238"/>
                </a:cubicBezTo>
                <a:lnTo>
                  <a:pt x="3229" y="1509"/>
                </a:lnTo>
                <a:cubicBezTo>
                  <a:pt x="3229" y="1524"/>
                  <a:pt x="3227" y="1540"/>
                  <a:pt x="3224" y="1555"/>
                </a:cubicBezTo>
                <a:cubicBezTo>
                  <a:pt x="3221" y="1570"/>
                  <a:pt x="3217" y="1585"/>
                  <a:pt x="3211" y="1600"/>
                </a:cubicBezTo>
                <a:cubicBezTo>
                  <a:pt x="3205" y="1614"/>
                  <a:pt x="3197" y="1628"/>
                  <a:pt x="3189" y="1641"/>
                </a:cubicBezTo>
                <a:cubicBezTo>
                  <a:pt x="3180" y="1654"/>
                  <a:pt x="3170" y="1666"/>
                  <a:pt x="3159" y="1677"/>
                </a:cubicBezTo>
                <a:cubicBezTo>
                  <a:pt x="3148" y="1688"/>
                  <a:pt x="3136" y="1698"/>
                  <a:pt x="3123" y="1707"/>
                </a:cubicBezTo>
                <a:cubicBezTo>
                  <a:pt x="3110" y="1715"/>
                  <a:pt x="3096" y="1723"/>
                  <a:pt x="3082" y="1729"/>
                </a:cubicBezTo>
                <a:cubicBezTo>
                  <a:pt x="3067" y="1735"/>
                  <a:pt x="3051" y="1739"/>
                  <a:pt x="3036" y="1742"/>
                </a:cubicBezTo>
                <a:cubicBezTo>
                  <a:pt x="3021" y="1745"/>
                  <a:pt x="3005" y="1747"/>
                  <a:pt x="2990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7" y="1570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914720" y="26542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5467320" y="2679120"/>
            <a:ext cx="865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6924600" y="2495520"/>
            <a:ext cx="1324080" cy="628920"/>
          </a:xfrm>
          <a:custGeom>
            <a:avLst/>
            <a:gdLst/>
            <a:ahLst/>
            <a:rect l="0" t="0" r="r" b="b"/>
            <a:pathLst>
              <a:path w="3678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8" y="80"/>
                  <a:pt x="69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1" y="4"/>
                </a:cubicBezTo>
                <a:cubicBezTo>
                  <a:pt x="207" y="1"/>
                  <a:pt x="222" y="0"/>
                  <a:pt x="238" y="0"/>
                </a:cubicBezTo>
                <a:lnTo>
                  <a:pt x="3440" y="0"/>
                </a:lnTo>
                <a:cubicBezTo>
                  <a:pt x="3456" y="0"/>
                  <a:pt x="3471" y="1"/>
                  <a:pt x="3487" y="4"/>
                </a:cubicBezTo>
                <a:cubicBezTo>
                  <a:pt x="3502" y="7"/>
                  <a:pt x="3517" y="12"/>
                  <a:pt x="3531" y="18"/>
                </a:cubicBezTo>
                <a:cubicBezTo>
                  <a:pt x="3546" y="24"/>
                  <a:pt x="3560" y="31"/>
                  <a:pt x="3573" y="40"/>
                </a:cubicBezTo>
                <a:cubicBezTo>
                  <a:pt x="3586" y="48"/>
                  <a:pt x="3598" y="58"/>
                  <a:pt x="3609" y="69"/>
                </a:cubicBezTo>
                <a:cubicBezTo>
                  <a:pt x="3620" y="80"/>
                  <a:pt x="3630" y="92"/>
                  <a:pt x="3638" y="105"/>
                </a:cubicBezTo>
                <a:cubicBezTo>
                  <a:pt x="3647" y="118"/>
                  <a:pt x="3654" y="132"/>
                  <a:pt x="3660" y="147"/>
                </a:cubicBezTo>
                <a:cubicBezTo>
                  <a:pt x="3666" y="161"/>
                  <a:pt x="3671" y="176"/>
                  <a:pt x="3674" y="191"/>
                </a:cubicBezTo>
                <a:cubicBezTo>
                  <a:pt x="3677" y="207"/>
                  <a:pt x="3678" y="222"/>
                  <a:pt x="3678" y="238"/>
                </a:cubicBezTo>
                <a:lnTo>
                  <a:pt x="3678" y="1509"/>
                </a:lnTo>
                <a:cubicBezTo>
                  <a:pt x="3678" y="1524"/>
                  <a:pt x="3677" y="1540"/>
                  <a:pt x="3674" y="1555"/>
                </a:cubicBezTo>
                <a:cubicBezTo>
                  <a:pt x="3671" y="1570"/>
                  <a:pt x="3666" y="1585"/>
                  <a:pt x="3660" y="1600"/>
                </a:cubicBezTo>
                <a:cubicBezTo>
                  <a:pt x="3654" y="1614"/>
                  <a:pt x="3647" y="1628"/>
                  <a:pt x="3638" y="1641"/>
                </a:cubicBezTo>
                <a:cubicBezTo>
                  <a:pt x="3630" y="1654"/>
                  <a:pt x="3620" y="1666"/>
                  <a:pt x="3609" y="1677"/>
                </a:cubicBezTo>
                <a:cubicBezTo>
                  <a:pt x="3598" y="1688"/>
                  <a:pt x="3586" y="1698"/>
                  <a:pt x="3573" y="1707"/>
                </a:cubicBezTo>
                <a:cubicBezTo>
                  <a:pt x="3560" y="1715"/>
                  <a:pt x="3546" y="1723"/>
                  <a:pt x="3531" y="1729"/>
                </a:cubicBezTo>
                <a:cubicBezTo>
                  <a:pt x="3517" y="1735"/>
                  <a:pt x="3502" y="1739"/>
                  <a:pt x="3487" y="1742"/>
                </a:cubicBezTo>
                <a:cubicBezTo>
                  <a:pt x="3471" y="1745"/>
                  <a:pt x="3456" y="1747"/>
                  <a:pt x="3440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1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69" y="1677"/>
                </a:cubicBezTo>
                <a:cubicBezTo>
                  <a:pt x="58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7" y="1570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6924600" y="2495520"/>
            <a:ext cx="1324080" cy="628920"/>
          </a:xfrm>
          <a:custGeom>
            <a:avLst/>
            <a:gdLst/>
            <a:ahLst/>
            <a:rect l="0" t="0" r="r" b="b"/>
            <a:pathLst>
              <a:path w="3678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8" y="80"/>
                  <a:pt x="69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1" y="4"/>
                </a:cubicBezTo>
                <a:cubicBezTo>
                  <a:pt x="207" y="1"/>
                  <a:pt x="222" y="0"/>
                  <a:pt x="238" y="0"/>
                </a:cubicBezTo>
                <a:lnTo>
                  <a:pt x="3440" y="0"/>
                </a:lnTo>
                <a:cubicBezTo>
                  <a:pt x="3456" y="0"/>
                  <a:pt x="3471" y="1"/>
                  <a:pt x="3487" y="4"/>
                </a:cubicBezTo>
                <a:cubicBezTo>
                  <a:pt x="3502" y="7"/>
                  <a:pt x="3517" y="12"/>
                  <a:pt x="3531" y="18"/>
                </a:cubicBezTo>
                <a:cubicBezTo>
                  <a:pt x="3546" y="24"/>
                  <a:pt x="3560" y="31"/>
                  <a:pt x="3573" y="40"/>
                </a:cubicBezTo>
                <a:cubicBezTo>
                  <a:pt x="3586" y="48"/>
                  <a:pt x="3598" y="58"/>
                  <a:pt x="3609" y="69"/>
                </a:cubicBezTo>
                <a:cubicBezTo>
                  <a:pt x="3620" y="80"/>
                  <a:pt x="3630" y="92"/>
                  <a:pt x="3638" y="105"/>
                </a:cubicBezTo>
                <a:cubicBezTo>
                  <a:pt x="3647" y="118"/>
                  <a:pt x="3654" y="132"/>
                  <a:pt x="3660" y="147"/>
                </a:cubicBezTo>
                <a:cubicBezTo>
                  <a:pt x="3666" y="161"/>
                  <a:pt x="3671" y="176"/>
                  <a:pt x="3674" y="191"/>
                </a:cubicBezTo>
                <a:cubicBezTo>
                  <a:pt x="3677" y="207"/>
                  <a:pt x="3678" y="222"/>
                  <a:pt x="3678" y="238"/>
                </a:cubicBezTo>
                <a:lnTo>
                  <a:pt x="3678" y="1509"/>
                </a:lnTo>
                <a:cubicBezTo>
                  <a:pt x="3678" y="1524"/>
                  <a:pt x="3677" y="1540"/>
                  <a:pt x="3674" y="1555"/>
                </a:cubicBezTo>
                <a:cubicBezTo>
                  <a:pt x="3671" y="1570"/>
                  <a:pt x="3666" y="1585"/>
                  <a:pt x="3660" y="1600"/>
                </a:cubicBezTo>
                <a:cubicBezTo>
                  <a:pt x="3654" y="1614"/>
                  <a:pt x="3647" y="1628"/>
                  <a:pt x="3638" y="1641"/>
                </a:cubicBezTo>
                <a:cubicBezTo>
                  <a:pt x="3630" y="1654"/>
                  <a:pt x="3620" y="1666"/>
                  <a:pt x="3609" y="1677"/>
                </a:cubicBezTo>
                <a:cubicBezTo>
                  <a:pt x="3598" y="1688"/>
                  <a:pt x="3586" y="1698"/>
                  <a:pt x="3573" y="1707"/>
                </a:cubicBezTo>
                <a:cubicBezTo>
                  <a:pt x="3560" y="1715"/>
                  <a:pt x="3546" y="1723"/>
                  <a:pt x="3531" y="1729"/>
                </a:cubicBezTo>
                <a:cubicBezTo>
                  <a:pt x="3517" y="1735"/>
                  <a:pt x="3502" y="1739"/>
                  <a:pt x="3487" y="1742"/>
                </a:cubicBezTo>
                <a:cubicBezTo>
                  <a:pt x="3471" y="1745"/>
                  <a:pt x="3456" y="1747"/>
                  <a:pt x="3440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1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69" y="1677"/>
                </a:cubicBezTo>
                <a:cubicBezTo>
                  <a:pt x="58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7" y="1570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553440" y="26542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7106040" y="2679120"/>
            <a:ext cx="104353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707360" y="3458160"/>
            <a:ext cx="2999980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4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Decoding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671400" y="1538280"/>
            <a:ext cx="10849320" cy="876600"/>
          </a:xfrm>
          <a:custGeom>
            <a:avLst/>
            <a:gdLst/>
            <a:ahLst/>
            <a:rect l="0" t="0" r="r" b="b"/>
            <a:pathLst>
              <a:path w="30137" h="2435">
                <a:moveTo>
                  <a:pt x="0" y="2236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3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8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6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2236"/>
                </a:lnTo>
                <a:cubicBezTo>
                  <a:pt x="30137" y="2249"/>
                  <a:pt x="30136" y="2262"/>
                  <a:pt x="30133" y="2275"/>
                </a:cubicBezTo>
                <a:cubicBezTo>
                  <a:pt x="30130" y="2288"/>
                  <a:pt x="30127" y="2300"/>
                  <a:pt x="30122" y="2312"/>
                </a:cubicBezTo>
                <a:cubicBezTo>
                  <a:pt x="30117" y="2324"/>
                  <a:pt x="30111" y="2336"/>
                  <a:pt x="30103" y="2346"/>
                </a:cubicBezTo>
                <a:cubicBezTo>
                  <a:pt x="30096" y="2357"/>
                  <a:pt x="30088" y="2367"/>
                  <a:pt x="30079" y="2377"/>
                </a:cubicBezTo>
                <a:cubicBezTo>
                  <a:pt x="30070" y="2386"/>
                  <a:pt x="30059" y="2394"/>
                  <a:pt x="30049" y="2401"/>
                </a:cubicBezTo>
                <a:cubicBezTo>
                  <a:pt x="30038" y="2408"/>
                  <a:pt x="30026" y="2415"/>
                  <a:pt x="30014" y="2420"/>
                </a:cubicBezTo>
                <a:cubicBezTo>
                  <a:pt x="30002" y="2425"/>
                  <a:pt x="29990" y="2428"/>
                  <a:pt x="29977" y="2431"/>
                </a:cubicBezTo>
                <a:cubicBezTo>
                  <a:pt x="29964" y="2433"/>
                  <a:pt x="29951" y="2435"/>
                  <a:pt x="29938" y="2435"/>
                </a:cubicBezTo>
                <a:lnTo>
                  <a:pt x="198" y="2435"/>
                </a:lnTo>
                <a:cubicBezTo>
                  <a:pt x="185" y="2435"/>
                  <a:pt x="172" y="2433"/>
                  <a:pt x="160" y="2431"/>
                </a:cubicBezTo>
                <a:cubicBezTo>
                  <a:pt x="147" y="2428"/>
                  <a:pt x="134" y="2425"/>
                  <a:pt x="122" y="2420"/>
                </a:cubicBezTo>
                <a:cubicBezTo>
                  <a:pt x="110" y="2415"/>
                  <a:pt x="99" y="2408"/>
                  <a:pt x="88" y="2401"/>
                </a:cubicBezTo>
                <a:cubicBezTo>
                  <a:pt x="77" y="2394"/>
                  <a:pt x="67" y="2386"/>
                  <a:pt x="58" y="2377"/>
                </a:cubicBezTo>
                <a:cubicBezTo>
                  <a:pt x="49" y="2367"/>
                  <a:pt x="40" y="2357"/>
                  <a:pt x="33" y="2346"/>
                </a:cubicBezTo>
                <a:cubicBezTo>
                  <a:pt x="26" y="2336"/>
                  <a:pt x="20" y="2324"/>
                  <a:pt x="15" y="2312"/>
                </a:cubicBezTo>
                <a:cubicBezTo>
                  <a:pt x="10" y="2300"/>
                  <a:pt x="6" y="2288"/>
                  <a:pt x="4" y="2275"/>
                </a:cubicBezTo>
                <a:cubicBezTo>
                  <a:pt x="1" y="2262"/>
                  <a:pt x="0" y="2249"/>
                  <a:pt x="0" y="223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71400" y="1538280"/>
            <a:ext cx="10849320" cy="876600"/>
          </a:xfrm>
          <a:custGeom>
            <a:avLst/>
            <a:gdLst/>
            <a:ahLst/>
            <a:rect l="0" t="0" r="r" b="b"/>
            <a:pathLst>
              <a:path w="30137" h="2435">
                <a:moveTo>
                  <a:pt x="0" y="2236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3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8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6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2236"/>
                </a:lnTo>
                <a:cubicBezTo>
                  <a:pt x="30137" y="2249"/>
                  <a:pt x="30136" y="2262"/>
                  <a:pt x="30133" y="2275"/>
                </a:cubicBezTo>
                <a:cubicBezTo>
                  <a:pt x="30130" y="2288"/>
                  <a:pt x="30127" y="2300"/>
                  <a:pt x="30122" y="2312"/>
                </a:cubicBezTo>
                <a:cubicBezTo>
                  <a:pt x="30117" y="2324"/>
                  <a:pt x="30111" y="2336"/>
                  <a:pt x="30103" y="2346"/>
                </a:cubicBezTo>
                <a:cubicBezTo>
                  <a:pt x="30096" y="2357"/>
                  <a:pt x="30088" y="2367"/>
                  <a:pt x="30079" y="2377"/>
                </a:cubicBezTo>
                <a:cubicBezTo>
                  <a:pt x="30070" y="2386"/>
                  <a:pt x="30059" y="2394"/>
                  <a:pt x="30049" y="2401"/>
                </a:cubicBezTo>
                <a:cubicBezTo>
                  <a:pt x="30038" y="2408"/>
                  <a:pt x="30026" y="2415"/>
                  <a:pt x="30014" y="2420"/>
                </a:cubicBezTo>
                <a:cubicBezTo>
                  <a:pt x="30002" y="2425"/>
                  <a:pt x="29990" y="2428"/>
                  <a:pt x="29977" y="2431"/>
                </a:cubicBezTo>
                <a:cubicBezTo>
                  <a:pt x="29964" y="2433"/>
                  <a:pt x="29951" y="2435"/>
                  <a:pt x="29938" y="2435"/>
                </a:cubicBezTo>
                <a:lnTo>
                  <a:pt x="198" y="2435"/>
                </a:lnTo>
                <a:cubicBezTo>
                  <a:pt x="185" y="2435"/>
                  <a:pt x="172" y="2433"/>
                  <a:pt x="160" y="2431"/>
                </a:cubicBezTo>
                <a:cubicBezTo>
                  <a:pt x="147" y="2428"/>
                  <a:pt x="134" y="2425"/>
                  <a:pt x="122" y="2420"/>
                </a:cubicBezTo>
                <a:cubicBezTo>
                  <a:pt x="110" y="2415"/>
                  <a:pt x="99" y="2408"/>
                  <a:pt x="88" y="2401"/>
                </a:cubicBezTo>
                <a:cubicBezTo>
                  <a:pt x="77" y="2394"/>
                  <a:pt x="67" y="2386"/>
                  <a:pt x="58" y="2377"/>
                </a:cubicBezTo>
                <a:cubicBezTo>
                  <a:pt x="49" y="2367"/>
                  <a:pt x="40" y="2357"/>
                  <a:pt x="33" y="2346"/>
                </a:cubicBezTo>
                <a:cubicBezTo>
                  <a:pt x="26" y="2336"/>
                  <a:pt x="20" y="2324"/>
                  <a:pt x="15" y="2312"/>
                </a:cubicBezTo>
                <a:cubicBezTo>
                  <a:pt x="10" y="2300"/>
                  <a:pt x="6" y="2288"/>
                  <a:pt x="4" y="2275"/>
                </a:cubicBezTo>
                <a:cubicBezTo>
                  <a:pt x="1" y="2262"/>
                  <a:pt x="0" y="2249"/>
                  <a:pt x="0" y="223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76080" y="4371840"/>
            <a:ext cx="10839960" cy="1724400"/>
          </a:xfrm>
          <a:custGeom>
            <a:avLst/>
            <a:gdLst/>
            <a:ahLst/>
            <a:rect l="0" t="0" r="r" b="b"/>
            <a:pathLst>
              <a:path w="30111" h="4790">
                <a:moveTo>
                  <a:pt x="0" y="4551"/>
                </a:moveTo>
                <a:lnTo>
                  <a:pt x="0" y="238"/>
                </a:ln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1"/>
                  <a:pt x="29919" y="4"/>
                </a:cubicBezTo>
                <a:cubicBezTo>
                  <a:pt x="29934" y="7"/>
                  <a:pt x="29949" y="12"/>
                  <a:pt x="29964" y="18"/>
                </a:cubicBezTo>
                <a:cubicBezTo>
                  <a:pt x="29978" y="24"/>
                  <a:pt x="29992" y="31"/>
                  <a:pt x="30005" y="40"/>
                </a:cubicBezTo>
                <a:cubicBezTo>
                  <a:pt x="30018" y="49"/>
                  <a:pt x="30030" y="59"/>
                  <a:pt x="30041" y="70"/>
                </a:cubicBezTo>
                <a:cubicBezTo>
                  <a:pt x="30052" y="81"/>
                  <a:pt x="30062" y="93"/>
                  <a:pt x="30070" y="106"/>
                </a:cubicBezTo>
                <a:cubicBezTo>
                  <a:pt x="30079" y="119"/>
                  <a:pt x="30087" y="132"/>
                  <a:pt x="30092" y="147"/>
                </a:cubicBezTo>
                <a:cubicBezTo>
                  <a:pt x="30098" y="161"/>
                  <a:pt x="30103" y="176"/>
                  <a:pt x="30106" y="192"/>
                </a:cubicBezTo>
                <a:cubicBezTo>
                  <a:pt x="30109" y="207"/>
                  <a:pt x="30111" y="222"/>
                  <a:pt x="30111" y="238"/>
                </a:cubicBezTo>
                <a:lnTo>
                  <a:pt x="30111" y="4551"/>
                </a:lnTo>
                <a:cubicBezTo>
                  <a:pt x="30111" y="4566"/>
                  <a:pt x="30109" y="4582"/>
                  <a:pt x="30106" y="4597"/>
                </a:cubicBezTo>
                <a:cubicBezTo>
                  <a:pt x="30103" y="4612"/>
                  <a:pt x="30098" y="4628"/>
                  <a:pt x="30092" y="4643"/>
                </a:cubicBezTo>
                <a:cubicBezTo>
                  <a:pt x="30087" y="4657"/>
                  <a:pt x="30079" y="4671"/>
                  <a:pt x="30070" y="4684"/>
                </a:cubicBezTo>
                <a:cubicBezTo>
                  <a:pt x="30062" y="4697"/>
                  <a:pt x="30052" y="4709"/>
                  <a:pt x="30041" y="4720"/>
                </a:cubicBezTo>
                <a:cubicBezTo>
                  <a:pt x="30030" y="4731"/>
                  <a:pt x="30018" y="4741"/>
                  <a:pt x="30005" y="4750"/>
                </a:cubicBezTo>
                <a:cubicBezTo>
                  <a:pt x="29992" y="4758"/>
                  <a:pt x="29978" y="4766"/>
                  <a:pt x="29964" y="4772"/>
                </a:cubicBezTo>
                <a:cubicBezTo>
                  <a:pt x="29949" y="4778"/>
                  <a:pt x="29934" y="4782"/>
                  <a:pt x="29919" y="4785"/>
                </a:cubicBezTo>
                <a:cubicBezTo>
                  <a:pt x="29904" y="4788"/>
                  <a:pt x="29888" y="4790"/>
                  <a:pt x="29872" y="4790"/>
                </a:cubicBezTo>
                <a:lnTo>
                  <a:pt x="238" y="4790"/>
                </a:lnTo>
                <a:cubicBezTo>
                  <a:pt x="223" y="4790"/>
                  <a:pt x="207" y="4788"/>
                  <a:pt x="192" y="4785"/>
                </a:cubicBezTo>
                <a:cubicBezTo>
                  <a:pt x="176" y="4782"/>
                  <a:pt x="161" y="4778"/>
                  <a:pt x="147" y="4772"/>
                </a:cubicBezTo>
                <a:cubicBezTo>
                  <a:pt x="133" y="4766"/>
                  <a:pt x="119" y="4758"/>
                  <a:pt x="106" y="4750"/>
                </a:cubicBezTo>
                <a:cubicBezTo>
                  <a:pt x="93" y="4741"/>
                  <a:pt x="81" y="4731"/>
                  <a:pt x="70" y="4720"/>
                </a:cubicBezTo>
                <a:cubicBezTo>
                  <a:pt x="59" y="4709"/>
                  <a:pt x="49" y="4697"/>
                  <a:pt x="40" y="4684"/>
                </a:cubicBezTo>
                <a:cubicBezTo>
                  <a:pt x="31" y="4671"/>
                  <a:pt x="24" y="4657"/>
                  <a:pt x="18" y="4643"/>
                </a:cubicBezTo>
                <a:cubicBezTo>
                  <a:pt x="12" y="4628"/>
                  <a:pt x="8" y="4612"/>
                  <a:pt x="5" y="4597"/>
                </a:cubicBezTo>
                <a:cubicBezTo>
                  <a:pt x="2" y="4582"/>
                  <a:pt x="0" y="4566"/>
                  <a:pt x="0" y="4551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676080" y="4371840"/>
            <a:ext cx="10839960" cy="1724400"/>
          </a:xfrm>
          <a:custGeom>
            <a:avLst/>
            <a:gdLst/>
            <a:ahLst/>
            <a:rect l="0" t="0" r="r" b="b"/>
            <a:pathLst>
              <a:path w="30111" h="4790">
                <a:moveTo>
                  <a:pt x="0" y="4551"/>
                </a:moveTo>
                <a:lnTo>
                  <a:pt x="0" y="238"/>
                </a:ln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1"/>
                  <a:pt x="29919" y="4"/>
                </a:cubicBezTo>
                <a:cubicBezTo>
                  <a:pt x="29934" y="7"/>
                  <a:pt x="29949" y="12"/>
                  <a:pt x="29964" y="18"/>
                </a:cubicBezTo>
                <a:cubicBezTo>
                  <a:pt x="29978" y="24"/>
                  <a:pt x="29992" y="31"/>
                  <a:pt x="30005" y="40"/>
                </a:cubicBezTo>
                <a:cubicBezTo>
                  <a:pt x="30018" y="49"/>
                  <a:pt x="30030" y="59"/>
                  <a:pt x="30041" y="70"/>
                </a:cubicBezTo>
                <a:cubicBezTo>
                  <a:pt x="30052" y="81"/>
                  <a:pt x="30062" y="93"/>
                  <a:pt x="30070" y="106"/>
                </a:cubicBezTo>
                <a:cubicBezTo>
                  <a:pt x="30079" y="119"/>
                  <a:pt x="30087" y="132"/>
                  <a:pt x="30092" y="147"/>
                </a:cubicBezTo>
                <a:cubicBezTo>
                  <a:pt x="30098" y="161"/>
                  <a:pt x="30103" y="176"/>
                  <a:pt x="30106" y="192"/>
                </a:cubicBezTo>
                <a:cubicBezTo>
                  <a:pt x="30109" y="207"/>
                  <a:pt x="30111" y="222"/>
                  <a:pt x="30111" y="238"/>
                </a:cubicBezTo>
                <a:lnTo>
                  <a:pt x="30111" y="4551"/>
                </a:lnTo>
                <a:cubicBezTo>
                  <a:pt x="30111" y="4566"/>
                  <a:pt x="30109" y="4582"/>
                  <a:pt x="30106" y="4597"/>
                </a:cubicBezTo>
                <a:cubicBezTo>
                  <a:pt x="30103" y="4612"/>
                  <a:pt x="30098" y="4628"/>
                  <a:pt x="30092" y="4643"/>
                </a:cubicBezTo>
                <a:cubicBezTo>
                  <a:pt x="30087" y="4657"/>
                  <a:pt x="30079" y="4671"/>
                  <a:pt x="30070" y="4684"/>
                </a:cubicBezTo>
                <a:cubicBezTo>
                  <a:pt x="30062" y="4697"/>
                  <a:pt x="30052" y="4709"/>
                  <a:pt x="30041" y="4720"/>
                </a:cubicBezTo>
                <a:cubicBezTo>
                  <a:pt x="30030" y="4731"/>
                  <a:pt x="30018" y="4741"/>
                  <a:pt x="30005" y="4750"/>
                </a:cubicBezTo>
                <a:cubicBezTo>
                  <a:pt x="29992" y="4758"/>
                  <a:pt x="29978" y="4766"/>
                  <a:pt x="29964" y="4772"/>
                </a:cubicBezTo>
                <a:cubicBezTo>
                  <a:pt x="29949" y="4778"/>
                  <a:pt x="29934" y="4782"/>
                  <a:pt x="29919" y="4785"/>
                </a:cubicBezTo>
                <a:cubicBezTo>
                  <a:pt x="29904" y="4788"/>
                  <a:pt x="29888" y="4790"/>
                  <a:pt x="29872" y="4790"/>
                </a:cubicBezTo>
                <a:lnTo>
                  <a:pt x="238" y="4790"/>
                </a:lnTo>
                <a:cubicBezTo>
                  <a:pt x="223" y="4790"/>
                  <a:pt x="207" y="4788"/>
                  <a:pt x="192" y="4785"/>
                </a:cubicBezTo>
                <a:cubicBezTo>
                  <a:pt x="176" y="4782"/>
                  <a:pt x="161" y="4778"/>
                  <a:pt x="147" y="4772"/>
                </a:cubicBezTo>
                <a:cubicBezTo>
                  <a:pt x="133" y="4766"/>
                  <a:pt x="119" y="4758"/>
                  <a:pt x="106" y="4750"/>
                </a:cubicBezTo>
                <a:cubicBezTo>
                  <a:pt x="93" y="4741"/>
                  <a:pt x="81" y="4731"/>
                  <a:pt x="70" y="4720"/>
                </a:cubicBezTo>
                <a:cubicBezTo>
                  <a:pt x="59" y="4709"/>
                  <a:pt x="49" y="4697"/>
                  <a:pt x="40" y="4684"/>
                </a:cubicBezTo>
                <a:cubicBezTo>
                  <a:pt x="31" y="4671"/>
                  <a:pt x="24" y="4657"/>
                  <a:pt x="18" y="4643"/>
                </a:cubicBezTo>
                <a:cubicBezTo>
                  <a:pt x="12" y="4628"/>
                  <a:pt x="8" y="4612"/>
                  <a:pt x="5" y="4597"/>
                </a:cubicBezTo>
                <a:cubicBezTo>
                  <a:pt x="2" y="4582"/>
                  <a:pt x="0" y="4566"/>
                  <a:pt x="0" y="4551"/>
                </a:cubicBezTo>
                <a:close/>
              </a:path>
            </a:pathLst>
          </a:custGeom>
          <a:noFill/>
          <a:ln w="18720">
            <a:solidFill>
              <a:srgbClr val="e0a80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3524040" y="809280"/>
            <a:ext cx="3124440" cy="429120"/>
          </a:xfrm>
          <a:custGeom>
            <a:avLst/>
            <a:gdLst/>
            <a:ahLst/>
            <a:rect l="0" t="0" r="r" b="b"/>
            <a:pathLst>
              <a:path w="8679" h="1192">
                <a:moveTo>
                  <a:pt x="0" y="103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8" y="9"/>
                  <a:pt x="118" y="6"/>
                  <a:pt x="128" y="4"/>
                </a:cubicBezTo>
                <a:cubicBezTo>
                  <a:pt x="138" y="1"/>
                  <a:pt x="148" y="0"/>
                  <a:pt x="159" y="0"/>
                </a:cubicBezTo>
                <a:lnTo>
                  <a:pt x="8521" y="0"/>
                </a:lnTo>
                <a:cubicBezTo>
                  <a:pt x="8531" y="0"/>
                  <a:pt x="8541" y="1"/>
                  <a:pt x="8552" y="4"/>
                </a:cubicBezTo>
                <a:cubicBezTo>
                  <a:pt x="8562" y="6"/>
                  <a:pt x="8572" y="9"/>
                  <a:pt x="8581" y="13"/>
                </a:cubicBezTo>
                <a:cubicBezTo>
                  <a:pt x="8591" y="17"/>
                  <a:pt x="8600" y="21"/>
                  <a:pt x="8609" y="27"/>
                </a:cubicBezTo>
                <a:cubicBezTo>
                  <a:pt x="8618" y="33"/>
                  <a:pt x="8626" y="40"/>
                  <a:pt x="8633" y="47"/>
                </a:cubicBezTo>
                <a:cubicBezTo>
                  <a:pt x="8640" y="54"/>
                  <a:pt x="8647" y="62"/>
                  <a:pt x="8653" y="71"/>
                </a:cubicBezTo>
                <a:cubicBezTo>
                  <a:pt x="8658" y="80"/>
                  <a:pt x="8663" y="89"/>
                  <a:pt x="8667" y="98"/>
                </a:cubicBezTo>
                <a:cubicBezTo>
                  <a:pt x="8671" y="108"/>
                  <a:pt x="8674" y="118"/>
                  <a:pt x="8676" y="128"/>
                </a:cubicBezTo>
                <a:cubicBezTo>
                  <a:pt x="8678" y="138"/>
                  <a:pt x="8679" y="149"/>
                  <a:pt x="8679" y="159"/>
                </a:cubicBezTo>
                <a:lnTo>
                  <a:pt x="8679" y="1033"/>
                </a:lnTo>
                <a:cubicBezTo>
                  <a:pt x="8679" y="1044"/>
                  <a:pt x="8678" y="1054"/>
                  <a:pt x="8676" y="1064"/>
                </a:cubicBezTo>
                <a:cubicBezTo>
                  <a:pt x="8674" y="1075"/>
                  <a:pt x="8671" y="1084"/>
                  <a:pt x="8667" y="1094"/>
                </a:cubicBezTo>
                <a:cubicBezTo>
                  <a:pt x="8663" y="1104"/>
                  <a:pt x="8658" y="1113"/>
                  <a:pt x="8653" y="1122"/>
                </a:cubicBezTo>
                <a:cubicBezTo>
                  <a:pt x="8647" y="1130"/>
                  <a:pt x="8640" y="1138"/>
                  <a:pt x="8633" y="1146"/>
                </a:cubicBezTo>
                <a:cubicBezTo>
                  <a:pt x="8626" y="1153"/>
                  <a:pt x="8618" y="1160"/>
                  <a:pt x="8609" y="1165"/>
                </a:cubicBezTo>
                <a:cubicBezTo>
                  <a:pt x="8600" y="1171"/>
                  <a:pt x="8591" y="1176"/>
                  <a:pt x="8581" y="1180"/>
                </a:cubicBezTo>
                <a:cubicBezTo>
                  <a:pt x="8572" y="1184"/>
                  <a:pt x="8562" y="1187"/>
                  <a:pt x="8552" y="1189"/>
                </a:cubicBezTo>
                <a:cubicBezTo>
                  <a:pt x="8541" y="1191"/>
                  <a:pt x="8531" y="1192"/>
                  <a:pt x="8521" y="1192"/>
                </a:cubicBezTo>
                <a:lnTo>
                  <a:pt x="159" y="1192"/>
                </a:lnTo>
                <a:cubicBezTo>
                  <a:pt x="148" y="1192"/>
                  <a:pt x="138" y="1191"/>
                  <a:pt x="128" y="1189"/>
                </a:cubicBezTo>
                <a:cubicBezTo>
                  <a:pt x="118" y="1187"/>
                  <a:pt x="108" y="1184"/>
                  <a:pt x="98" y="1180"/>
                </a:cubicBezTo>
                <a:cubicBezTo>
                  <a:pt x="88" y="1176"/>
                  <a:pt x="79" y="1171"/>
                  <a:pt x="71" y="1165"/>
                </a:cubicBezTo>
                <a:cubicBezTo>
                  <a:pt x="62" y="1160"/>
                  <a:pt x="54" y="1153"/>
                  <a:pt x="47" y="1146"/>
                </a:cubicBezTo>
                <a:cubicBezTo>
                  <a:pt x="39" y="1138"/>
                  <a:pt x="33" y="1130"/>
                  <a:pt x="27" y="1122"/>
                </a:cubicBezTo>
                <a:cubicBezTo>
                  <a:pt x="21" y="1113"/>
                  <a:pt x="16" y="1104"/>
                  <a:pt x="12" y="1094"/>
                </a:cubicBezTo>
                <a:cubicBezTo>
                  <a:pt x="8" y="1084"/>
                  <a:pt x="5" y="1075"/>
                  <a:pt x="3" y="1064"/>
                </a:cubicBezTo>
                <a:cubicBezTo>
                  <a:pt x="1" y="1054"/>
                  <a:pt x="0" y="1044"/>
                  <a:pt x="0" y="103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66720" y="779040"/>
            <a:ext cx="3087072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GPU decoding: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3600360" y="806400"/>
            <a:ext cx="3210710" cy="43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Courier New"/>
                <a:ea typeface="Courier New"/>
              </a:rPr>
              <a:t>device="cuda"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828720" y="1693800"/>
            <a:ext cx="5235969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 = VideoDecoder(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device=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"cuda"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828720" y="1884240"/>
            <a:ext cx="6911308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frames = decoder.get_frames_at([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10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])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already on the GPU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828720" y="2065320"/>
            <a:ext cx="8481283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953800"/>
                </a:solidFill>
                <a:effectLst/>
                <a:uFillTx/>
                <a:latin typeface="Courier New"/>
                <a:ea typeface="Courier New"/>
              </a:rPr>
              <a:t>print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(decoder.cpu_fallback)               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did we silently fall back to CPU?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923760" y="32191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5" y="187"/>
                  <a:pt x="93" y="187"/>
                </a:cubicBezTo>
                <a:cubicBezTo>
                  <a:pt x="80" y="187"/>
                  <a:pt x="68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8" y="151"/>
                  <a:pt x="12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3" y="0"/>
                </a:cubicBezTo>
                <a:cubicBezTo>
                  <a:pt x="105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666720" y="2612520"/>
            <a:ext cx="268194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Why it's (usually!) faster: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923760" y="3619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4"/>
                  <a:pt x="105" y="186"/>
                  <a:pt x="93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3" y="0"/>
                </a:cubicBezTo>
                <a:cubicBezTo>
                  <a:pt x="105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1123920" y="3107880"/>
            <a:ext cx="992139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Fast raw decoding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on NVDEC, a dedicated hardware chip separate from the CUDA cores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923760" y="4019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5" y="186"/>
                  <a:pt x="93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7"/>
                  <a:pt x="18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3" y="0"/>
                </a:cubicBezTo>
                <a:cubicBezTo>
                  <a:pt x="105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1123920" y="3507840"/>
            <a:ext cx="828960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Less PCIe traffic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encoded packets are much smaller than decoded frames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1123920" y="3907800"/>
            <a:ext cx="762942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YUV → RGB conversion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expensive on CPU, extremely fast on GPU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895320" y="451764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NotoColorEmoji"/>
                <a:ea typeface="NotoColorEmoji"/>
              </a:rPr>
              <a:t>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895320" y="4848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895320" y="4848120"/>
            <a:ext cx="828720" cy="9720"/>
          </a:xfrm>
          <a:custGeom>
            <a:avLst/>
            <a:gdLst/>
            <a:ahLst/>
            <a:rect l="0" t="0" r="r" b="b"/>
            <a:pathLst>
              <a:path w="2302" h="27">
                <a:moveTo>
                  <a:pt x="0" y="0"/>
                </a:moveTo>
                <a:lnTo>
                  <a:pt x="2302" y="0"/>
                </a:lnTo>
                <a:lnTo>
                  <a:pt x="23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714320" y="4848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1723680" y="4848120"/>
            <a:ext cx="1000800" cy="9720"/>
          </a:xfrm>
          <a:custGeom>
            <a:avLst/>
            <a:gdLst/>
            <a:ahLst/>
            <a:rect l="0" t="0" r="r" b="b"/>
            <a:pathLst>
              <a:path w="2780" h="27">
                <a:moveTo>
                  <a:pt x="0" y="0"/>
                </a:moveTo>
                <a:lnTo>
                  <a:pt x="2780" y="0"/>
                </a:lnTo>
                <a:lnTo>
                  <a:pt x="2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2714400" y="4848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2724120" y="4848120"/>
            <a:ext cx="1009800" cy="9720"/>
          </a:xfrm>
          <a:custGeom>
            <a:avLst/>
            <a:gdLst/>
            <a:ahLst/>
            <a:rect l="0" t="0" r="r" b="b"/>
            <a:pathLst>
              <a:path w="2805" h="27">
                <a:moveTo>
                  <a:pt x="0" y="0"/>
                </a:moveTo>
                <a:lnTo>
                  <a:pt x="2805" y="0"/>
                </a:lnTo>
                <a:lnTo>
                  <a:pt x="28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3724200" y="4848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3733560" y="48481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4809960" y="4848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895320" y="522900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895320" y="5219640"/>
            <a:ext cx="828720" cy="9720"/>
          </a:xfrm>
          <a:custGeom>
            <a:avLst/>
            <a:gdLst/>
            <a:ahLst/>
            <a:rect l="0" t="0" r="r" b="b"/>
            <a:pathLst>
              <a:path w="2302" h="27">
                <a:moveTo>
                  <a:pt x="0" y="0"/>
                </a:moveTo>
                <a:lnTo>
                  <a:pt x="2302" y="0"/>
                </a:lnTo>
                <a:lnTo>
                  <a:pt x="23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1714320" y="522900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1723680" y="5219640"/>
            <a:ext cx="1000800" cy="9720"/>
          </a:xfrm>
          <a:custGeom>
            <a:avLst/>
            <a:gdLst/>
            <a:ahLst/>
            <a:rect l="0" t="0" r="r" b="b"/>
            <a:pathLst>
              <a:path w="2780" h="27">
                <a:moveTo>
                  <a:pt x="0" y="0"/>
                </a:moveTo>
                <a:lnTo>
                  <a:pt x="2780" y="0"/>
                </a:lnTo>
                <a:lnTo>
                  <a:pt x="2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714400" y="52290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2724120" y="5219640"/>
            <a:ext cx="1009800" cy="9720"/>
          </a:xfrm>
          <a:custGeom>
            <a:avLst/>
            <a:gdLst/>
            <a:ahLst/>
            <a:rect l="0" t="0" r="r" b="b"/>
            <a:pathLst>
              <a:path w="2805" h="27">
                <a:moveTo>
                  <a:pt x="0" y="0"/>
                </a:moveTo>
                <a:lnTo>
                  <a:pt x="2805" y="0"/>
                </a:lnTo>
                <a:lnTo>
                  <a:pt x="28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3724200" y="522900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3733560" y="521964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4809960" y="522900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895320" y="56005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895320" y="5591160"/>
            <a:ext cx="828720" cy="9720"/>
          </a:xfrm>
          <a:custGeom>
            <a:avLst/>
            <a:gdLst/>
            <a:ahLst/>
            <a:rect l="0" t="0" r="r" b="b"/>
            <a:pathLst>
              <a:path w="2302" h="27">
                <a:moveTo>
                  <a:pt x="0" y="0"/>
                </a:moveTo>
                <a:lnTo>
                  <a:pt x="2302" y="0"/>
                </a:lnTo>
                <a:lnTo>
                  <a:pt x="23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1714320" y="56005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1723680" y="5591160"/>
            <a:ext cx="1000800" cy="9720"/>
          </a:xfrm>
          <a:custGeom>
            <a:avLst/>
            <a:gdLst/>
            <a:ahLst/>
            <a:rect l="0" t="0" r="r" b="b"/>
            <a:pathLst>
              <a:path w="2780" h="27">
                <a:moveTo>
                  <a:pt x="0" y="0"/>
                </a:moveTo>
                <a:lnTo>
                  <a:pt x="2780" y="0"/>
                </a:lnTo>
                <a:lnTo>
                  <a:pt x="2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714400" y="56005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724120" y="5591160"/>
            <a:ext cx="1009800" cy="9720"/>
          </a:xfrm>
          <a:custGeom>
            <a:avLst/>
            <a:gdLst/>
            <a:ahLst/>
            <a:rect l="0" t="0" r="r" b="b"/>
            <a:pathLst>
              <a:path w="2805" h="27">
                <a:moveTo>
                  <a:pt x="0" y="0"/>
                </a:moveTo>
                <a:lnTo>
                  <a:pt x="2805" y="0"/>
                </a:lnTo>
                <a:lnTo>
                  <a:pt x="28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3724200" y="56005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3733560" y="559116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4809960" y="56005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895320" y="5962320"/>
            <a:ext cx="828720" cy="10080"/>
          </a:xfrm>
          <a:custGeom>
            <a:avLst/>
            <a:gdLst/>
            <a:ahLst/>
            <a:rect l="0" t="0" r="r" b="b"/>
            <a:pathLst>
              <a:path w="2302" h="28">
                <a:moveTo>
                  <a:pt x="0" y="0"/>
                </a:moveTo>
                <a:lnTo>
                  <a:pt x="2302" y="0"/>
                </a:lnTo>
                <a:lnTo>
                  <a:pt x="230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723680" y="5962320"/>
            <a:ext cx="1000800" cy="10080"/>
          </a:xfrm>
          <a:custGeom>
            <a:avLst/>
            <a:gdLst/>
            <a:ahLst/>
            <a:rect l="0" t="0" r="r" b="b"/>
            <a:pathLst>
              <a:path w="2780" h="28">
                <a:moveTo>
                  <a:pt x="0" y="0"/>
                </a:moveTo>
                <a:lnTo>
                  <a:pt x="2780" y="0"/>
                </a:lnTo>
                <a:lnTo>
                  <a:pt x="2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2724120" y="5962320"/>
            <a:ext cx="1009800" cy="10080"/>
          </a:xfrm>
          <a:custGeom>
            <a:avLst/>
            <a:gdLst/>
            <a:ahLst/>
            <a:rect l="0" t="0" r="r" b="b"/>
            <a:pathLst>
              <a:path w="2805" h="28">
                <a:moveTo>
                  <a:pt x="0" y="0"/>
                </a:moveTo>
                <a:lnTo>
                  <a:pt x="2805" y="0"/>
                </a:lnTo>
                <a:lnTo>
                  <a:pt x="28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3733560" y="5962320"/>
            <a:ext cx="1086120" cy="10080"/>
          </a:xfrm>
          <a:custGeom>
            <a:avLst/>
            <a:gdLst/>
            <a:ah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108800" y="4521600"/>
            <a:ext cx="5708361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 Benchmark: decode all 300 frames of a 10s video (laptop: RTX 4080)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018880" y="4933080"/>
            <a:ext cx="435067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CPU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020760" y="4933080"/>
            <a:ext cx="446731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GPU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68560" y="4933080"/>
            <a:ext cx="86935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Speedup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1038240" y="5304600"/>
            <a:ext cx="583977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1080p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854720" y="5304600"/>
            <a:ext cx="790041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1466 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861640" y="5304600"/>
            <a:ext cx="675345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370 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68560" y="5304600"/>
            <a:ext cx="235224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4×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038240" y="5676120"/>
            <a:ext cx="26360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4K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854720" y="5676120"/>
            <a:ext cx="790041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4394 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2861640" y="5676120"/>
            <a:ext cx="790041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1430 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3868560" y="5676120"/>
            <a:ext cx="235224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3×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5196960" y="5252760"/>
            <a:ext cx="229703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9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On a warm cache!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80200" y="6397920"/>
            <a:ext cx="36586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Tutorials: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CUDA decoding</a:t>
            </a:r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·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Image decoding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671400" y="2319120"/>
            <a:ext cx="10849320" cy="972000"/>
          </a:xfrm>
          <a:custGeom>
            <a:avLst/>
            <a:gdLst/>
            <a:ahLst/>
            <a:rect l="0" t="0" r="r" b="b"/>
            <a:pathLst>
              <a:path w="30137" h="2700">
                <a:moveTo>
                  <a:pt x="0" y="2501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2501"/>
                </a:lnTo>
                <a:cubicBezTo>
                  <a:pt x="30137" y="2514"/>
                  <a:pt x="30136" y="2527"/>
                  <a:pt x="30133" y="2540"/>
                </a:cubicBezTo>
                <a:cubicBezTo>
                  <a:pt x="30130" y="2553"/>
                  <a:pt x="30127" y="2565"/>
                  <a:pt x="30122" y="2577"/>
                </a:cubicBezTo>
                <a:cubicBezTo>
                  <a:pt x="30117" y="2589"/>
                  <a:pt x="30111" y="2601"/>
                  <a:pt x="30103" y="2612"/>
                </a:cubicBezTo>
                <a:cubicBezTo>
                  <a:pt x="30096" y="2622"/>
                  <a:pt x="30088" y="2633"/>
                  <a:pt x="30079" y="2642"/>
                </a:cubicBezTo>
                <a:cubicBezTo>
                  <a:pt x="30070" y="2651"/>
                  <a:pt x="30059" y="2659"/>
                  <a:pt x="30049" y="2666"/>
                </a:cubicBezTo>
                <a:cubicBezTo>
                  <a:pt x="30038" y="2674"/>
                  <a:pt x="30026" y="2680"/>
                  <a:pt x="30014" y="2685"/>
                </a:cubicBezTo>
                <a:cubicBezTo>
                  <a:pt x="30002" y="2690"/>
                  <a:pt x="29990" y="2693"/>
                  <a:pt x="29977" y="2696"/>
                </a:cubicBezTo>
                <a:cubicBezTo>
                  <a:pt x="29964" y="2699"/>
                  <a:pt x="29951" y="2700"/>
                  <a:pt x="29938" y="2700"/>
                </a:cubicBezTo>
                <a:lnTo>
                  <a:pt x="198" y="2700"/>
                </a:lnTo>
                <a:cubicBezTo>
                  <a:pt x="185" y="2700"/>
                  <a:pt x="172" y="2699"/>
                  <a:pt x="160" y="2696"/>
                </a:cubicBezTo>
                <a:cubicBezTo>
                  <a:pt x="147" y="2693"/>
                  <a:pt x="134" y="2690"/>
                  <a:pt x="122" y="2685"/>
                </a:cubicBezTo>
                <a:cubicBezTo>
                  <a:pt x="110" y="2680"/>
                  <a:pt x="99" y="2674"/>
                  <a:pt x="88" y="2666"/>
                </a:cubicBezTo>
                <a:cubicBezTo>
                  <a:pt x="77" y="2659"/>
                  <a:pt x="67" y="2651"/>
                  <a:pt x="58" y="2642"/>
                </a:cubicBezTo>
                <a:cubicBezTo>
                  <a:pt x="49" y="2633"/>
                  <a:pt x="40" y="2622"/>
                  <a:pt x="33" y="2612"/>
                </a:cubicBezTo>
                <a:cubicBezTo>
                  <a:pt x="26" y="2601"/>
                  <a:pt x="20" y="2589"/>
                  <a:pt x="15" y="2577"/>
                </a:cubicBezTo>
                <a:cubicBezTo>
                  <a:pt x="10" y="2565"/>
                  <a:pt x="6" y="2553"/>
                  <a:pt x="4" y="2540"/>
                </a:cubicBezTo>
                <a:cubicBezTo>
                  <a:pt x="1" y="2527"/>
                  <a:pt x="0" y="2514"/>
                  <a:pt x="0" y="2501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671400" y="2319120"/>
            <a:ext cx="10849320" cy="972000"/>
          </a:xfrm>
          <a:custGeom>
            <a:avLst/>
            <a:gdLst/>
            <a:ahLst/>
            <a:rect l="0" t="0" r="r" b="b"/>
            <a:pathLst>
              <a:path w="30137" h="2700">
                <a:moveTo>
                  <a:pt x="0" y="2501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2501"/>
                </a:lnTo>
                <a:cubicBezTo>
                  <a:pt x="30137" y="2514"/>
                  <a:pt x="30136" y="2527"/>
                  <a:pt x="30133" y="2540"/>
                </a:cubicBezTo>
                <a:cubicBezTo>
                  <a:pt x="30130" y="2553"/>
                  <a:pt x="30127" y="2565"/>
                  <a:pt x="30122" y="2577"/>
                </a:cubicBezTo>
                <a:cubicBezTo>
                  <a:pt x="30117" y="2589"/>
                  <a:pt x="30111" y="2601"/>
                  <a:pt x="30103" y="2612"/>
                </a:cubicBezTo>
                <a:cubicBezTo>
                  <a:pt x="30096" y="2622"/>
                  <a:pt x="30088" y="2633"/>
                  <a:pt x="30079" y="2642"/>
                </a:cubicBezTo>
                <a:cubicBezTo>
                  <a:pt x="30070" y="2651"/>
                  <a:pt x="30059" y="2659"/>
                  <a:pt x="30049" y="2666"/>
                </a:cubicBezTo>
                <a:cubicBezTo>
                  <a:pt x="30038" y="2674"/>
                  <a:pt x="30026" y="2680"/>
                  <a:pt x="30014" y="2685"/>
                </a:cubicBezTo>
                <a:cubicBezTo>
                  <a:pt x="30002" y="2690"/>
                  <a:pt x="29990" y="2693"/>
                  <a:pt x="29977" y="2696"/>
                </a:cubicBezTo>
                <a:cubicBezTo>
                  <a:pt x="29964" y="2699"/>
                  <a:pt x="29951" y="2700"/>
                  <a:pt x="29938" y="2700"/>
                </a:cubicBezTo>
                <a:lnTo>
                  <a:pt x="198" y="2700"/>
                </a:lnTo>
                <a:cubicBezTo>
                  <a:pt x="185" y="2700"/>
                  <a:pt x="172" y="2699"/>
                  <a:pt x="160" y="2696"/>
                </a:cubicBezTo>
                <a:cubicBezTo>
                  <a:pt x="147" y="2693"/>
                  <a:pt x="134" y="2690"/>
                  <a:pt x="122" y="2685"/>
                </a:cubicBezTo>
                <a:cubicBezTo>
                  <a:pt x="110" y="2680"/>
                  <a:pt x="99" y="2674"/>
                  <a:pt x="88" y="2666"/>
                </a:cubicBezTo>
                <a:cubicBezTo>
                  <a:pt x="77" y="2659"/>
                  <a:pt x="67" y="2651"/>
                  <a:pt x="58" y="2642"/>
                </a:cubicBezTo>
                <a:cubicBezTo>
                  <a:pt x="49" y="2633"/>
                  <a:pt x="40" y="2622"/>
                  <a:pt x="33" y="2612"/>
                </a:cubicBezTo>
                <a:cubicBezTo>
                  <a:pt x="26" y="2601"/>
                  <a:pt x="20" y="2589"/>
                  <a:pt x="15" y="2577"/>
                </a:cubicBezTo>
                <a:cubicBezTo>
                  <a:pt x="10" y="2565"/>
                  <a:pt x="6" y="2553"/>
                  <a:pt x="4" y="2540"/>
                </a:cubicBezTo>
                <a:cubicBezTo>
                  <a:pt x="1" y="2527"/>
                  <a:pt x="0" y="2514"/>
                  <a:pt x="0" y="2501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676080" y="4876560"/>
            <a:ext cx="10839960" cy="1352880"/>
          </a:xfrm>
          <a:custGeom>
            <a:avLst/>
            <a:gdLst/>
            <a:ahLst/>
            <a:rect l="0" t="0" r="r" b="b"/>
            <a:pathLst>
              <a:path w="30111" h="3758">
                <a:moveTo>
                  <a:pt x="0" y="3520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2"/>
                  <a:pt x="29919" y="5"/>
                </a:cubicBezTo>
                <a:cubicBezTo>
                  <a:pt x="29934" y="8"/>
                  <a:pt x="29949" y="12"/>
                  <a:pt x="29964" y="18"/>
                </a:cubicBezTo>
                <a:cubicBezTo>
                  <a:pt x="29978" y="24"/>
                  <a:pt x="29992" y="32"/>
                  <a:pt x="30005" y="40"/>
                </a:cubicBezTo>
                <a:cubicBezTo>
                  <a:pt x="30018" y="49"/>
                  <a:pt x="30030" y="59"/>
                  <a:pt x="30041" y="70"/>
                </a:cubicBezTo>
                <a:cubicBezTo>
                  <a:pt x="30052" y="81"/>
                  <a:pt x="30062" y="93"/>
                  <a:pt x="30070" y="106"/>
                </a:cubicBezTo>
                <a:cubicBezTo>
                  <a:pt x="30079" y="119"/>
                  <a:pt x="30087" y="133"/>
                  <a:pt x="30092" y="147"/>
                </a:cubicBezTo>
                <a:cubicBezTo>
                  <a:pt x="30098" y="162"/>
                  <a:pt x="30103" y="176"/>
                  <a:pt x="30106" y="192"/>
                </a:cubicBezTo>
                <a:cubicBezTo>
                  <a:pt x="30109" y="207"/>
                  <a:pt x="30111" y="223"/>
                  <a:pt x="30111" y="238"/>
                </a:cubicBezTo>
                <a:lnTo>
                  <a:pt x="30111" y="3520"/>
                </a:lnTo>
                <a:cubicBezTo>
                  <a:pt x="30111" y="3536"/>
                  <a:pt x="30109" y="3551"/>
                  <a:pt x="30106" y="3567"/>
                </a:cubicBezTo>
                <a:cubicBezTo>
                  <a:pt x="30103" y="3582"/>
                  <a:pt x="30098" y="3597"/>
                  <a:pt x="30092" y="3611"/>
                </a:cubicBezTo>
                <a:cubicBezTo>
                  <a:pt x="30087" y="3626"/>
                  <a:pt x="30079" y="3639"/>
                  <a:pt x="30070" y="3652"/>
                </a:cubicBezTo>
                <a:cubicBezTo>
                  <a:pt x="30062" y="3665"/>
                  <a:pt x="30052" y="3677"/>
                  <a:pt x="30041" y="3689"/>
                </a:cubicBezTo>
                <a:cubicBezTo>
                  <a:pt x="30030" y="3700"/>
                  <a:pt x="30018" y="3709"/>
                  <a:pt x="30005" y="3718"/>
                </a:cubicBezTo>
                <a:cubicBezTo>
                  <a:pt x="29992" y="3727"/>
                  <a:pt x="29978" y="3734"/>
                  <a:pt x="29964" y="3740"/>
                </a:cubicBezTo>
                <a:cubicBezTo>
                  <a:pt x="29949" y="3746"/>
                  <a:pt x="29934" y="3751"/>
                  <a:pt x="29919" y="3754"/>
                </a:cubicBezTo>
                <a:cubicBezTo>
                  <a:pt x="29904" y="3757"/>
                  <a:pt x="29888" y="3758"/>
                  <a:pt x="29872" y="3758"/>
                </a:cubicBezTo>
                <a:lnTo>
                  <a:pt x="238" y="3758"/>
                </a:lnTo>
                <a:cubicBezTo>
                  <a:pt x="223" y="3758"/>
                  <a:pt x="207" y="3757"/>
                  <a:pt x="192" y="3754"/>
                </a:cubicBezTo>
                <a:cubicBezTo>
                  <a:pt x="176" y="3751"/>
                  <a:pt x="161" y="3746"/>
                  <a:pt x="147" y="3740"/>
                </a:cubicBezTo>
                <a:cubicBezTo>
                  <a:pt x="133" y="3734"/>
                  <a:pt x="119" y="3727"/>
                  <a:pt x="106" y="3718"/>
                </a:cubicBezTo>
                <a:cubicBezTo>
                  <a:pt x="93" y="3709"/>
                  <a:pt x="81" y="3700"/>
                  <a:pt x="70" y="3689"/>
                </a:cubicBezTo>
                <a:cubicBezTo>
                  <a:pt x="59" y="3677"/>
                  <a:pt x="49" y="3665"/>
                  <a:pt x="40" y="3652"/>
                </a:cubicBezTo>
                <a:cubicBezTo>
                  <a:pt x="31" y="3639"/>
                  <a:pt x="24" y="3626"/>
                  <a:pt x="18" y="3611"/>
                </a:cubicBezTo>
                <a:cubicBezTo>
                  <a:pt x="12" y="3597"/>
                  <a:pt x="8" y="3582"/>
                  <a:pt x="5" y="3567"/>
                </a:cubicBezTo>
                <a:cubicBezTo>
                  <a:pt x="2" y="3551"/>
                  <a:pt x="0" y="3536"/>
                  <a:pt x="0" y="3520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76080" y="4876560"/>
            <a:ext cx="10839960" cy="1352880"/>
          </a:xfrm>
          <a:custGeom>
            <a:avLst/>
            <a:gdLst/>
            <a:ahLst/>
            <a:rect l="0" t="0" r="r" b="b"/>
            <a:pathLst>
              <a:path w="30111" h="3758">
                <a:moveTo>
                  <a:pt x="0" y="3520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2"/>
                  <a:pt x="29919" y="5"/>
                </a:cubicBezTo>
                <a:cubicBezTo>
                  <a:pt x="29934" y="8"/>
                  <a:pt x="29949" y="12"/>
                  <a:pt x="29964" y="18"/>
                </a:cubicBezTo>
                <a:cubicBezTo>
                  <a:pt x="29978" y="24"/>
                  <a:pt x="29992" y="32"/>
                  <a:pt x="30005" y="40"/>
                </a:cubicBezTo>
                <a:cubicBezTo>
                  <a:pt x="30018" y="49"/>
                  <a:pt x="30030" y="59"/>
                  <a:pt x="30041" y="70"/>
                </a:cubicBezTo>
                <a:cubicBezTo>
                  <a:pt x="30052" y="81"/>
                  <a:pt x="30062" y="93"/>
                  <a:pt x="30070" y="106"/>
                </a:cubicBezTo>
                <a:cubicBezTo>
                  <a:pt x="30079" y="119"/>
                  <a:pt x="30087" y="133"/>
                  <a:pt x="30092" y="147"/>
                </a:cubicBezTo>
                <a:cubicBezTo>
                  <a:pt x="30098" y="162"/>
                  <a:pt x="30103" y="176"/>
                  <a:pt x="30106" y="192"/>
                </a:cubicBezTo>
                <a:cubicBezTo>
                  <a:pt x="30109" y="207"/>
                  <a:pt x="30111" y="223"/>
                  <a:pt x="30111" y="238"/>
                </a:cubicBezTo>
                <a:lnTo>
                  <a:pt x="30111" y="3520"/>
                </a:lnTo>
                <a:cubicBezTo>
                  <a:pt x="30111" y="3536"/>
                  <a:pt x="30109" y="3551"/>
                  <a:pt x="30106" y="3567"/>
                </a:cubicBezTo>
                <a:cubicBezTo>
                  <a:pt x="30103" y="3582"/>
                  <a:pt x="30098" y="3597"/>
                  <a:pt x="30092" y="3611"/>
                </a:cubicBezTo>
                <a:cubicBezTo>
                  <a:pt x="30087" y="3626"/>
                  <a:pt x="30079" y="3639"/>
                  <a:pt x="30070" y="3652"/>
                </a:cubicBezTo>
                <a:cubicBezTo>
                  <a:pt x="30062" y="3665"/>
                  <a:pt x="30052" y="3677"/>
                  <a:pt x="30041" y="3689"/>
                </a:cubicBezTo>
                <a:cubicBezTo>
                  <a:pt x="30030" y="3700"/>
                  <a:pt x="30018" y="3709"/>
                  <a:pt x="30005" y="3718"/>
                </a:cubicBezTo>
                <a:cubicBezTo>
                  <a:pt x="29992" y="3727"/>
                  <a:pt x="29978" y="3734"/>
                  <a:pt x="29964" y="3740"/>
                </a:cubicBezTo>
                <a:cubicBezTo>
                  <a:pt x="29949" y="3746"/>
                  <a:pt x="29934" y="3751"/>
                  <a:pt x="29919" y="3754"/>
                </a:cubicBezTo>
                <a:cubicBezTo>
                  <a:pt x="29904" y="3757"/>
                  <a:pt x="29888" y="3758"/>
                  <a:pt x="29872" y="3758"/>
                </a:cubicBezTo>
                <a:lnTo>
                  <a:pt x="238" y="3758"/>
                </a:lnTo>
                <a:cubicBezTo>
                  <a:pt x="223" y="3758"/>
                  <a:pt x="207" y="3757"/>
                  <a:pt x="192" y="3754"/>
                </a:cubicBezTo>
                <a:cubicBezTo>
                  <a:pt x="176" y="3751"/>
                  <a:pt x="161" y="3746"/>
                  <a:pt x="147" y="3740"/>
                </a:cubicBezTo>
                <a:cubicBezTo>
                  <a:pt x="133" y="3734"/>
                  <a:pt x="119" y="3727"/>
                  <a:pt x="106" y="3718"/>
                </a:cubicBezTo>
                <a:cubicBezTo>
                  <a:pt x="93" y="3709"/>
                  <a:pt x="81" y="3700"/>
                  <a:pt x="70" y="3689"/>
                </a:cubicBezTo>
                <a:cubicBezTo>
                  <a:pt x="59" y="3677"/>
                  <a:pt x="49" y="3665"/>
                  <a:pt x="40" y="3652"/>
                </a:cubicBezTo>
                <a:cubicBezTo>
                  <a:pt x="31" y="3639"/>
                  <a:pt x="24" y="3626"/>
                  <a:pt x="18" y="3611"/>
                </a:cubicBezTo>
                <a:cubicBezTo>
                  <a:pt x="12" y="3597"/>
                  <a:pt x="8" y="3582"/>
                  <a:pt x="5" y="3567"/>
                </a:cubicBezTo>
                <a:cubicBezTo>
                  <a:pt x="2" y="3551"/>
                  <a:pt x="0" y="3536"/>
                  <a:pt x="0" y="3520"/>
                </a:cubicBezTo>
                <a:close/>
              </a:path>
            </a:pathLst>
          </a:custGeom>
          <a:noFill/>
          <a:ln w="18720">
            <a:solidFill>
              <a:srgbClr val="e0a80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66720" y="645840"/>
            <a:ext cx="8255001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GPU decoding: the NVDEC decoder cache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3867120" y="1409400"/>
            <a:ext cx="1819440" cy="352800"/>
          </a:xfrm>
          <a:custGeom>
            <a:avLst/>
            <a:gdLst/>
            <a:ahLst/>
            <a:rect l="0" t="0" r="r" b="b"/>
            <a:pathLst>
              <a:path w="5054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895" y="0"/>
                </a:lnTo>
                <a:cubicBezTo>
                  <a:pt x="4906" y="0"/>
                  <a:pt x="4916" y="1"/>
                  <a:pt x="4926" y="3"/>
                </a:cubicBezTo>
                <a:cubicBezTo>
                  <a:pt x="4937" y="5"/>
                  <a:pt x="4946" y="8"/>
                  <a:pt x="4956" y="12"/>
                </a:cubicBezTo>
                <a:cubicBezTo>
                  <a:pt x="4966" y="16"/>
                  <a:pt x="4975" y="21"/>
                  <a:pt x="4984" y="27"/>
                </a:cubicBezTo>
                <a:cubicBezTo>
                  <a:pt x="4992" y="33"/>
                  <a:pt x="5000" y="39"/>
                  <a:pt x="5008" y="47"/>
                </a:cubicBezTo>
                <a:cubicBezTo>
                  <a:pt x="5015" y="54"/>
                  <a:pt x="5022" y="62"/>
                  <a:pt x="5027" y="71"/>
                </a:cubicBezTo>
                <a:cubicBezTo>
                  <a:pt x="5033" y="80"/>
                  <a:pt x="5038" y="89"/>
                  <a:pt x="5042" y="98"/>
                </a:cubicBezTo>
                <a:cubicBezTo>
                  <a:pt x="5046" y="108"/>
                  <a:pt x="5049" y="118"/>
                  <a:pt x="5051" y="128"/>
                </a:cubicBezTo>
                <a:cubicBezTo>
                  <a:pt x="5053" y="138"/>
                  <a:pt x="5054" y="149"/>
                  <a:pt x="5054" y="159"/>
                </a:cubicBezTo>
                <a:lnTo>
                  <a:pt x="5054" y="822"/>
                </a:lnTo>
                <a:cubicBezTo>
                  <a:pt x="5054" y="832"/>
                  <a:pt x="5053" y="842"/>
                  <a:pt x="5051" y="853"/>
                </a:cubicBezTo>
                <a:cubicBezTo>
                  <a:pt x="5049" y="863"/>
                  <a:pt x="5046" y="873"/>
                  <a:pt x="5042" y="882"/>
                </a:cubicBezTo>
                <a:cubicBezTo>
                  <a:pt x="5038" y="892"/>
                  <a:pt x="5033" y="901"/>
                  <a:pt x="5027" y="910"/>
                </a:cubicBezTo>
                <a:cubicBezTo>
                  <a:pt x="5022" y="918"/>
                  <a:pt x="5015" y="926"/>
                  <a:pt x="5008" y="934"/>
                </a:cubicBezTo>
                <a:cubicBezTo>
                  <a:pt x="5000" y="941"/>
                  <a:pt x="4992" y="948"/>
                  <a:pt x="4984" y="954"/>
                </a:cubicBezTo>
                <a:cubicBezTo>
                  <a:pt x="4975" y="959"/>
                  <a:pt x="4966" y="964"/>
                  <a:pt x="4956" y="968"/>
                </a:cubicBezTo>
                <a:cubicBezTo>
                  <a:pt x="4946" y="972"/>
                  <a:pt x="4937" y="975"/>
                  <a:pt x="4926" y="977"/>
                </a:cubicBezTo>
                <a:cubicBezTo>
                  <a:pt x="4916" y="979"/>
                  <a:pt x="4906" y="980"/>
                  <a:pt x="4895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1" y="948"/>
                  <a:pt x="53" y="941"/>
                  <a:pt x="46" y="934"/>
                </a:cubicBezTo>
                <a:cubicBezTo>
                  <a:pt x="39" y="926"/>
                  <a:pt x="32" y="918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666720" y="1406520"/>
            <a:ext cx="3459153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Creating and destructing a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3960000" y="145656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682960" y="1406520"/>
            <a:ext cx="237012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is very expensive!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66720" y="1806480"/>
            <a:ext cx="8822649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TorchCodec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caches and reuses 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the underlying hardware resources.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828720" y="2479680"/>
            <a:ext cx="691480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torchcodec.decoders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set_nvdec_cache_capacity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981000" y="361944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828720" y="2917800"/>
            <a:ext cx="7532222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set_nvdec_cache_capacity(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64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   </a:t>
            </a:r>
            <a:r>
              <a:rPr lang="en-US" sz="150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default: 20 decoders per GPU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200240" y="3492360"/>
            <a:ext cx="96873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 cached decoder is reused for a new video with the same codec and frame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981000" y="44859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200240" y="3892320"/>
            <a:ext cx="336234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dimensions (LRU eviction)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200240" y="4359240"/>
            <a:ext cx="244982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tune the capacity!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895320" y="50223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NotoColorEmoji"/>
                <a:ea typeface="NotoColorEmoji"/>
              </a:rPr>
              <a:t>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895320" y="5352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895320" y="5352840"/>
            <a:ext cx="1133640" cy="10080"/>
          </a:xfrm>
          <a:custGeom>
            <a:avLst/>
            <a:gdLst/>
            <a:ahLst/>
            <a:rect l="0" t="0" r="r" b="b"/>
            <a:pathLst>
              <a:path w="3149" h="28">
                <a:moveTo>
                  <a:pt x="0" y="0"/>
                </a:moveTo>
                <a:lnTo>
                  <a:pt x="3149" y="0"/>
                </a:lnTo>
                <a:lnTo>
                  <a:pt x="31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2019240" y="5352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2028600" y="53528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3409920" y="5352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3419280" y="5352840"/>
            <a:ext cx="1076760" cy="10080"/>
          </a:xfrm>
          <a:custGeom>
            <a:avLst/>
            <a:gdLst/>
            <a:ahLst/>
            <a:rect l="0" t="0" r="r" b="b"/>
            <a:pathLst>
              <a:path w="2991" h="28">
                <a:moveTo>
                  <a:pt x="0" y="0"/>
                </a:moveTo>
                <a:lnTo>
                  <a:pt x="2991" y="0"/>
                </a:lnTo>
                <a:lnTo>
                  <a:pt x="29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4485960" y="5352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895320" y="57337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895320" y="5724360"/>
            <a:ext cx="1133640" cy="9720"/>
          </a:xfrm>
          <a:custGeom>
            <a:avLst/>
            <a:gdLst/>
            <a:ahLst/>
            <a:rect l="0" t="0" r="r" b="b"/>
            <a:pathLst>
              <a:path w="3149" h="27">
                <a:moveTo>
                  <a:pt x="0" y="0"/>
                </a:moveTo>
                <a:lnTo>
                  <a:pt x="3149" y="0"/>
                </a:lnTo>
                <a:lnTo>
                  <a:pt x="31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2019240" y="57337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2028600" y="57243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3409920" y="573372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3419280" y="5724360"/>
            <a:ext cx="1076760" cy="9720"/>
          </a:xfrm>
          <a:custGeom>
            <a:avLst/>
            <a:gdLst/>
            <a:ahLst/>
            <a:rect l="0" t="0" r="r" b="b"/>
            <a:pathLst>
              <a:path w="2991" h="27">
                <a:moveTo>
                  <a:pt x="0" y="0"/>
                </a:moveTo>
                <a:lnTo>
                  <a:pt x="2991" y="0"/>
                </a:lnTo>
                <a:lnTo>
                  <a:pt x="29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4485960" y="573372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895320" y="6095880"/>
            <a:ext cx="1133640" cy="9720"/>
          </a:xfrm>
          <a:custGeom>
            <a:avLst/>
            <a:gdLst/>
            <a:ahLst/>
            <a:rect l="0" t="0" r="r" b="b"/>
            <a:pathLst>
              <a:path w="3149" h="27">
                <a:moveTo>
                  <a:pt x="0" y="0"/>
                </a:moveTo>
                <a:lnTo>
                  <a:pt x="3149" y="0"/>
                </a:lnTo>
                <a:lnTo>
                  <a:pt x="31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2028600" y="6095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3419280" y="6095880"/>
            <a:ext cx="1076760" cy="9720"/>
          </a:xfrm>
          <a:custGeom>
            <a:avLst/>
            <a:gdLst/>
            <a:ahLst/>
            <a:rect l="0" t="0" r="r" b="b"/>
            <a:pathLst>
              <a:path w="2991" h="27">
                <a:moveTo>
                  <a:pt x="0" y="0"/>
                </a:moveTo>
                <a:lnTo>
                  <a:pt x="2991" y="0"/>
                </a:lnTo>
                <a:lnTo>
                  <a:pt x="29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108800" y="5026320"/>
            <a:ext cx="7517059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 Benchmark: create GPU decoder + decode 10 frames, 10s 1080p video (laptop: RTX 4080)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1038240" y="5437800"/>
            <a:ext cx="915624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No cache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161440" y="5437800"/>
            <a:ext cx="121305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Warm cache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3553200" y="5437800"/>
            <a:ext cx="86935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Speedup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038240" y="5809320"/>
            <a:ext cx="675345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272 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2161440" y="5809320"/>
            <a:ext cx="561038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24 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3553200" y="5809320"/>
            <a:ext cx="34992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11×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4881240" y="5584320"/>
            <a:ext cx="683354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Matters even more when decoding many videos in parallel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676080" y="4962240"/>
            <a:ext cx="10839960" cy="1315080"/>
          </a:xfrm>
          <a:custGeom>
            <a:avLst/>
            <a:gdLst/>
            <a:ahLst/>
            <a:rect l="0" t="0" r="r" b="b"/>
            <a:pathLst>
              <a:path w="30111" h="3653">
                <a:moveTo>
                  <a:pt x="0" y="3414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2"/>
                  <a:pt x="29919" y="5"/>
                </a:cubicBezTo>
                <a:cubicBezTo>
                  <a:pt x="29934" y="8"/>
                  <a:pt x="29949" y="12"/>
                  <a:pt x="29964" y="18"/>
                </a:cubicBezTo>
                <a:cubicBezTo>
                  <a:pt x="29978" y="24"/>
                  <a:pt x="29992" y="32"/>
                  <a:pt x="30005" y="40"/>
                </a:cubicBezTo>
                <a:cubicBezTo>
                  <a:pt x="30018" y="49"/>
                  <a:pt x="30030" y="59"/>
                  <a:pt x="30041" y="70"/>
                </a:cubicBezTo>
                <a:cubicBezTo>
                  <a:pt x="30052" y="81"/>
                  <a:pt x="30062" y="93"/>
                  <a:pt x="30070" y="106"/>
                </a:cubicBezTo>
                <a:cubicBezTo>
                  <a:pt x="30079" y="119"/>
                  <a:pt x="30087" y="133"/>
                  <a:pt x="30092" y="147"/>
                </a:cubicBezTo>
                <a:cubicBezTo>
                  <a:pt x="30098" y="162"/>
                  <a:pt x="30103" y="177"/>
                  <a:pt x="30106" y="192"/>
                </a:cubicBezTo>
                <a:cubicBezTo>
                  <a:pt x="30109" y="207"/>
                  <a:pt x="30111" y="223"/>
                  <a:pt x="30111" y="238"/>
                </a:cubicBezTo>
                <a:lnTo>
                  <a:pt x="30111" y="3414"/>
                </a:lnTo>
                <a:cubicBezTo>
                  <a:pt x="30111" y="3430"/>
                  <a:pt x="30109" y="3446"/>
                  <a:pt x="30106" y="3461"/>
                </a:cubicBezTo>
                <a:cubicBezTo>
                  <a:pt x="30103" y="3476"/>
                  <a:pt x="30098" y="3491"/>
                  <a:pt x="30092" y="3506"/>
                </a:cubicBezTo>
                <a:cubicBezTo>
                  <a:pt x="30087" y="3520"/>
                  <a:pt x="30079" y="3534"/>
                  <a:pt x="30070" y="3547"/>
                </a:cubicBezTo>
                <a:cubicBezTo>
                  <a:pt x="30062" y="3560"/>
                  <a:pt x="30052" y="3572"/>
                  <a:pt x="30041" y="3583"/>
                </a:cubicBezTo>
                <a:cubicBezTo>
                  <a:pt x="30030" y="3594"/>
                  <a:pt x="30018" y="3604"/>
                  <a:pt x="30005" y="3612"/>
                </a:cubicBezTo>
                <a:cubicBezTo>
                  <a:pt x="29992" y="3621"/>
                  <a:pt x="29978" y="3628"/>
                  <a:pt x="29964" y="3634"/>
                </a:cubicBezTo>
                <a:cubicBezTo>
                  <a:pt x="29949" y="3640"/>
                  <a:pt x="29934" y="3645"/>
                  <a:pt x="29919" y="3648"/>
                </a:cubicBezTo>
                <a:cubicBezTo>
                  <a:pt x="29904" y="3651"/>
                  <a:pt x="29888" y="3653"/>
                  <a:pt x="29872" y="3653"/>
                </a:cubicBezTo>
                <a:lnTo>
                  <a:pt x="238" y="3653"/>
                </a:lnTo>
                <a:cubicBezTo>
                  <a:pt x="223" y="3653"/>
                  <a:pt x="207" y="3651"/>
                  <a:pt x="192" y="3648"/>
                </a:cubicBezTo>
                <a:cubicBezTo>
                  <a:pt x="176" y="3645"/>
                  <a:pt x="161" y="3640"/>
                  <a:pt x="147" y="3634"/>
                </a:cubicBezTo>
                <a:cubicBezTo>
                  <a:pt x="133" y="3628"/>
                  <a:pt x="119" y="3621"/>
                  <a:pt x="106" y="3612"/>
                </a:cubicBezTo>
                <a:cubicBezTo>
                  <a:pt x="93" y="3604"/>
                  <a:pt x="81" y="3594"/>
                  <a:pt x="70" y="3583"/>
                </a:cubicBezTo>
                <a:cubicBezTo>
                  <a:pt x="59" y="3572"/>
                  <a:pt x="49" y="3560"/>
                  <a:pt x="40" y="3547"/>
                </a:cubicBezTo>
                <a:cubicBezTo>
                  <a:pt x="31" y="3534"/>
                  <a:pt x="24" y="3520"/>
                  <a:pt x="18" y="3506"/>
                </a:cubicBezTo>
                <a:cubicBezTo>
                  <a:pt x="12" y="3491"/>
                  <a:pt x="8" y="3476"/>
                  <a:pt x="5" y="3461"/>
                </a:cubicBezTo>
                <a:cubicBezTo>
                  <a:pt x="2" y="3446"/>
                  <a:pt x="0" y="3430"/>
                  <a:pt x="0" y="3414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676080" y="4962240"/>
            <a:ext cx="10839960" cy="1315080"/>
          </a:xfrm>
          <a:custGeom>
            <a:avLst/>
            <a:gdLst/>
            <a:ahLst/>
            <a:rect l="0" t="0" r="r" b="b"/>
            <a:pathLst>
              <a:path w="30111" h="3653">
                <a:moveTo>
                  <a:pt x="0" y="3414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29872" y="0"/>
                </a:lnTo>
                <a:cubicBezTo>
                  <a:pt x="29888" y="0"/>
                  <a:pt x="29904" y="2"/>
                  <a:pt x="29919" y="5"/>
                </a:cubicBezTo>
                <a:cubicBezTo>
                  <a:pt x="29934" y="8"/>
                  <a:pt x="29949" y="12"/>
                  <a:pt x="29964" y="18"/>
                </a:cubicBezTo>
                <a:cubicBezTo>
                  <a:pt x="29978" y="24"/>
                  <a:pt x="29992" y="32"/>
                  <a:pt x="30005" y="40"/>
                </a:cubicBezTo>
                <a:cubicBezTo>
                  <a:pt x="30018" y="49"/>
                  <a:pt x="30030" y="59"/>
                  <a:pt x="30041" y="70"/>
                </a:cubicBezTo>
                <a:cubicBezTo>
                  <a:pt x="30052" y="81"/>
                  <a:pt x="30062" y="93"/>
                  <a:pt x="30070" y="106"/>
                </a:cubicBezTo>
                <a:cubicBezTo>
                  <a:pt x="30079" y="119"/>
                  <a:pt x="30087" y="133"/>
                  <a:pt x="30092" y="147"/>
                </a:cubicBezTo>
                <a:cubicBezTo>
                  <a:pt x="30098" y="162"/>
                  <a:pt x="30103" y="177"/>
                  <a:pt x="30106" y="192"/>
                </a:cubicBezTo>
                <a:cubicBezTo>
                  <a:pt x="30109" y="207"/>
                  <a:pt x="30111" y="223"/>
                  <a:pt x="30111" y="238"/>
                </a:cubicBezTo>
                <a:lnTo>
                  <a:pt x="30111" y="3414"/>
                </a:lnTo>
                <a:cubicBezTo>
                  <a:pt x="30111" y="3430"/>
                  <a:pt x="30109" y="3446"/>
                  <a:pt x="30106" y="3461"/>
                </a:cubicBezTo>
                <a:cubicBezTo>
                  <a:pt x="30103" y="3476"/>
                  <a:pt x="30098" y="3491"/>
                  <a:pt x="30092" y="3506"/>
                </a:cubicBezTo>
                <a:cubicBezTo>
                  <a:pt x="30087" y="3520"/>
                  <a:pt x="30079" y="3534"/>
                  <a:pt x="30070" y="3547"/>
                </a:cubicBezTo>
                <a:cubicBezTo>
                  <a:pt x="30062" y="3560"/>
                  <a:pt x="30052" y="3572"/>
                  <a:pt x="30041" y="3583"/>
                </a:cubicBezTo>
                <a:cubicBezTo>
                  <a:pt x="30030" y="3594"/>
                  <a:pt x="30018" y="3604"/>
                  <a:pt x="30005" y="3612"/>
                </a:cubicBezTo>
                <a:cubicBezTo>
                  <a:pt x="29992" y="3621"/>
                  <a:pt x="29978" y="3628"/>
                  <a:pt x="29964" y="3634"/>
                </a:cubicBezTo>
                <a:cubicBezTo>
                  <a:pt x="29949" y="3640"/>
                  <a:pt x="29934" y="3645"/>
                  <a:pt x="29919" y="3648"/>
                </a:cubicBezTo>
                <a:cubicBezTo>
                  <a:pt x="29904" y="3651"/>
                  <a:pt x="29888" y="3653"/>
                  <a:pt x="29872" y="3653"/>
                </a:cubicBezTo>
                <a:lnTo>
                  <a:pt x="238" y="3653"/>
                </a:lnTo>
                <a:cubicBezTo>
                  <a:pt x="223" y="3653"/>
                  <a:pt x="207" y="3651"/>
                  <a:pt x="192" y="3648"/>
                </a:cubicBezTo>
                <a:cubicBezTo>
                  <a:pt x="176" y="3645"/>
                  <a:pt x="161" y="3640"/>
                  <a:pt x="147" y="3634"/>
                </a:cubicBezTo>
                <a:cubicBezTo>
                  <a:pt x="133" y="3628"/>
                  <a:pt x="119" y="3621"/>
                  <a:pt x="106" y="3612"/>
                </a:cubicBezTo>
                <a:cubicBezTo>
                  <a:pt x="93" y="3604"/>
                  <a:pt x="81" y="3594"/>
                  <a:pt x="70" y="3583"/>
                </a:cubicBezTo>
                <a:cubicBezTo>
                  <a:pt x="59" y="3572"/>
                  <a:pt x="49" y="3560"/>
                  <a:pt x="40" y="3547"/>
                </a:cubicBezTo>
                <a:cubicBezTo>
                  <a:pt x="31" y="3534"/>
                  <a:pt x="24" y="3520"/>
                  <a:pt x="18" y="3506"/>
                </a:cubicBezTo>
                <a:cubicBezTo>
                  <a:pt x="12" y="3491"/>
                  <a:pt x="8" y="3476"/>
                  <a:pt x="5" y="3461"/>
                </a:cubicBezTo>
                <a:cubicBezTo>
                  <a:pt x="2" y="3446"/>
                  <a:pt x="0" y="3430"/>
                  <a:pt x="0" y="3414"/>
                </a:cubicBezTo>
                <a:close/>
              </a:path>
            </a:pathLst>
          </a:custGeom>
          <a:noFill/>
          <a:ln w="18720">
            <a:solidFill>
              <a:srgbClr val="e0a80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895320" y="540036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895320" y="540036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133360" y="540036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143080" y="5400360"/>
            <a:ext cx="1352880" cy="10080"/>
          </a:xfrm>
          <a:custGeom>
            <a:avLst/>
            <a:gdLst/>
            <a:ah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3485880" y="540036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3495600" y="54003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5086080" y="540036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5095800" y="5400360"/>
            <a:ext cx="2133720" cy="10080"/>
          </a:xfrm>
          <a:custGeom>
            <a:avLst/>
            <a:gdLst/>
            <a:ahLst/>
            <a:rect l="0" t="0" r="r" b="b"/>
            <a:pathLst>
              <a:path w="5927" h="28">
                <a:moveTo>
                  <a:pt x="0" y="0"/>
                </a:moveTo>
                <a:lnTo>
                  <a:pt x="5927" y="0"/>
                </a:lnTo>
                <a:lnTo>
                  <a:pt x="5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219800" y="540036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895320" y="578160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895320" y="577188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133360" y="57816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143080" y="5771880"/>
            <a:ext cx="1352880" cy="10080"/>
          </a:xfrm>
          <a:custGeom>
            <a:avLst/>
            <a:gdLst/>
            <a:ah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3485880" y="57816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3495600" y="577188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5086080" y="57816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5095800" y="5771880"/>
            <a:ext cx="2133720" cy="10080"/>
          </a:xfrm>
          <a:custGeom>
            <a:avLst/>
            <a:gdLst/>
            <a:ahLst/>
            <a:rect l="0" t="0" r="r" b="b"/>
            <a:pathLst>
              <a:path w="5927" h="28">
                <a:moveTo>
                  <a:pt x="0" y="0"/>
                </a:moveTo>
                <a:lnTo>
                  <a:pt x="5927" y="0"/>
                </a:lnTo>
                <a:lnTo>
                  <a:pt x="5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7219800" y="578160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895320" y="614340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3467" y="0"/>
                </a:lnTo>
                <a:lnTo>
                  <a:pt x="346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143080" y="6143400"/>
            <a:ext cx="1352880" cy="10080"/>
          </a:xfrm>
          <a:custGeom>
            <a:avLst/>
            <a:gdLst/>
            <a:ah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3495600" y="614340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5095800" y="6143400"/>
            <a:ext cx="2133720" cy="10080"/>
          </a:xfrm>
          <a:custGeom>
            <a:avLst/>
            <a:gdLst/>
            <a:ahLst/>
            <a:rect l="0" t="0" r="r" b="b"/>
            <a:pathLst>
              <a:path w="5927" h="28">
                <a:moveTo>
                  <a:pt x="0" y="0"/>
                </a:moveTo>
                <a:lnTo>
                  <a:pt x="5927" y="0"/>
                </a:lnTo>
                <a:lnTo>
                  <a:pt x="5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0c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676080" y="1323720"/>
            <a:ext cx="5353560" cy="1724400"/>
          </a:xfrm>
          <a:custGeom>
            <a:avLst/>
            <a:gdLst/>
            <a:ahLst/>
            <a:rect l="0" t="0" r="r" b="b"/>
            <a:pathLst>
              <a:path w="14871" h="4790">
                <a:moveTo>
                  <a:pt x="0" y="4499"/>
                </a:moveTo>
                <a:lnTo>
                  <a:pt x="0" y="291"/>
                </a:lnTo>
                <a:cubicBezTo>
                  <a:pt x="0" y="272"/>
                  <a:pt x="2" y="253"/>
                  <a:pt x="6" y="234"/>
                </a:cubicBezTo>
                <a:cubicBezTo>
                  <a:pt x="9" y="216"/>
                  <a:pt x="15" y="198"/>
                  <a:pt x="22" y="180"/>
                </a:cubicBezTo>
                <a:cubicBezTo>
                  <a:pt x="30" y="162"/>
                  <a:pt x="38" y="145"/>
                  <a:pt x="49" y="130"/>
                </a:cubicBezTo>
                <a:cubicBezTo>
                  <a:pt x="60" y="114"/>
                  <a:pt x="72" y="99"/>
                  <a:pt x="85" y="85"/>
                </a:cubicBezTo>
                <a:cubicBezTo>
                  <a:pt x="99" y="72"/>
                  <a:pt x="113" y="60"/>
                  <a:pt x="129" y="49"/>
                </a:cubicBezTo>
                <a:cubicBezTo>
                  <a:pt x="145" y="39"/>
                  <a:pt x="162" y="30"/>
                  <a:pt x="180" y="22"/>
                </a:cubicBezTo>
                <a:cubicBezTo>
                  <a:pt x="197" y="15"/>
                  <a:pt x="216" y="10"/>
                  <a:pt x="234" y="6"/>
                </a:cubicBezTo>
                <a:cubicBezTo>
                  <a:pt x="253" y="2"/>
                  <a:pt x="272" y="0"/>
                  <a:pt x="291" y="0"/>
                </a:cubicBezTo>
                <a:lnTo>
                  <a:pt x="14580" y="0"/>
                </a:lnTo>
                <a:cubicBezTo>
                  <a:pt x="14599" y="0"/>
                  <a:pt x="14618" y="2"/>
                  <a:pt x="14636" y="6"/>
                </a:cubicBezTo>
                <a:cubicBezTo>
                  <a:pt x="14655" y="10"/>
                  <a:pt x="14673" y="15"/>
                  <a:pt x="14691" y="22"/>
                </a:cubicBezTo>
                <a:cubicBezTo>
                  <a:pt x="14709" y="30"/>
                  <a:pt x="14725" y="39"/>
                  <a:pt x="14741" y="49"/>
                </a:cubicBezTo>
                <a:cubicBezTo>
                  <a:pt x="14757" y="60"/>
                  <a:pt x="14772" y="72"/>
                  <a:pt x="14785" y="85"/>
                </a:cubicBezTo>
                <a:cubicBezTo>
                  <a:pt x="14799" y="99"/>
                  <a:pt x="14811" y="114"/>
                  <a:pt x="14822" y="130"/>
                </a:cubicBezTo>
                <a:cubicBezTo>
                  <a:pt x="14832" y="145"/>
                  <a:pt x="14841" y="162"/>
                  <a:pt x="14848" y="180"/>
                </a:cubicBezTo>
                <a:cubicBezTo>
                  <a:pt x="14856" y="198"/>
                  <a:pt x="14861" y="216"/>
                  <a:pt x="14865" y="234"/>
                </a:cubicBezTo>
                <a:cubicBezTo>
                  <a:pt x="14869" y="253"/>
                  <a:pt x="14871" y="272"/>
                  <a:pt x="14871" y="291"/>
                </a:cubicBezTo>
                <a:lnTo>
                  <a:pt x="14871" y="4499"/>
                </a:lnTo>
                <a:cubicBezTo>
                  <a:pt x="14871" y="4518"/>
                  <a:pt x="14869" y="4537"/>
                  <a:pt x="14865" y="4556"/>
                </a:cubicBezTo>
                <a:cubicBezTo>
                  <a:pt x="14861" y="4575"/>
                  <a:pt x="14856" y="4593"/>
                  <a:pt x="14848" y="4611"/>
                </a:cubicBezTo>
                <a:cubicBezTo>
                  <a:pt x="14841" y="4628"/>
                  <a:pt x="14832" y="4645"/>
                  <a:pt x="14822" y="4661"/>
                </a:cubicBezTo>
                <a:cubicBezTo>
                  <a:pt x="14811" y="4677"/>
                  <a:pt x="14799" y="4691"/>
                  <a:pt x="14785" y="4705"/>
                </a:cubicBezTo>
                <a:cubicBezTo>
                  <a:pt x="14772" y="4718"/>
                  <a:pt x="14757" y="4730"/>
                  <a:pt x="14741" y="4741"/>
                </a:cubicBezTo>
                <a:cubicBezTo>
                  <a:pt x="14725" y="4752"/>
                  <a:pt x="14709" y="4761"/>
                  <a:pt x="14691" y="4768"/>
                </a:cubicBezTo>
                <a:cubicBezTo>
                  <a:pt x="14673" y="4775"/>
                  <a:pt x="14655" y="4781"/>
                  <a:pt x="14636" y="4785"/>
                </a:cubicBezTo>
                <a:cubicBezTo>
                  <a:pt x="14618" y="4788"/>
                  <a:pt x="14599" y="4790"/>
                  <a:pt x="14580" y="4790"/>
                </a:cubicBezTo>
                <a:lnTo>
                  <a:pt x="291" y="4790"/>
                </a:lnTo>
                <a:cubicBezTo>
                  <a:pt x="272" y="4790"/>
                  <a:pt x="253" y="4788"/>
                  <a:pt x="234" y="4785"/>
                </a:cubicBezTo>
                <a:cubicBezTo>
                  <a:pt x="216" y="4781"/>
                  <a:pt x="197" y="4775"/>
                  <a:pt x="180" y="4768"/>
                </a:cubicBezTo>
                <a:cubicBezTo>
                  <a:pt x="162" y="4761"/>
                  <a:pt x="145" y="4752"/>
                  <a:pt x="129" y="4741"/>
                </a:cubicBezTo>
                <a:cubicBezTo>
                  <a:pt x="113" y="4730"/>
                  <a:pt x="99" y="4718"/>
                  <a:pt x="85" y="4705"/>
                </a:cubicBezTo>
                <a:cubicBezTo>
                  <a:pt x="72" y="4691"/>
                  <a:pt x="60" y="4677"/>
                  <a:pt x="49" y="4661"/>
                </a:cubicBezTo>
                <a:cubicBezTo>
                  <a:pt x="38" y="4645"/>
                  <a:pt x="30" y="4628"/>
                  <a:pt x="22" y="4611"/>
                </a:cubicBezTo>
                <a:cubicBezTo>
                  <a:pt x="15" y="4593"/>
                  <a:pt x="9" y="4575"/>
                  <a:pt x="6" y="4556"/>
                </a:cubicBezTo>
                <a:cubicBezTo>
                  <a:pt x="2" y="4537"/>
                  <a:pt x="0" y="4518"/>
                  <a:pt x="0" y="449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847440" y="2009520"/>
            <a:ext cx="5010480" cy="362520"/>
          </a:xfrm>
          <a:custGeom>
            <a:avLst/>
            <a:gdLst/>
            <a:ahLst/>
            <a:rect l="0" t="0" r="r" b="b"/>
            <a:pathLst>
              <a:path w="13918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5"/>
                </a:cubicBezTo>
                <a:cubicBezTo>
                  <a:pt x="19" y="103"/>
                  <a:pt x="25" y="93"/>
                  <a:pt x="32" y="83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5"/>
                  <a:pt x="103" y="19"/>
                  <a:pt x="115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3733" y="0"/>
                </a:lnTo>
                <a:cubicBezTo>
                  <a:pt x="13745" y="0"/>
                  <a:pt x="13757" y="1"/>
                  <a:pt x="13769" y="4"/>
                </a:cubicBezTo>
                <a:cubicBezTo>
                  <a:pt x="13781" y="6"/>
                  <a:pt x="13793" y="10"/>
                  <a:pt x="13804" y="14"/>
                </a:cubicBezTo>
                <a:cubicBezTo>
                  <a:pt x="13815" y="19"/>
                  <a:pt x="13826" y="25"/>
                  <a:pt x="13836" y="31"/>
                </a:cubicBezTo>
                <a:cubicBezTo>
                  <a:pt x="13846" y="38"/>
                  <a:pt x="13856" y="46"/>
                  <a:pt x="13864" y="54"/>
                </a:cubicBezTo>
                <a:cubicBezTo>
                  <a:pt x="13873" y="63"/>
                  <a:pt x="13880" y="72"/>
                  <a:pt x="13887" y="83"/>
                </a:cubicBezTo>
                <a:cubicBezTo>
                  <a:pt x="13894" y="93"/>
                  <a:pt x="13900" y="103"/>
                  <a:pt x="13904" y="115"/>
                </a:cubicBezTo>
                <a:cubicBezTo>
                  <a:pt x="13909" y="126"/>
                  <a:pt x="13912" y="137"/>
                  <a:pt x="13915" y="149"/>
                </a:cubicBezTo>
                <a:cubicBezTo>
                  <a:pt x="13917" y="161"/>
                  <a:pt x="13918" y="173"/>
                  <a:pt x="13918" y="185"/>
                </a:cubicBezTo>
                <a:lnTo>
                  <a:pt x="13918" y="820"/>
                </a:lnTo>
                <a:cubicBezTo>
                  <a:pt x="13918" y="833"/>
                  <a:pt x="13917" y="845"/>
                  <a:pt x="13915" y="857"/>
                </a:cubicBezTo>
                <a:cubicBezTo>
                  <a:pt x="13912" y="868"/>
                  <a:pt x="13909" y="880"/>
                  <a:pt x="13904" y="891"/>
                </a:cubicBezTo>
                <a:cubicBezTo>
                  <a:pt x="13900" y="903"/>
                  <a:pt x="13894" y="913"/>
                  <a:pt x="13887" y="923"/>
                </a:cubicBezTo>
                <a:cubicBezTo>
                  <a:pt x="13880" y="933"/>
                  <a:pt x="13873" y="943"/>
                  <a:pt x="13864" y="952"/>
                </a:cubicBezTo>
                <a:cubicBezTo>
                  <a:pt x="13856" y="961"/>
                  <a:pt x="13846" y="969"/>
                  <a:pt x="13836" y="975"/>
                </a:cubicBezTo>
                <a:cubicBezTo>
                  <a:pt x="13826" y="982"/>
                  <a:pt x="13815" y="988"/>
                  <a:pt x="13804" y="993"/>
                </a:cubicBezTo>
                <a:cubicBezTo>
                  <a:pt x="13793" y="997"/>
                  <a:pt x="13781" y="1001"/>
                  <a:pt x="13769" y="1003"/>
                </a:cubicBezTo>
                <a:cubicBezTo>
                  <a:pt x="13757" y="1005"/>
                  <a:pt x="13745" y="1007"/>
                  <a:pt x="13733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6" y="997"/>
                  <a:pt x="115" y="993"/>
                </a:cubicBezTo>
                <a:cubicBezTo>
                  <a:pt x="103" y="988"/>
                  <a:pt x="93" y="982"/>
                  <a:pt x="83" y="975"/>
                </a:cubicBezTo>
                <a:cubicBezTo>
                  <a:pt x="72" y="969"/>
                  <a:pt x="63" y="961"/>
                  <a:pt x="55" y="952"/>
                </a:cubicBezTo>
                <a:cubicBezTo>
                  <a:pt x="46" y="943"/>
                  <a:pt x="38" y="933"/>
                  <a:pt x="32" y="923"/>
                </a:cubicBezTo>
                <a:cubicBezTo>
                  <a:pt x="25" y="913"/>
                  <a:pt x="19" y="903"/>
                  <a:pt x="14" y="891"/>
                </a:cubicBezTo>
                <a:cubicBezTo>
                  <a:pt x="10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847440" y="2009520"/>
            <a:ext cx="5010480" cy="362520"/>
          </a:xfrm>
          <a:custGeom>
            <a:avLst/>
            <a:gdLst/>
            <a:ahLst/>
            <a:rect l="0" t="0" r="r" b="b"/>
            <a:pathLst>
              <a:path w="13918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5"/>
                </a:cubicBezTo>
                <a:cubicBezTo>
                  <a:pt x="19" y="103"/>
                  <a:pt x="25" y="93"/>
                  <a:pt x="32" y="83"/>
                </a:cubicBezTo>
                <a:cubicBezTo>
                  <a:pt x="38" y="72"/>
                  <a:pt x="46" y="63"/>
                  <a:pt x="55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5"/>
                  <a:pt x="103" y="19"/>
                  <a:pt x="115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13733" y="0"/>
                </a:lnTo>
                <a:cubicBezTo>
                  <a:pt x="13745" y="0"/>
                  <a:pt x="13757" y="1"/>
                  <a:pt x="13769" y="4"/>
                </a:cubicBezTo>
                <a:cubicBezTo>
                  <a:pt x="13781" y="6"/>
                  <a:pt x="13793" y="10"/>
                  <a:pt x="13804" y="14"/>
                </a:cubicBezTo>
                <a:cubicBezTo>
                  <a:pt x="13815" y="19"/>
                  <a:pt x="13826" y="25"/>
                  <a:pt x="13836" y="31"/>
                </a:cubicBezTo>
                <a:cubicBezTo>
                  <a:pt x="13846" y="38"/>
                  <a:pt x="13856" y="46"/>
                  <a:pt x="13864" y="54"/>
                </a:cubicBezTo>
                <a:cubicBezTo>
                  <a:pt x="13873" y="63"/>
                  <a:pt x="13880" y="72"/>
                  <a:pt x="13887" y="83"/>
                </a:cubicBezTo>
                <a:cubicBezTo>
                  <a:pt x="13894" y="93"/>
                  <a:pt x="13900" y="103"/>
                  <a:pt x="13904" y="115"/>
                </a:cubicBezTo>
                <a:cubicBezTo>
                  <a:pt x="13909" y="126"/>
                  <a:pt x="13912" y="137"/>
                  <a:pt x="13915" y="149"/>
                </a:cubicBezTo>
                <a:cubicBezTo>
                  <a:pt x="13917" y="161"/>
                  <a:pt x="13918" y="173"/>
                  <a:pt x="13918" y="185"/>
                </a:cubicBezTo>
                <a:lnTo>
                  <a:pt x="13918" y="820"/>
                </a:lnTo>
                <a:cubicBezTo>
                  <a:pt x="13918" y="833"/>
                  <a:pt x="13917" y="845"/>
                  <a:pt x="13915" y="857"/>
                </a:cubicBezTo>
                <a:cubicBezTo>
                  <a:pt x="13912" y="868"/>
                  <a:pt x="13909" y="880"/>
                  <a:pt x="13904" y="891"/>
                </a:cubicBezTo>
                <a:cubicBezTo>
                  <a:pt x="13900" y="903"/>
                  <a:pt x="13894" y="913"/>
                  <a:pt x="13887" y="923"/>
                </a:cubicBezTo>
                <a:cubicBezTo>
                  <a:pt x="13880" y="933"/>
                  <a:pt x="13873" y="943"/>
                  <a:pt x="13864" y="952"/>
                </a:cubicBezTo>
                <a:cubicBezTo>
                  <a:pt x="13856" y="961"/>
                  <a:pt x="13846" y="969"/>
                  <a:pt x="13836" y="975"/>
                </a:cubicBezTo>
                <a:cubicBezTo>
                  <a:pt x="13826" y="982"/>
                  <a:pt x="13815" y="988"/>
                  <a:pt x="13804" y="993"/>
                </a:cubicBezTo>
                <a:cubicBezTo>
                  <a:pt x="13793" y="997"/>
                  <a:pt x="13781" y="1001"/>
                  <a:pt x="13769" y="1003"/>
                </a:cubicBezTo>
                <a:cubicBezTo>
                  <a:pt x="13757" y="1005"/>
                  <a:pt x="13745" y="1007"/>
                  <a:pt x="13733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6" y="997"/>
                  <a:pt x="115" y="993"/>
                </a:cubicBezTo>
                <a:cubicBezTo>
                  <a:pt x="103" y="988"/>
                  <a:pt x="93" y="982"/>
                  <a:pt x="83" y="975"/>
                </a:cubicBezTo>
                <a:cubicBezTo>
                  <a:pt x="72" y="969"/>
                  <a:pt x="63" y="961"/>
                  <a:pt x="55" y="952"/>
                </a:cubicBezTo>
                <a:cubicBezTo>
                  <a:pt x="46" y="943"/>
                  <a:pt x="38" y="933"/>
                  <a:pt x="32" y="923"/>
                </a:cubicBezTo>
                <a:cubicBezTo>
                  <a:pt x="25" y="913"/>
                  <a:pt x="19" y="903"/>
                  <a:pt x="14" y="891"/>
                </a:cubicBezTo>
                <a:cubicBezTo>
                  <a:pt x="10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6720" y="598320"/>
            <a:ext cx="5946696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Parallel decoding: 4 strategies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838080" y="1443960"/>
            <a:ext cx="225892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026000" y="1448640"/>
            <a:ext cx="4124001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One long video</a:t>
            </a:r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one decoder per chunk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838080" y="1803240"/>
            <a:ext cx="462672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video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2095200" y="2019240"/>
            <a:ext cx="19440" cy="343080"/>
          </a:xfrm>
          <a:custGeom>
            <a:avLst/>
            <a:gdLst/>
            <a:ahLst/>
            <a:rect l="0" t="0" r="r" b="b"/>
            <a:pathLst>
              <a:path w="54" h="953">
                <a:moveTo>
                  <a:pt x="0" y="953"/>
                </a:moveTo>
                <a:lnTo>
                  <a:pt x="0" y="794"/>
                </a:lnTo>
                <a:lnTo>
                  <a:pt x="54" y="794"/>
                </a:lnTo>
                <a:lnTo>
                  <a:pt x="54" y="953"/>
                </a:lnTo>
                <a:lnTo>
                  <a:pt x="0" y="953"/>
                </a:lnTo>
                <a:moveTo>
                  <a:pt x="54" y="0"/>
                </a:moveTo>
                <a:lnTo>
                  <a:pt x="54" y="158"/>
                </a:lnTo>
                <a:lnTo>
                  <a:pt x="0" y="158"/>
                </a:lnTo>
                <a:lnTo>
                  <a:pt x="0" y="0"/>
                </a:lnTo>
                <a:lnTo>
                  <a:pt x="54" y="0"/>
                </a:lnTo>
                <a:moveTo>
                  <a:pt x="54" y="264"/>
                </a:moveTo>
                <a:lnTo>
                  <a:pt x="54" y="423"/>
                </a:lnTo>
                <a:lnTo>
                  <a:pt x="0" y="423"/>
                </a:lnTo>
                <a:lnTo>
                  <a:pt x="0" y="264"/>
                </a:lnTo>
                <a:lnTo>
                  <a:pt x="54" y="264"/>
                </a:lnTo>
                <a:moveTo>
                  <a:pt x="54" y="529"/>
                </a:moveTo>
                <a:lnTo>
                  <a:pt x="54" y="689"/>
                </a:lnTo>
                <a:lnTo>
                  <a:pt x="0" y="689"/>
                </a:lnTo>
                <a:lnTo>
                  <a:pt x="0" y="529"/>
                </a:lnTo>
                <a:lnTo>
                  <a:pt x="54" y="529"/>
                </a:lnTo>
                <a:close/>
              </a:path>
            </a:pathLst>
          </a:custGeom>
          <a:solidFill>
            <a:srgbClr val="ee4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207080" y="2100600"/>
            <a:ext cx="577368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chunk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342960" y="2019240"/>
            <a:ext cx="19440" cy="343080"/>
          </a:xfrm>
          <a:custGeom>
            <a:avLst/>
            <a:gdLst/>
            <a:ahLst/>
            <a:rect l="0" t="0" r="r" b="b"/>
            <a:pathLst>
              <a:path w="54" h="953">
                <a:moveTo>
                  <a:pt x="0" y="953"/>
                </a:moveTo>
                <a:lnTo>
                  <a:pt x="0" y="794"/>
                </a:lnTo>
                <a:lnTo>
                  <a:pt x="54" y="794"/>
                </a:lnTo>
                <a:lnTo>
                  <a:pt x="54" y="953"/>
                </a:lnTo>
                <a:lnTo>
                  <a:pt x="0" y="953"/>
                </a:lnTo>
                <a:moveTo>
                  <a:pt x="54" y="0"/>
                </a:moveTo>
                <a:lnTo>
                  <a:pt x="54" y="158"/>
                </a:lnTo>
                <a:lnTo>
                  <a:pt x="0" y="158"/>
                </a:lnTo>
                <a:lnTo>
                  <a:pt x="0" y="0"/>
                </a:lnTo>
                <a:lnTo>
                  <a:pt x="54" y="0"/>
                </a:lnTo>
                <a:moveTo>
                  <a:pt x="54" y="264"/>
                </a:moveTo>
                <a:lnTo>
                  <a:pt x="54" y="423"/>
                </a:lnTo>
                <a:lnTo>
                  <a:pt x="0" y="423"/>
                </a:lnTo>
                <a:lnTo>
                  <a:pt x="0" y="264"/>
                </a:lnTo>
                <a:lnTo>
                  <a:pt x="54" y="264"/>
                </a:lnTo>
                <a:moveTo>
                  <a:pt x="54" y="529"/>
                </a:moveTo>
                <a:lnTo>
                  <a:pt x="54" y="689"/>
                </a:lnTo>
                <a:lnTo>
                  <a:pt x="0" y="689"/>
                </a:lnTo>
                <a:lnTo>
                  <a:pt x="0" y="529"/>
                </a:lnTo>
                <a:lnTo>
                  <a:pt x="54" y="529"/>
                </a:lnTo>
                <a:close/>
              </a:path>
            </a:pathLst>
          </a:custGeom>
          <a:solidFill>
            <a:srgbClr val="ee4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2459520" y="2100600"/>
            <a:ext cx="577368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chunk 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4600440" y="2019240"/>
            <a:ext cx="19440" cy="343080"/>
          </a:xfrm>
          <a:custGeom>
            <a:avLst/>
            <a:gdLst/>
            <a:ahLst/>
            <a:rect l="0" t="0" r="r" b="b"/>
            <a:pathLst>
              <a:path w="54" h="953">
                <a:moveTo>
                  <a:pt x="0" y="953"/>
                </a:moveTo>
                <a:lnTo>
                  <a:pt x="0" y="794"/>
                </a:lnTo>
                <a:lnTo>
                  <a:pt x="54" y="794"/>
                </a:lnTo>
                <a:lnTo>
                  <a:pt x="54" y="953"/>
                </a:lnTo>
                <a:lnTo>
                  <a:pt x="0" y="953"/>
                </a:lnTo>
                <a:moveTo>
                  <a:pt x="54" y="0"/>
                </a:moveTo>
                <a:lnTo>
                  <a:pt x="54" y="158"/>
                </a:lnTo>
                <a:lnTo>
                  <a:pt x="0" y="158"/>
                </a:lnTo>
                <a:lnTo>
                  <a:pt x="0" y="0"/>
                </a:lnTo>
                <a:lnTo>
                  <a:pt x="54" y="0"/>
                </a:lnTo>
                <a:moveTo>
                  <a:pt x="54" y="264"/>
                </a:moveTo>
                <a:lnTo>
                  <a:pt x="54" y="423"/>
                </a:lnTo>
                <a:lnTo>
                  <a:pt x="0" y="423"/>
                </a:lnTo>
                <a:lnTo>
                  <a:pt x="0" y="264"/>
                </a:lnTo>
                <a:lnTo>
                  <a:pt x="54" y="264"/>
                </a:lnTo>
                <a:moveTo>
                  <a:pt x="54" y="529"/>
                </a:moveTo>
                <a:lnTo>
                  <a:pt x="54" y="689"/>
                </a:lnTo>
                <a:lnTo>
                  <a:pt x="0" y="689"/>
                </a:lnTo>
                <a:lnTo>
                  <a:pt x="0" y="529"/>
                </a:lnTo>
                <a:lnTo>
                  <a:pt x="54" y="529"/>
                </a:lnTo>
                <a:close/>
              </a:path>
            </a:pathLst>
          </a:custGeom>
          <a:solidFill>
            <a:srgbClr val="ee4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3711960" y="2100600"/>
            <a:ext cx="577368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chunk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84744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1" y="27"/>
                  <a:pt x="66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2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2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3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6" y="805"/>
                  <a:pt x="51" y="795"/>
                  <a:pt x="39" y="783"/>
                </a:cubicBezTo>
                <a:cubicBezTo>
                  <a:pt x="27" y="771"/>
                  <a:pt x="17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84744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1" y="27"/>
                  <a:pt x="66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2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2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3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6" y="805"/>
                  <a:pt x="51" y="795"/>
                  <a:pt x="39" y="783"/>
                </a:cubicBezTo>
                <a:cubicBezTo>
                  <a:pt x="27" y="771"/>
                  <a:pt x="17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4964760" y="2100600"/>
            <a:ext cx="577368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chunk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37628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213336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1" y="27"/>
                  <a:pt x="66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6" y="805"/>
                  <a:pt x="51" y="795"/>
                  <a:pt x="39" y="783"/>
                </a:cubicBezTo>
                <a:cubicBezTo>
                  <a:pt x="27" y="771"/>
                  <a:pt x="17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213336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1" y="27"/>
                  <a:pt x="66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6" y="805"/>
                  <a:pt x="51" y="795"/>
                  <a:pt x="39" y="783"/>
                </a:cubicBezTo>
                <a:cubicBezTo>
                  <a:pt x="27" y="771"/>
                  <a:pt x="17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94356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66220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41928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41928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22948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94812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470520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4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4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470520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4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4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51540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523404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6162480" y="1323720"/>
            <a:ext cx="5353560" cy="1724400"/>
          </a:xfrm>
          <a:custGeom>
            <a:avLst/>
            <a:gdLst/>
            <a:ahLst/>
            <a:rect l="0" t="0" r="r" b="b"/>
            <a:pathLst>
              <a:path w="14871" h="4790">
                <a:moveTo>
                  <a:pt x="0" y="4499"/>
                </a:moveTo>
                <a:lnTo>
                  <a:pt x="0" y="291"/>
                </a:lnTo>
                <a:cubicBezTo>
                  <a:pt x="0" y="272"/>
                  <a:pt x="2" y="253"/>
                  <a:pt x="6" y="234"/>
                </a:cubicBezTo>
                <a:cubicBezTo>
                  <a:pt x="9" y="216"/>
                  <a:pt x="15" y="198"/>
                  <a:pt x="22" y="180"/>
                </a:cubicBezTo>
                <a:cubicBezTo>
                  <a:pt x="30" y="162"/>
                  <a:pt x="38" y="145"/>
                  <a:pt x="49" y="130"/>
                </a:cubicBezTo>
                <a:cubicBezTo>
                  <a:pt x="60" y="114"/>
                  <a:pt x="72" y="99"/>
                  <a:pt x="85" y="85"/>
                </a:cubicBezTo>
                <a:cubicBezTo>
                  <a:pt x="99" y="72"/>
                  <a:pt x="113" y="60"/>
                  <a:pt x="129" y="49"/>
                </a:cubicBezTo>
                <a:cubicBezTo>
                  <a:pt x="145" y="39"/>
                  <a:pt x="162" y="30"/>
                  <a:pt x="180" y="22"/>
                </a:cubicBezTo>
                <a:cubicBezTo>
                  <a:pt x="197" y="15"/>
                  <a:pt x="216" y="10"/>
                  <a:pt x="234" y="6"/>
                </a:cubicBezTo>
                <a:cubicBezTo>
                  <a:pt x="253" y="2"/>
                  <a:pt x="272" y="0"/>
                  <a:pt x="291" y="0"/>
                </a:cubicBezTo>
                <a:lnTo>
                  <a:pt x="14580" y="0"/>
                </a:lnTo>
                <a:cubicBezTo>
                  <a:pt x="14599" y="0"/>
                  <a:pt x="14618" y="2"/>
                  <a:pt x="14636" y="6"/>
                </a:cubicBezTo>
                <a:cubicBezTo>
                  <a:pt x="14655" y="10"/>
                  <a:pt x="14673" y="15"/>
                  <a:pt x="14691" y="22"/>
                </a:cubicBezTo>
                <a:cubicBezTo>
                  <a:pt x="14709" y="30"/>
                  <a:pt x="14725" y="39"/>
                  <a:pt x="14741" y="49"/>
                </a:cubicBezTo>
                <a:cubicBezTo>
                  <a:pt x="14757" y="60"/>
                  <a:pt x="14772" y="72"/>
                  <a:pt x="14785" y="85"/>
                </a:cubicBezTo>
                <a:cubicBezTo>
                  <a:pt x="14799" y="99"/>
                  <a:pt x="14811" y="114"/>
                  <a:pt x="14822" y="130"/>
                </a:cubicBezTo>
                <a:cubicBezTo>
                  <a:pt x="14832" y="145"/>
                  <a:pt x="14841" y="162"/>
                  <a:pt x="14848" y="180"/>
                </a:cubicBezTo>
                <a:cubicBezTo>
                  <a:pt x="14856" y="198"/>
                  <a:pt x="14861" y="216"/>
                  <a:pt x="14865" y="234"/>
                </a:cubicBezTo>
                <a:cubicBezTo>
                  <a:pt x="14869" y="253"/>
                  <a:pt x="14871" y="272"/>
                  <a:pt x="14871" y="291"/>
                </a:cubicBezTo>
                <a:lnTo>
                  <a:pt x="14871" y="4499"/>
                </a:lnTo>
                <a:cubicBezTo>
                  <a:pt x="14871" y="4518"/>
                  <a:pt x="14869" y="4537"/>
                  <a:pt x="14865" y="4556"/>
                </a:cubicBezTo>
                <a:cubicBezTo>
                  <a:pt x="14861" y="4575"/>
                  <a:pt x="14856" y="4593"/>
                  <a:pt x="14848" y="4611"/>
                </a:cubicBezTo>
                <a:cubicBezTo>
                  <a:pt x="14841" y="4628"/>
                  <a:pt x="14832" y="4645"/>
                  <a:pt x="14822" y="4661"/>
                </a:cubicBezTo>
                <a:cubicBezTo>
                  <a:pt x="14811" y="4677"/>
                  <a:pt x="14799" y="4691"/>
                  <a:pt x="14785" y="4705"/>
                </a:cubicBezTo>
                <a:cubicBezTo>
                  <a:pt x="14772" y="4718"/>
                  <a:pt x="14757" y="4730"/>
                  <a:pt x="14741" y="4741"/>
                </a:cubicBezTo>
                <a:cubicBezTo>
                  <a:pt x="14725" y="4752"/>
                  <a:pt x="14709" y="4761"/>
                  <a:pt x="14691" y="4768"/>
                </a:cubicBezTo>
                <a:cubicBezTo>
                  <a:pt x="14673" y="4775"/>
                  <a:pt x="14655" y="4781"/>
                  <a:pt x="14636" y="4785"/>
                </a:cubicBezTo>
                <a:cubicBezTo>
                  <a:pt x="14618" y="4788"/>
                  <a:pt x="14599" y="4790"/>
                  <a:pt x="14580" y="4790"/>
                </a:cubicBezTo>
                <a:lnTo>
                  <a:pt x="291" y="4790"/>
                </a:lnTo>
                <a:cubicBezTo>
                  <a:pt x="272" y="4790"/>
                  <a:pt x="253" y="4788"/>
                  <a:pt x="234" y="4785"/>
                </a:cubicBezTo>
                <a:cubicBezTo>
                  <a:pt x="216" y="4781"/>
                  <a:pt x="197" y="4775"/>
                  <a:pt x="180" y="4768"/>
                </a:cubicBezTo>
                <a:cubicBezTo>
                  <a:pt x="162" y="4761"/>
                  <a:pt x="145" y="4752"/>
                  <a:pt x="129" y="4741"/>
                </a:cubicBezTo>
                <a:cubicBezTo>
                  <a:pt x="113" y="4730"/>
                  <a:pt x="99" y="4718"/>
                  <a:pt x="85" y="4705"/>
                </a:cubicBezTo>
                <a:cubicBezTo>
                  <a:pt x="72" y="4691"/>
                  <a:pt x="60" y="4677"/>
                  <a:pt x="49" y="4661"/>
                </a:cubicBezTo>
                <a:cubicBezTo>
                  <a:pt x="38" y="4645"/>
                  <a:pt x="30" y="4628"/>
                  <a:pt x="22" y="4611"/>
                </a:cubicBezTo>
                <a:cubicBezTo>
                  <a:pt x="15" y="4593"/>
                  <a:pt x="9" y="4575"/>
                  <a:pt x="6" y="4556"/>
                </a:cubicBezTo>
                <a:cubicBezTo>
                  <a:pt x="2" y="4537"/>
                  <a:pt x="0" y="4518"/>
                  <a:pt x="0" y="449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80132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6324480" y="1443960"/>
            <a:ext cx="225892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6512400" y="1448640"/>
            <a:ext cx="378613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Many videos</a:t>
            </a:r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one decoder per video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6333840" y="2009520"/>
            <a:ext cx="1153080" cy="362520"/>
          </a:xfrm>
          <a:custGeom>
            <a:avLst/>
            <a:gdLst/>
            <a:ahLst/>
            <a:rect l="0" t="0" r="r" b="b"/>
            <a:pathLst>
              <a:path w="3203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5" y="115"/>
                </a:cubicBezTo>
                <a:cubicBezTo>
                  <a:pt x="20" y="103"/>
                  <a:pt x="26" y="93"/>
                  <a:pt x="33" y="83"/>
                </a:cubicBezTo>
                <a:cubicBezTo>
                  <a:pt x="39" y="72"/>
                  <a:pt x="47" y="63"/>
                  <a:pt x="56" y="54"/>
                </a:cubicBezTo>
                <a:cubicBezTo>
                  <a:pt x="64" y="46"/>
                  <a:pt x="73" y="38"/>
                  <a:pt x="84" y="31"/>
                </a:cubicBezTo>
                <a:cubicBezTo>
                  <a:pt x="94" y="25"/>
                  <a:pt x="104" y="19"/>
                  <a:pt x="116" y="14"/>
                </a:cubicBezTo>
                <a:cubicBezTo>
                  <a:pt x="127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lnTo>
                  <a:pt x="3018" y="0"/>
                </a:lnTo>
                <a:cubicBezTo>
                  <a:pt x="3030" y="0"/>
                  <a:pt x="3042" y="1"/>
                  <a:pt x="3054" y="4"/>
                </a:cubicBezTo>
                <a:cubicBezTo>
                  <a:pt x="3066" y="6"/>
                  <a:pt x="3077" y="10"/>
                  <a:pt x="3088" y="14"/>
                </a:cubicBezTo>
                <a:cubicBezTo>
                  <a:pt x="3100" y="19"/>
                  <a:pt x="3110" y="25"/>
                  <a:pt x="3120" y="31"/>
                </a:cubicBezTo>
                <a:cubicBezTo>
                  <a:pt x="3131" y="38"/>
                  <a:pt x="3140" y="46"/>
                  <a:pt x="3149" y="54"/>
                </a:cubicBezTo>
                <a:cubicBezTo>
                  <a:pt x="3157" y="63"/>
                  <a:pt x="3165" y="72"/>
                  <a:pt x="3172" y="83"/>
                </a:cubicBezTo>
                <a:cubicBezTo>
                  <a:pt x="3178" y="93"/>
                  <a:pt x="3184" y="103"/>
                  <a:pt x="3189" y="115"/>
                </a:cubicBezTo>
                <a:cubicBezTo>
                  <a:pt x="3193" y="126"/>
                  <a:pt x="3197" y="137"/>
                  <a:pt x="3199" y="149"/>
                </a:cubicBezTo>
                <a:cubicBezTo>
                  <a:pt x="3202" y="161"/>
                  <a:pt x="3203" y="173"/>
                  <a:pt x="3203" y="185"/>
                </a:cubicBezTo>
                <a:lnTo>
                  <a:pt x="3203" y="820"/>
                </a:lnTo>
                <a:cubicBezTo>
                  <a:pt x="3203" y="833"/>
                  <a:pt x="3202" y="845"/>
                  <a:pt x="3199" y="857"/>
                </a:cubicBezTo>
                <a:cubicBezTo>
                  <a:pt x="3197" y="868"/>
                  <a:pt x="3193" y="880"/>
                  <a:pt x="3189" y="891"/>
                </a:cubicBezTo>
                <a:cubicBezTo>
                  <a:pt x="3184" y="903"/>
                  <a:pt x="3178" y="913"/>
                  <a:pt x="3172" y="923"/>
                </a:cubicBezTo>
                <a:cubicBezTo>
                  <a:pt x="3165" y="933"/>
                  <a:pt x="3157" y="943"/>
                  <a:pt x="3149" y="952"/>
                </a:cubicBezTo>
                <a:cubicBezTo>
                  <a:pt x="3140" y="961"/>
                  <a:pt x="3131" y="969"/>
                  <a:pt x="3120" y="975"/>
                </a:cubicBezTo>
                <a:cubicBezTo>
                  <a:pt x="3110" y="982"/>
                  <a:pt x="3100" y="988"/>
                  <a:pt x="3088" y="993"/>
                </a:cubicBezTo>
                <a:cubicBezTo>
                  <a:pt x="3077" y="997"/>
                  <a:pt x="3066" y="1001"/>
                  <a:pt x="3054" y="1003"/>
                </a:cubicBezTo>
                <a:cubicBezTo>
                  <a:pt x="3042" y="1005"/>
                  <a:pt x="3030" y="1007"/>
                  <a:pt x="3018" y="1007"/>
                </a:cubicBezTo>
                <a:lnTo>
                  <a:pt x="186" y="1007"/>
                </a:lnTo>
                <a:cubicBezTo>
                  <a:pt x="174" y="1007"/>
                  <a:pt x="162" y="1005"/>
                  <a:pt x="150" y="1003"/>
                </a:cubicBezTo>
                <a:cubicBezTo>
                  <a:pt x="138" y="1001"/>
                  <a:pt x="127" y="997"/>
                  <a:pt x="116" y="993"/>
                </a:cubicBezTo>
                <a:cubicBezTo>
                  <a:pt x="104" y="988"/>
                  <a:pt x="94" y="982"/>
                  <a:pt x="84" y="975"/>
                </a:cubicBezTo>
                <a:cubicBezTo>
                  <a:pt x="73" y="969"/>
                  <a:pt x="64" y="961"/>
                  <a:pt x="56" y="952"/>
                </a:cubicBezTo>
                <a:cubicBezTo>
                  <a:pt x="47" y="943"/>
                  <a:pt x="39" y="933"/>
                  <a:pt x="33" y="923"/>
                </a:cubicBezTo>
                <a:cubicBezTo>
                  <a:pt x="26" y="913"/>
                  <a:pt x="20" y="903"/>
                  <a:pt x="15" y="891"/>
                </a:cubicBezTo>
                <a:cubicBezTo>
                  <a:pt x="10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6333840" y="2009520"/>
            <a:ext cx="1153080" cy="362520"/>
          </a:xfrm>
          <a:custGeom>
            <a:avLst/>
            <a:gdLst/>
            <a:ahLst/>
            <a:rect l="0" t="0" r="r" b="b"/>
            <a:pathLst>
              <a:path w="3203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5" y="115"/>
                </a:cubicBezTo>
                <a:cubicBezTo>
                  <a:pt x="20" y="103"/>
                  <a:pt x="26" y="93"/>
                  <a:pt x="33" y="83"/>
                </a:cubicBezTo>
                <a:cubicBezTo>
                  <a:pt x="39" y="72"/>
                  <a:pt x="47" y="63"/>
                  <a:pt x="56" y="54"/>
                </a:cubicBezTo>
                <a:cubicBezTo>
                  <a:pt x="64" y="46"/>
                  <a:pt x="73" y="38"/>
                  <a:pt x="84" y="31"/>
                </a:cubicBezTo>
                <a:cubicBezTo>
                  <a:pt x="94" y="25"/>
                  <a:pt x="104" y="19"/>
                  <a:pt x="116" y="14"/>
                </a:cubicBezTo>
                <a:cubicBezTo>
                  <a:pt x="127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lnTo>
                  <a:pt x="3018" y="0"/>
                </a:lnTo>
                <a:cubicBezTo>
                  <a:pt x="3030" y="0"/>
                  <a:pt x="3042" y="1"/>
                  <a:pt x="3054" y="4"/>
                </a:cubicBezTo>
                <a:cubicBezTo>
                  <a:pt x="3066" y="6"/>
                  <a:pt x="3077" y="10"/>
                  <a:pt x="3088" y="14"/>
                </a:cubicBezTo>
                <a:cubicBezTo>
                  <a:pt x="3100" y="19"/>
                  <a:pt x="3110" y="25"/>
                  <a:pt x="3120" y="31"/>
                </a:cubicBezTo>
                <a:cubicBezTo>
                  <a:pt x="3131" y="38"/>
                  <a:pt x="3140" y="46"/>
                  <a:pt x="3149" y="54"/>
                </a:cubicBezTo>
                <a:cubicBezTo>
                  <a:pt x="3157" y="63"/>
                  <a:pt x="3165" y="72"/>
                  <a:pt x="3172" y="83"/>
                </a:cubicBezTo>
                <a:cubicBezTo>
                  <a:pt x="3178" y="93"/>
                  <a:pt x="3184" y="103"/>
                  <a:pt x="3189" y="115"/>
                </a:cubicBezTo>
                <a:cubicBezTo>
                  <a:pt x="3193" y="126"/>
                  <a:pt x="3197" y="137"/>
                  <a:pt x="3199" y="149"/>
                </a:cubicBezTo>
                <a:cubicBezTo>
                  <a:pt x="3202" y="161"/>
                  <a:pt x="3203" y="173"/>
                  <a:pt x="3203" y="185"/>
                </a:cubicBezTo>
                <a:lnTo>
                  <a:pt x="3203" y="820"/>
                </a:lnTo>
                <a:cubicBezTo>
                  <a:pt x="3203" y="833"/>
                  <a:pt x="3202" y="845"/>
                  <a:pt x="3199" y="857"/>
                </a:cubicBezTo>
                <a:cubicBezTo>
                  <a:pt x="3197" y="868"/>
                  <a:pt x="3193" y="880"/>
                  <a:pt x="3189" y="891"/>
                </a:cubicBezTo>
                <a:cubicBezTo>
                  <a:pt x="3184" y="903"/>
                  <a:pt x="3178" y="913"/>
                  <a:pt x="3172" y="923"/>
                </a:cubicBezTo>
                <a:cubicBezTo>
                  <a:pt x="3165" y="933"/>
                  <a:pt x="3157" y="943"/>
                  <a:pt x="3149" y="952"/>
                </a:cubicBezTo>
                <a:cubicBezTo>
                  <a:pt x="3140" y="961"/>
                  <a:pt x="3131" y="969"/>
                  <a:pt x="3120" y="975"/>
                </a:cubicBezTo>
                <a:cubicBezTo>
                  <a:pt x="3110" y="982"/>
                  <a:pt x="3100" y="988"/>
                  <a:pt x="3088" y="993"/>
                </a:cubicBezTo>
                <a:cubicBezTo>
                  <a:pt x="3077" y="997"/>
                  <a:pt x="3066" y="1001"/>
                  <a:pt x="3054" y="1003"/>
                </a:cubicBezTo>
                <a:cubicBezTo>
                  <a:pt x="3042" y="1005"/>
                  <a:pt x="3030" y="1007"/>
                  <a:pt x="3018" y="1007"/>
                </a:cubicBezTo>
                <a:lnTo>
                  <a:pt x="186" y="1007"/>
                </a:lnTo>
                <a:cubicBezTo>
                  <a:pt x="174" y="1007"/>
                  <a:pt x="162" y="1005"/>
                  <a:pt x="150" y="1003"/>
                </a:cubicBezTo>
                <a:cubicBezTo>
                  <a:pt x="138" y="1001"/>
                  <a:pt x="127" y="997"/>
                  <a:pt x="116" y="993"/>
                </a:cubicBezTo>
                <a:cubicBezTo>
                  <a:pt x="104" y="988"/>
                  <a:pt x="94" y="982"/>
                  <a:pt x="84" y="975"/>
                </a:cubicBezTo>
                <a:cubicBezTo>
                  <a:pt x="73" y="969"/>
                  <a:pt x="64" y="961"/>
                  <a:pt x="56" y="952"/>
                </a:cubicBezTo>
                <a:cubicBezTo>
                  <a:pt x="47" y="943"/>
                  <a:pt x="39" y="933"/>
                  <a:pt x="33" y="923"/>
                </a:cubicBezTo>
                <a:cubicBezTo>
                  <a:pt x="26" y="913"/>
                  <a:pt x="20" y="903"/>
                  <a:pt x="15" y="891"/>
                </a:cubicBezTo>
                <a:cubicBezTo>
                  <a:pt x="10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324480" y="1803240"/>
            <a:ext cx="143467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7619760" y="2009520"/>
            <a:ext cx="1153080" cy="362520"/>
          </a:xfrm>
          <a:custGeom>
            <a:avLst/>
            <a:gdLst/>
            <a:ahLst/>
            <a:rect l="0" t="0" r="r" b="b"/>
            <a:pathLst>
              <a:path w="3203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5"/>
                </a:cubicBezTo>
                <a:cubicBezTo>
                  <a:pt x="19" y="103"/>
                  <a:pt x="25" y="93"/>
                  <a:pt x="31" y="83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3017" y="0"/>
                </a:lnTo>
                <a:cubicBezTo>
                  <a:pt x="3030" y="0"/>
                  <a:pt x="3042" y="1"/>
                  <a:pt x="3054" y="4"/>
                </a:cubicBezTo>
                <a:cubicBezTo>
                  <a:pt x="3065" y="6"/>
                  <a:pt x="3077" y="10"/>
                  <a:pt x="3088" y="14"/>
                </a:cubicBezTo>
                <a:cubicBezTo>
                  <a:pt x="3100" y="19"/>
                  <a:pt x="3110" y="25"/>
                  <a:pt x="3120" y="31"/>
                </a:cubicBezTo>
                <a:cubicBezTo>
                  <a:pt x="3130" y="38"/>
                  <a:pt x="3140" y="46"/>
                  <a:pt x="3148" y="54"/>
                </a:cubicBezTo>
                <a:cubicBezTo>
                  <a:pt x="3157" y="63"/>
                  <a:pt x="3165" y="72"/>
                  <a:pt x="3171" y="83"/>
                </a:cubicBezTo>
                <a:cubicBezTo>
                  <a:pt x="3178" y="93"/>
                  <a:pt x="3184" y="103"/>
                  <a:pt x="3189" y="115"/>
                </a:cubicBezTo>
                <a:cubicBezTo>
                  <a:pt x="3193" y="126"/>
                  <a:pt x="3197" y="137"/>
                  <a:pt x="3199" y="149"/>
                </a:cubicBezTo>
                <a:cubicBezTo>
                  <a:pt x="3201" y="161"/>
                  <a:pt x="3203" y="173"/>
                  <a:pt x="3203" y="185"/>
                </a:cubicBezTo>
                <a:lnTo>
                  <a:pt x="3203" y="820"/>
                </a:lnTo>
                <a:cubicBezTo>
                  <a:pt x="3203" y="833"/>
                  <a:pt x="3201" y="845"/>
                  <a:pt x="3199" y="857"/>
                </a:cubicBezTo>
                <a:cubicBezTo>
                  <a:pt x="3197" y="868"/>
                  <a:pt x="3193" y="880"/>
                  <a:pt x="3189" y="891"/>
                </a:cubicBezTo>
                <a:cubicBezTo>
                  <a:pt x="3184" y="903"/>
                  <a:pt x="3178" y="913"/>
                  <a:pt x="3171" y="923"/>
                </a:cubicBezTo>
                <a:cubicBezTo>
                  <a:pt x="3165" y="933"/>
                  <a:pt x="3157" y="943"/>
                  <a:pt x="3148" y="952"/>
                </a:cubicBezTo>
                <a:cubicBezTo>
                  <a:pt x="3140" y="961"/>
                  <a:pt x="3130" y="969"/>
                  <a:pt x="3120" y="975"/>
                </a:cubicBezTo>
                <a:cubicBezTo>
                  <a:pt x="3110" y="982"/>
                  <a:pt x="3100" y="988"/>
                  <a:pt x="3088" y="993"/>
                </a:cubicBezTo>
                <a:cubicBezTo>
                  <a:pt x="3077" y="997"/>
                  <a:pt x="3065" y="1001"/>
                  <a:pt x="3054" y="1003"/>
                </a:cubicBezTo>
                <a:cubicBezTo>
                  <a:pt x="3042" y="1005"/>
                  <a:pt x="3030" y="1007"/>
                  <a:pt x="3017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6" y="997"/>
                  <a:pt x="114" y="993"/>
                </a:cubicBezTo>
                <a:cubicBezTo>
                  <a:pt x="103" y="988"/>
                  <a:pt x="93" y="982"/>
                  <a:pt x="82" y="975"/>
                </a:cubicBezTo>
                <a:cubicBezTo>
                  <a:pt x="72" y="969"/>
                  <a:pt x="63" y="961"/>
                  <a:pt x="54" y="952"/>
                </a:cubicBezTo>
                <a:cubicBezTo>
                  <a:pt x="46" y="943"/>
                  <a:pt x="38" y="933"/>
                  <a:pt x="31" y="923"/>
                </a:cubicBezTo>
                <a:cubicBezTo>
                  <a:pt x="25" y="913"/>
                  <a:pt x="19" y="903"/>
                  <a:pt x="14" y="891"/>
                </a:cubicBezTo>
                <a:cubicBezTo>
                  <a:pt x="10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solidFill>
            <a:srgbClr val="e3e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7619760" y="2009520"/>
            <a:ext cx="1153080" cy="362520"/>
          </a:xfrm>
          <a:custGeom>
            <a:avLst/>
            <a:gdLst/>
            <a:ahLst/>
            <a:rect l="0" t="0" r="r" b="b"/>
            <a:pathLst>
              <a:path w="3203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6"/>
                  <a:pt x="14" y="115"/>
                </a:cubicBezTo>
                <a:cubicBezTo>
                  <a:pt x="19" y="103"/>
                  <a:pt x="25" y="93"/>
                  <a:pt x="31" y="83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3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3017" y="0"/>
                </a:lnTo>
                <a:cubicBezTo>
                  <a:pt x="3030" y="0"/>
                  <a:pt x="3042" y="1"/>
                  <a:pt x="3054" y="4"/>
                </a:cubicBezTo>
                <a:cubicBezTo>
                  <a:pt x="3065" y="6"/>
                  <a:pt x="3077" y="10"/>
                  <a:pt x="3088" y="14"/>
                </a:cubicBezTo>
                <a:cubicBezTo>
                  <a:pt x="3100" y="19"/>
                  <a:pt x="3110" y="25"/>
                  <a:pt x="3120" y="31"/>
                </a:cubicBezTo>
                <a:cubicBezTo>
                  <a:pt x="3130" y="38"/>
                  <a:pt x="3140" y="46"/>
                  <a:pt x="3148" y="54"/>
                </a:cubicBezTo>
                <a:cubicBezTo>
                  <a:pt x="3157" y="63"/>
                  <a:pt x="3165" y="72"/>
                  <a:pt x="3171" y="83"/>
                </a:cubicBezTo>
                <a:cubicBezTo>
                  <a:pt x="3178" y="93"/>
                  <a:pt x="3184" y="103"/>
                  <a:pt x="3189" y="115"/>
                </a:cubicBezTo>
                <a:cubicBezTo>
                  <a:pt x="3193" y="126"/>
                  <a:pt x="3197" y="137"/>
                  <a:pt x="3199" y="149"/>
                </a:cubicBezTo>
                <a:cubicBezTo>
                  <a:pt x="3201" y="161"/>
                  <a:pt x="3203" y="173"/>
                  <a:pt x="3203" y="185"/>
                </a:cubicBezTo>
                <a:lnTo>
                  <a:pt x="3203" y="820"/>
                </a:lnTo>
                <a:cubicBezTo>
                  <a:pt x="3203" y="833"/>
                  <a:pt x="3201" y="845"/>
                  <a:pt x="3199" y="857"/>
                </a:cubicBezTo>
                <a:cubicBezTo>
                  <a:pt x="3197" y="868"/>
                  <a:pt x="3193" y="880"/>
                  <a:pt x="3189" y="891"/>
                </a:cubicBezTo>
                <a:cubicBezTo>
                  <a:pt x="3184" y="903"/>
                  <a:pt x="3178" y="913"/>
                  <a:pt x="3171" y="923"/>
                </a:cubicBezTo>
                <a:cubicBezTo>
                  <a:pt x="3165" y="933"/>
                  <a:pt x="3157" y="943"/>
                  <a:pt x="3148" y="952"/>
                </a:cubicBezTo>
                <a:cubicBezTo>
                  <a:pt x="3140" y="961"/>
                  <a:pt x="3130" y="969"/>
                  <a:pt x="3120" y="975"/>
                </a:cubicBezTo>
                <a:cubicBezTo>
                  <a:pt x="3110" y="982"/>
                  <a:pt x="3100" y="988"/>
                  <a:pt x="3088" y="993"/>
                </a:cubicBezTo>
                <a:cubicBezTo>
                  <a:pt x="3077" y="997"/>
                  <a:pt x="3065" y="1001"/>
                  <a:pt x="3054" y="1003"/>
                </a:cubicBezTo>
                <a:cubicBezTo>
                  <a:pt x="3042" y="1005"/>
                  <a:pt x="3030" y="1007"/>
                  <a:pt x="3017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6" y="997"/>
                  <a:pt x="114" y="993"/>
                </a:cubicBezTo>
                <a:cubicBezTo>
                  <a:pt x="103" y="988"/>
                  <a:pt x="93" y="982"/>
                  <a:pt x="82" y="975"/>
                </a:cubicBezTo>
                <a:cubicBezTo>
                  <a:pt x="72" y="969"/>
                  <a:pt x="63" y="961"/>
                  <a:pt x="54" y="952"/>
                </a:cubicBezTo>
                <a:cubicBezTo>
                  <a:pt x="46" y="943"/>
                  <a:pt x="38" y="933"/>
                  <a:pt x="31" y="923"/>
                </a:cubicBezTo>
                <a:cubicBezTo>
                  <a:pt x="25" y="913"/>
                  <a:pt x="19" y="903"/>
                  <a:pt x="14" y="891"/>
                </a:cubicBezTo>
                <a:cubicBezTo>
                  <a:pt x="10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6664680" y="2100600"/>
            <a:ext cx="531489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video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8905680" y="2009520"/>
            <a:ext cx="1152720" cy="362520"/>
          </a:xfrm>
          <a:custGeom>
            <a:avLst/>
            <a:gdLst/>
            <a:ahLst/>
            <a:rect l="0" t="0" r="r" b="b"/>
            <a:pathLst>
              <a:path w="3202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9" y="103"/>
                  <a:pt x="24" y="93"/>
                  <a:pt x="31" y="83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3017" y="0"/>
                </a:lnTo>
                <a:cubicBezTo>
                  <a:pt x="3029" y="0"/>
                  <a:pt x="3041" y="1"/>
                  <a:pt x="3053" y="4"/>
                </a:cubicBezTo>
                <a:cubicBezTo>
                  <a:pt x="3065" y="6"/>
                  <a:pt x="3077" y="10"/>
                  <a:pt x="3088" y="14"/>
                </a:cubicBezTo>
                <a:cubicBezTo>
                  <a:pt x="3099" y="19"/>
                  <a:pt x="3110" y="25"/>
                  <a:pt x="3120" y="31"/>
                </a:cubicBezTo>
                <a:cubicBezTo>
                  <a:pt x="3130" y="38"/>
                  <a:pt x="3140" y="46"/>
                  <a:pt x="3148" y="54"/>
                </a:cubicBezTo>
                <a:cubicBezTo>
                  <a:pt x="3157" y="63"/>
                  <a:pt x="3165" y="72"/>
                  <a:pt x="3171" y="83"/>
                </a:cubicBezTo>
                <a:cubicBezTo>
                  <a:pt x="3178" y="93"/>
                  <a:pt x="3184" y="103"/>
                  <a:pt x="3188" y="115"/>
                </a:cubicBezTo>
                <a:cubicBezTo>
                  <a:pt x="3193" y="126"/>
                  <a:pt x="3197" y="137"/>
                  <a:pt x="3199" y="149"/>
                </a:cubicBezTo>
                <a:cubicBezTo>
                  <a:pt x="3201" y="161"/>
                  <a:pt x="3202" y="173"/>
                  <a:pt x="3202" y="185"/>
                </a:cubicBezTo>
                <a:lnTo>
                  <a:pt x="3202" y="820"/>
                </a:lnTo>
                <a:cubicBezTo>
                  <a:pt x="3202" y="833"/>
                  <a:pt x="3201" y="845"/>
                  <a:pt x="3199" y="857"/>
                </a:cubicBezTo>
                <a:cubicBezTo>
                  <a:pt x="3197" y="868"/>
                  <a:pt x="3193" y="880"/>
                  <a:pt x="3188" y="891"/>
                </a:cubicBezTo>
                <a:cubicBezTo>
                  <a:pt x="3184" y="903"/>
                  <a:pt x="3178" y="913"/>
                  <a:pt x="3171" y="923"/>
                </a:cubicBezTo>
                <a:cubicBezTo>
                  <a:pt x="3165" y="933"/>
                  <a:pt x="3157" y="943"/>
                  <a:pt x="3148" y="952"/>
                </a:cubicBezTo>
                <a:cubicBezTo>
                  <a:pt x="3140" y="961"/>
                  <a:pt x="3130" y="969"/>
                  <a:pt x="3120" y="975"/>
                </a:cubicBezTo>
                <a:cubicBezTo>
                  <a:pt x="3110" y="982"/>
                  <a:pt x="3099" y="988"/>
                  <a:pt x="3088" y="993"/>
                </a:cubicBezTo>
                <a:cubicBezTo>
                  <a:pt x="3077" y="997"/>
                  <a:pt x="3065" y="1001"/>
                  <a:pt x="3053" y="1003"/>
                </a:cubicBezTo>
                <a:cubicBezTo>
                  <a:pt x="3041" y="1005"/>
                  <a:pt x="3029" y="1007"/>
                  <a:pt x="3017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6" y="997"/>
                  <a:pt x="114" y="993"/>
                </a:cubicBezTo>
                <a:cubicBezTo>
                  <a:pt x="103" y="988"/>
                  <a:pt x="92" y="982"/>
                  <a:pt x="82" y="975"/>
                </a:cubicBezTo>
                <a:cubicBezTo>
                  <a:pt x="72" y="969"/>
                  <a:pt x="63" y="961"/>
                  <a:pt x="54" y="952"/>
                </a:cubicBezTo>
                <a:cubicBezTo>
                  <a:pt x="46" y="943"/>
                  <a:pt x="38" y="933"/>
                  <a:pt x="31" y="923"/>
                </a:cubicBezTo>
                <a:cubicBezTo>
                  <a:pt x="24" y="913"/>
                  <a:pt x="19" y="903"/>
                  <a:pt x="14" y="891"/>
                </a:cubicBezTo>
                <a:cubicBezTo>
                  <a:pt x="9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solidFill>
            <a:srgbClr val="e0f3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8905680" y="2009520"/>
            <a:ext cx="1152720" cy="362520"/>
          </a:xfrm>
          <a:custGeom>
            <a:avLst/>
            <a:gdLst/>
            <a:ahLst/>
            <a:rect l="0" t="0" r="r" b="b"/>
            <a:pathLst>
              <a:path w="3202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9" y="103"/>
                  <a:pt x="24" y="93"/>
                  <a:pt x="31" y="83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3017" y="0"/>
                </a:lnTo>
                <a:cubicBezTo>
                  <a:pt x="3029" y="0"/>
                  <a:pt x="3041" y="1"/>
                  <a:pt x="3053" y="4"/>
                </a:cubicBezTo>
                <a:cubicBezTo>
                  <a:pt x="3065" y="6"/>
                  <a:pt x="3077" y="10"/>
                  <a:pt x="3088" y="14"/>
                </a:cubicBezTo>
                <a:cubicBezTo>
                  <a:pt x="3099" y="19"/>
                  <a:pt x="3110" y="25"/>
                  <a:pt x="3120" y="31"/>
                </a:cubicBezTo>
                <a:cubicBezTo>
                  <a:pt x="3130" y="38"/>
                  <a:pt x="3140" y="46"/>
                  <a:pt x="3148" y="54"/>
                </a:cubicBezTo>
                <a:cubicBezTo>
                  <a:pt x="3157" y="63"/>
                  <a:pt x="3165" y="72"/>
                  <a:pt x="3171" y="83"/>
                </a:cubicBezTo>
                <a:cubicBezTo>
                  <a:pt x="3178" y="93"/>
                  <a:pt x="3184" y="103"/>
                  <a:pt x="3188" y="115"/>
                </a:cubicBezTo>
                <a:cubicBezTo>
                  <a:pt x="3193" y="126"/>
                  <a:pt x="3197" y="137"/>
                  <a:pt x="3199" y="149"/>
                </a:cubicBezTo>
                <a:cubicBezTo>
                  <a:pt x="3201" y="161"/>
                  <a:pt x="3202" y="173"/>
                  <a:pt x="3202" y="185"/>
                </a:cubicBezTo>
                <a:lnTo>
                  <a:pt x="3202" y="820"/>
                </a:lnTo>
                <a:cubicBezTo>
                  <a:pt x="3202" y="833"/>
                  <a:pt x="3201" y="845"/>
                  <a:pt x="3199" y="857"/>
                </a:cubicBezTo>
                <a:cubicBezTo>
                  <a:pt x="3197" y="868"/>
                  <a:pt x="3193" y="880"/>
                  <a:pt x="3188" y="891"/>
                </a:cubicBezTo>
                <a:cubicBezTo>
                  <a:pt x="3184" y="903"/>
                  <a:pt x="3178" y="913"/>
                  <a:pt x="3171" y="923"/>
                </a:cubicBezTo>
                <a:cubicBezTo>
                  <a:pt x="3165" y="933"/>
                  <a:pt x="3157" y="943"/>
                  <a:pt x="3148" y="952"/>
                </a:cubicBezTo>
                <a:cubicBezTo>
                  <a:pt x="3140" y="961"/>
                  <a:pt x="3130" y="969"/>
                  <a:pt x="3120" y="975"/>
                </a:cubicBezTo>
                <a:cubicBezTo>
                  <a:pt x="3110" y="982"/>
                  <a:pt x="3099" y="988"/>
                  <a:pt x="3088" y="993"/>
                </a:cubicBezTo>
                <a:cubicBezTo>
                  <a:pt x="3077" y="997"/>
                  <a:pt x="3065" y="1001"/>
                  <a:pt x="3053" y="1003"/>
                </a:cubicBezTo>
                <a:cubicBezTo>
                  <a:pt x="3041" y="1005"/>
                  <a:pt x="3029" y="1007"/>
                  <a:pt x="3017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6" y="997"/>
                  <a:pt x="114" y="993"/>
                </a:cubicBezTo>
                <a:cubicBezTo>
                  <a:pt x="103" y="988"/>
                  <a:pt x="92" y="982"/>
                  <a:pt x="82" y="975"/>
                </a:cubicBezTo>
                <a:cubicBezTo>
                  <a:pt x="72" y="969"/>
                  <a:pt x="63" y="961"/>
                  <a:pt x="54" y="952"/>
                </a:cubicBezTo>
                <a:cubicBezTo>
                  <a:pt x="46" y="943"/>
                  <a:pt x="38" y="933"/>
                  <a:pt x="31" y="923"/>
                </a:cubicBezTo>
                <a:cubicBezTo>
                  <a:pt x="24" y="913"/>
                  <a:pt x="19" y="903"/>
                  <a:pt x="14" y="891"/>
                </a:cubicBezTo>
                <a:cubicBezTo>
                  <a:pt x="9" y="880"/>
                  <a:pt x="6" y="868"/>
                  <a:pt x="4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noFill/>
          <a:ln w="18720">
            <a:solidFill>
              <a:srgbClr val="2a9d5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7950600" y="2100600"/>
            <a:ext cx="531489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video 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10191600" y="2009520"/>
            <a:ext cx="1152720" cy="362520"/>
          </a:xfrm>
          <a:custGeom>
            <a:avLst/>
            <a:gdLst/>
            <a:ahLst/>
            <a:rect l="0" t="0" r="r" b="b"/>
            <a:pathLst>
              <a:path w="3202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9" y="103"/>
                  <a:pt x="24" y="93"/>
                  <a:pt x="31" y="83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3017" y="0"/>
                </a:lnTo>
                <a:cubicBezTo>
                  <a:pt x="3029" y="0"/>
                  <a:pt x="3041" y="1"/>
                  <a:pt x="3053" y="4"/>
                </a:cubicBezTo>
                <a:cubicBezTo>
                  <a:pt x="3065" y="6"/>
                  <a:pt x="3077" y="10"/>
                  <a:pt x="3088" y="14"/>
                </a:cubicBezTo>
                <a:cubicBezTo>
                  <a:pt x="3099" y="19"/>
                  <a:pt x="3110" y="25"/>
                  <a:pt x="3120" y="31"/>
                </a:cubicBezTo>
                <a:cubicBezTo>
                  <a:pt x="3130" y="38"/>
                  <a:pt x="3140" y="46"/>
                  <a:pt x="3148" y="54"/>
                </a:cubicBezTo>
                <a:cubicBezTo>
                  <a:pt x="3157" y="63"/>
                  <a:pt x="3164" y="72"/>
                  <a:pt x="3171" y="83"/>
                </a:cubicBezTo>
                <a:cubicBezTo>
                  <a:pt x="3178" y="93"/>
                  <a:pt x="3184" y="103"/>
                  <a:pt x="3188" y="115"/>
                </a:cubicBezTo>
                <a:cubicBezTo>
                  <a:pt x="3193" y="126"/>
                  <a:pt x="3196" y="137"/>
                  <a:pt x="3199" y="149"/>
                </a:cubicBezTo>
                <a:cubicBezTo>
                  <a:pt x="3201" y="161"/>
                  <a:pt x="3202" y="173"/>
                  <a:pt x="3202" y="185"/>
                </a:cubicBezTo>
                <a:lnTo>
                  <a:pt x="3202" y="820"/>
                </a:lnTo>
                <a:cubicBezTo>
                  <a:pt x="3202" y="833"/>
                  <a:pt x="3201" y="845"/>
                  <a:pt x="3199" y="857"/>
                </a:cubicBezTo>
                <a:cubicBezTo>
                  <a:pt x="3196" y="868"/>
                  <a:pt x="3193" y="880"/>
                  <a:pt x="3188" y="891"/>
                </a:cubicBezTo>
                <a:cubicBezTo>
                  <a:pt x="3184" y="903"/>
                  <a:pt x="3178" y="913"/>
                  <a:pt x="3171" y="923"/>
                </a:cubicBezTo>
                <a:cubicBezTo>
                  <a:pt x="3164" y="933"/>
                  <a:pt x="3157" y="943"/>
                  <a:pt x="3148" y="952"/>
                </a:cubicBezTo>
                <a:cubicBezTo>
                  <a:pt x="3140" y="961"/>
                  <a:pt x="3130" y="969"/>
                  <a:pt x="3120" y="975"/>
                </a:cubicBezTo>
                <a:cubicBezTo>
                  <a:pt x="3110" y="982"/>
                  <a:pt x="3099" y="988"/>
                  <a:pt x="3088" y="993"/>
                </a:cubicBezTo>
                <a:cubicBezTo>
                  <a:pt x="3077" y="997"/>
                  <a:pt x="3065" y="1001"/>
                  <a:pt x="3053" y="1003"/>
                </a:cubicBezTo>
                <a:cubicBezTo>
                  <a:pt x="3041" y="1005"/>
                  <a:pt x="3029" y="1007"/>
                  <a:pt x="3017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5" y="997"/>
                  <a:pt x="114" y="993"/>
                </a:cubicBezTo>
                <a:cubicBezTo>
                  <a:pt x="103" y="988"/>
                  <a:pt x="92" y="982"/>
                  <a:pt x="82" y="975"/>
                </a:cubicBezTo>
                <a:cubicBezTo>
                  <a:pt x="72" y="969"/>
                  <a:pt x="63" y="961"/>
                  <a:pt x="54" y="952"/>
                </a:cubicBezTo>
                <a:cubicBezTo>
                  <a:pt x="46" y="943"/>
                  <a:pt x="38" y="933"/>
                  <a:pt x="31" y="923"/>
                </a:cubicBezTo>
                <a:cubicBezTo>
                  <a:pt x="24" y="913"/>
                  <a:pt x="19" y="903"/>
                  <a:pt x="14" y="891"/>
                </a:cubicBezTo>
                <a:cubicBezTo>
                  <a:pt x="9" y="880"/>
                  <a:pt x="6" y="868"/>
                  <a:pt x="3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solidFill>
            <a:srgbClr val="f1e6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10191600" y="2009520"/>
            <a:ext cx="1152720" cy="362520"/>
          </a:xfrm>
          <a:custGeom>
            <a:avLst/>
            <a:gdLst/>
            <a:ahLst/>
            <a:rect l="0" t="0" r="r" b="b"/>
            <a:pathLst>
              <a:path w="3202" h="1007">
                <a:moveTo>
                  <a:pt x="0" y="820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9" y="103"/>
                  <a:pt x="24" y="93"/>
                  <a:pt x="31" y="83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5" y="10"/>
                  <a:pt x="137" y="6"/>
                  <a:pt x="149" y="4"/>
                </a:cubicBezTo>
                <a:cubicBezTo>
                  <a:pt x="161" y="1"/>
                  <a:pt x="173" y="0"/>
                  <a:pt x="185" y="0"/>
                </a:cubicBezTo>
                <a:lnTo>
                  <a:pt x="3017" y="0"/>
                </a:lnTo>
                <a:cubicBezTo>
                  <a:pt x="3029" y="0"/>
                  <a:pt x="3041" y="1"/>
                  <a:pt x="3053" y="4"/>
                </a:cubicBezTo>
                <a:cubicBezTo>
                  <a:pt x="3065" y="6"/>
                  <a:pt x="3077" y="10"/>
                  <a:pt x="3088" y="14"/>
                </a:cubicBezTo>
                <a:cubicBezTo>
                  <a:pt x="3099" y="19"/>
                  <a:pt x="3110" y="25"/>
                  <a:pt x="3120" y="31"/>
                </a:cubicBezTo>
                <a:cubicBezTo>
                  <a:pt x="3130" y="38"/>
                  <a:pt x="3140" y="46"/>
                  <a:pt x="3148" y="54"/>
                </a:cubicBezTo>
                <a:cubicBezTo>
                  <a:pt x="3157" y="63"/>
                  <a:pt x="3164" y="72"/>
                  <a:pt x="3171" y="83"/>
                </a:cubicBezTo>
                <a:cubicBezTo>
                  <a:pt x="3178" y="93"/>
                  <a:pt x="3184" y="103"/>
                  <a:pt x="3188" y="115"/>
                </a:cubicBezTo>
                <a:cubicBezTo>
                  <a:pt x="3193" y="126"/>
                  <a:pt x="3196" y="137"/>
                  <a:pt x="3199" y="149"/>
                </a:cubicBezTo>
                <a:cubicBezTo>
                  <a:pt x="3201" y="161"/>
                  <a:pt x="3202" y="173"/>
                  <a:pt x="3202" y="185"/>
                </a:cubicBezTo>
                <a:lnTo>
                  <a:pt x="3202" y="820"/>
                </a:lnTo>
                <a:cubicBezTo>
                  <a:pt x="3202" y="833"/>
                  <a:pt x="3201" y="845"/>
                  <a:pt x="3199" y="857"/>
                </a:cubicBezTo>
                <a:cubicBezTo>
                  <a:pt x="3196" y="868"/>
                  <a:pt x="3193" y="880"/>
                  <a:pt x="3188" y="891"/>
                </a:cubicBezTo>
                <a:cubicBezTo>
                  <a:pt x="3184" y="903"/>
                  <a:pt x="3178" y="913"/>
                  <a:pt x="3171" y="923"/>
                </a:cubicBezTo>
                <a:cubicBezTo>
                  <a:pt x="3164" y="933"/>
                  <a:pt x="3157" y="943"/>
                  <a:pt x="3148" y="952"/>
                </a:cubicBezTo>
                <a:cubicBezTo>
                  <a:pt x="3140" y="961"/>
                  <a:pt x="3130" y="969"/>
                  <a:pt x="3120" y="975"/>
                </a:cubicBezTo>
                <a:cubicBezTo>
                  <a:pt x="3110" y="982"/>
                  <a:pt x="3099" y="988"/>
                  <a:pt x="3088" y="993"/>
                </a:cubicBezTo>
                <a:cubicBezTo>
                  <a:pt x="3077" y="997"/>
                  <a:pt x="3065" y="1001"/>
                  <a:pt x="3053" y="1003"/>
                </a:cubicBezTo>
                <a:cubicBezTo>
                  <a:pt x="3041" y="1005"/>
                  <a:pt x="3029" y="1007"/>
                  <a:pt x="3017" y="1007"/>
                </a:cubicBezTo>
                <a:lnTo>
                  <a:pt x="185" y="1007"/>
                </a:lnTo>
                <a:cubicBezTo>
                  <a:pt x="173" y="1007"/>
                  <a:pt x="161" y="1005"/>
                  <a:pt x="149" y="1003"/>
                </a:cubicBezTo>
                <a:cubicBezTo>
                  <a:pt x="137" y="1001"/>
                  <a:pt x="125" y="997"/>
                  <a:pt x="114" y="993"/>
                </a:cubicBezTo>
                <a:cubicBezTo>
                  <a:pt x="103" y="988"/>
                  <a:pt x="92" y="982"/>
                  <a:pt x="82" y="975"/>
                </a:cubicBezTo>
                <a:cubicBezTo>
                  <a:pt x="72" y="969"/>
                  <a:pt x="63" y="961"/>
                  <a:pt x="54" y="952"/>
                </a:cubicBezTo>
                <a:cubicBezTo>
                  <a:pt x="46" y="943"/>
                  <a:pt x="38" y="933"/>
                  <a:pt x="31" y="923"/>
                </a:cubicBezTo>
                <a:cubicBezTo>
                  <a:pt x="24" y="913"/>
                  <a:pt x="19" y="903"/>
                  <a:pt x="14" y="891"/>
                </a:cubicBezTo>
                <a:cubicBezTo>
                  <a:pt x="9" y="880"/>
                  <a:pt x="6" y="868"/>
                  <a:pt x="3" y="857"/>
                </a:cubicBezTo>
                <a:cubicBezTo>
                  <a:pt x="1" y="845"/>
                  <a:pt x="0" y="833"/>
                  <a:pt x="0" y="820"/>
                </a:cubicBezTo>
                <a:close/>
              </a:path>
            </a:pathLst>
          </a:custGeom>
          <a:noFill/>
          <a:ln w="18720">
            <a:solidFill>
              <a:srgbClr val="9b4dc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9236520" y="2100600"/>
            <a:ext cx="531489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video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633384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8" y="66"/>
                  <a:pt x="28" y="52"/>
                  <a:pt x="40" y="39"/>
                </a:cubicBezTo>
                <a:cubicBezTo>
                  <a:pt x="52" y="27"/>
                  <a:pt x="67" y="17"/>
                  <a:pt x="83" y="11"/>
                </a:cubicBezTo>
                <a:cubicBezTo>
                  <a:pt x="99" y="4"/>
                  <a:pt x="116" y="0"/>
                  <a:pt x="134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2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2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4" y="822"/>
                </a:lnTo>
                <a:cubicBezTo>
                  <a:pt x="116" y="822"/>
                  <a:pt x="99" y="818"/>
                  <a:pt x="83" y="812"/>
                </a:cubicBezTo>
                <a:cubicBezTo>
                  <a:pt x="67" y="805"/>
                  <a:pt x="52" y="795"/>
                  <a:pt x="40" y="783"/>
                </a:cubicBezTo>
                <a:cubicBezTo>
                  <a:pt x="28" y="771"/>
                  <a:pt x="18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633384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8" y="66"/>
                  <a:pt x="28" y="52"/>
                  <a:pt x="40" y="39"/>
                </a:cubicBezTo>
                <a:cubicBezTo>
                  <a:pt x="52" y="27"/>
                  <a:pt x="67" y="17"/>
                  <a:pt x="83" y="11"/>
                </a:cubicBezTo>
                <a:cubicBezTo>
                  <a:pt x="99" y="4"/>
                  <a:pt x="116" y="0"/>
                  <a:pt x="134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2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2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4" y="822"/>
                </a:lnTo>
                <a:cubicBezTo>
                  <a:pt x="116" y="822"/>
                  <a:pt x="99" y="818"/>
                  <a:pt x="83" y="812"/>
                </a:cubicBezTo>
                <a:cubicBezTo>
                  <a:pt x="67" y="805"/>
                  <a:pt x="52" y="795"/>
                  <a:pt x="40" y="783"/>
                </a:cubicBezTo>
                <a:cubicBezTo>
                  <a:pt x="28" y="771"/>
                  <a:pt x="18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0522440" y="2100600"/>
            <a:ext cx="531489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video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86268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761976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1" y="27"/>
                  <a:pt x="66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6" y="805"/>
                  <a:pt x="51" y="795"/>
                  <a:pt x="39" y="783"/>
                </a:cubicBezTo>
                <a:cubicBezTo>
                  <a:pt x="27" y="771"/>
                  <a:pt x="17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7619760" y="2638080"/>
            <a:ext cx="1153080" cy="295920"/>
          </a:xfrm>
          <a:custGeom>
            <a:avLst/>
            <a:gdLst/>
            <a:ahLst/>
            <a:rect l="0" t="0" r="r" b="b"/>
            <a:pathLst>
              <a:path w="3203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4" y="98"/>
                  <a:pt x="10" y="82"/>
                </a:cubicBezTo>
                <a:cubicBezTo>
                  <a:pt x="17" y="66"/>
                  <a:pt x="27" y="52"/>
                  <a:pt x="39" y="39"/>
                </a:cubicBezTo>
                <a:cubicBezTo>
                  <a:pt x="51" y="27"/>
                  <a:pt x="66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3" y="82"/>
                </a:cubicBezTo>
                <a:cubicBezTo>
                  <a:pt x="3199" y="98"/>
                  <a:pt x="3203" y="115"/>
                  <a:pt x="3203" y="133"/>
                </a:cubicBezTo>
                <a:lnTo>
                  <a:pt x="3203" y="689"/>
                </a:lnTo>
                <a:cubicBezTo>
                  <a:pt x="3203" y="707"/>
                  <a:pt x="3199" y="724"/>
                  <a:pt x="3193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6" y="805"/>
                  <a:pt x="51" y="795"/>
                  <a:pt x="39" y="783"/>
                </a:cubicBezTo>
                <a:cubicBezTo>
                  <a:pt x="27" y="771"/>
                  <a:pt x="17" y="756"/>
                  <a:pt x="10" y="740"/>
                </a:cubicBezTo>
                <a:cubicBezTo>
                  <a:pt x="4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642996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814860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890568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890568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5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5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771588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943452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1019160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4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4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10191600" y="2638080"/>
            <a:ext cx="1152720" cy="295920"/>
          </a:xfrm>
          <a:custGeom>
            <a:avLst/>
            <a:gdLst/>
            <a:ahLst/>
            <a:rect l="0" t="0" r="r" b="b"/>
            <a:pathLst>
              <a:path w="3202" h="822">
                <a:moveTo>
                  <a:pt x="0" y="689"/>
                </a:moveTo>
                <a:lnTo>
                  <a:pt x="0" y="133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2" y="0"/>
                </a:cubicBezTo>
                <a:lnTo>
                  <a:pt x="3070" y="0"/>
                </a:lnTo>
                <a:cubicBezTo>
                  <a:pt x="3088" y="0"/>
                  <a:pt x="3104" y="4"/>
                  <a:pt x="3121" y="11"/>
                </a:cubicBezTo>
                <a:cubicBezTo>
                  <a:pt x="3137" y="17"/>
                  <a:pt x="3151" y="27"/>
                  <a:pt x="3164" y="39"/>
                </a:cubicBezTo>
                <a:cubicBezTo>
                  <a:pt x="3176" y="52"/>
                  <a:pt x="3186" y="66"/>
                  <a:pt x="3192" y="82"/>
                </a:cubicBezTo>
                <a:cubicBezTo>
                  <a:pt x="3199" y="98"/>
                  <a:pt x="3202" y="115"/>
                  <a:pt x="3202" y="133"/>
                </a:cubicBezTo>
                <a:lnTo>
                  <a:pt x="3202" y="689"/>
                </a:lnTo>
                <a:cubicBezTo>
                  <a:pt x="3202" y="707"/>
                  <a:pt x="3199" y="724"/>
                  <a:pt x="3192" y="740"/>
                </a:cubicBezTo>
                <a:cubicBezTo>
                  <a:pt x="3186" y="756"/>
                  <a:pt x="3176" y="771"/>
                  <a:pt x="3164" y="783"/>
                </a:cubicBezTo>
                <a:cubicBezTo>
                  <a:pt x="3151" y="795"/>
                  <a:pt x="3137" y="805"/>
                  <a:pt x="3121" y="812"/>
                </a:cubicBezTo>
                <a:cubicBezTo>
                  <a:pt x="3104" y="818"/>
                  <a:pt x="3088" y="822"/>
                  <a:pt x="3070" y="822"/>
                </a:cubicBezTo>
                <a:lnTo>
                  <a:pt x="132" y="822"/>
                </a:lnTo>
                <a:cubicBezTo>
                  <a:pt x="115" y="822"/>
                  <a:pt x="98" y="818"/>
                  <a:pt x="82" y="812"/>
                </a:cubicBezTo>
                <a:cubicBezTo>
                  <a:pt x="65" y="805"/>
                  <a:pt x="51" y="795"/>
                  <a:pt x="39" y="783"/>
                </a:cubicBezTo>
                <a:cubicBezTo>
                  <a:pt x="26" y="771"/>
                  <a:pt x="17" y="756"/>
                  <a:pt x="10" y="740"/>
                </a:cubicBezTo>
                <a:cubicBezTo>
                  <a:pt x="3" y="724"/>
                  <a:pt x="0" y="707"/>
                  <a:pt x="0" y="689"/>
                </a:cubicBezTo>
                <a:close/>
              </a:path>
            </a:pathLst>
          </a:custGeom>
          <a:noFill/>
          <a:ln w="18720">
            <a:solidFill>
              <a:srgbClr val="555555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900180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0720440" y="2418480"/>
            <a:ext cx="20528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676080" y="3181320"/>
            <a:ext cx="5353560" cy="1248120"/>
          </a:xfrm>
          <a:custGeom>
            <a:avLst/>
            <a:gdLst/>
            <a:ahLst/>
            <a:rect l="0" t="0" r="r" b="b"/>
            <a:pathLst>
              <a:path w="14871" h="3467">
                <a:moveTo>
                  <a:pt x="0" y="3175"/>
                </a:moveTo>
                <a:lnTo>
                  <a:pt x="0" y="291"/>
                </a:lnTo>
                <a:cubicBezTo>
                  <a:pt x="0" y="272"/>
                  <a:pt x="2" y="253"/>
                  <a:pt x="6" y="234"/>
                </a:cubicBezTo>
                <a:cubicBezTo>
                  <a:pt x="9" y="215"/>
                  <a:pt x="15" y="197"/>
                  <a:pt x="22" y="179"/>
                </a:cubicBezTo>
                <a:cubicBezTo>
                  <a:pt x="30" y="162"/>
                  <a:pt x="38" y="145"/>
                  <a:pt x="49" y="129"/>
                </a:cubicBezTo>
                <a:cubicBezTo>
                  <a:pt x="60" y="113"/>
                  <a:pt x="72" y="98"/>
                  <a:pt x="85" y="85"/>
                </a:cubicBezTo>
                <a:cubicBezTo>
                  <a:pt x="99" y="71"/>
                  <a:pt x="113" y="59"/>
                  <a:pt x="129" y="49"/>
                </a:cubicBezTo>
                <a:cubicBezTo>
                  <a:pt x="145" y="38"/>
                  <a:pt x="162" y="29"/>
                  <a:pt x="180" y="22"/>
                </a:cubicBezTo>
                <a:cubicBezTo>
                  <a:pt x="197" y="14"/>
                  <a:pt x="216" y="9"/>
                  <a:pt x="234" y="5"/>
                </a:cubicBezTo>
                <a:cubicBezTo>
                  <a:pt x="253" y="1"/>
                  <a:pt x="272" y="0"/>
                  <a:pt x="291" y="0"/>
                </a:cubicBezTo>
                <a:lnTo>
                  <a:pt x="14580" y="0"/>
                </a:lnTo>
                <a:cubicBezTo>
                  <a:pt x="14599" y="0"/>
                  <a:pt x="14618" y="1"/>
                  <a:pt x="14636" y="5"/>
                </a:cubicBezTo>
                <a:cubicBezTo>
                  <a:pt x="14655" y="9"/>
                  <a:pt x="14673" y="14"/>
                  <a:pt x="14691" y="22"/>
                </a:cubicBezTo>
                <a:cubicBezTo>
                  <a:pt x="14709" y="29"/>
                  <a:pt x="14725" y="38"/>
                  <a:pt x="14741" y="49"/>
                </a:cubicBezTo>
                <a:cubicBezTo>
                  <a:pt x="14757" y="59"/>
                  <a:pt x="14772" y="71"/>
                  <a:pt x="14785" y="85"/>
                </a:cubicBezTo>
                <a:cubicBezTo>
                  <a:pt x="14799" y="98"/>
                  <a:pt x="14811" y="113"/>
                  <a:pt x="14822" y="129"/>
                </a:cubicBezTo>
                <a:cubicBezTo>
                  <a:pt x="14832" y="145"/>
                  <a:pt x="14841" y="162"/>
                  <a:pt x="14848" y="179"/>
                </a:cubicBezTo>
                <a:cubicBezTo>
                  <a:pt x="14856" y="197"/>
                  <a:pt x="14861" y="215"/>
                  <a:pt x="14865" y="234"/>
                </a:cubicBezTo>
                <a:cubicBezTo>
                  <a:pt x="14869" y="253"/>
                  <a:pt x="14871" y="272"/>
                  <a:pt x="14871" y="291"/>
                </a:cubicBezTo>
                <a:lnTo>
                  <a:pt x="14871" y="3175"/>
                </a:lnTo>
                <a:cubicBezTo>
                  <a:pt x="14871" y="3194"/>
                  <a:pt x="14869" y="3213"/>
                  <a:pt x="14865" y="3231"/>
                </a:cubicBezTo>
                <a:cubicBezTo>
                  <a:pt x="14861" y="3250"/>
                  <a:pt x="14856" y="3268"/>
                  <a:pt x="14848" y="3286"/>
                </a:cubicBezTo>
                <a:cubicBezTo>
                  <a:pt x="14841" y="3305"/>
                  <a:pt x="14832" y="3321"/>
                  <a:pt x="14822" y="3337"/>
                </a:cubicBezTo>
                <a:cubicBezTo>
                  <a:pt x="14811" y="3353"/>
                  <a:pt x="14799" y="3368"/>
                  <a:pt x="14785" y="3381"/>
                </a:cubicBezTo>
                <a:cubicBezTo>
                  <a:pt x="14772" y="3395"/>
                  <a:pt x="14757" y="3407"/>
                  <a:pt x="14741" y="3418"/>
                </a:cubicBezTo>
                <a:cubicBezTo>
                  <a:pt x="14725" y="3428"/>
                  <a:pt x="14709" y="3437"/>
                  <a:pt x="14691" y="3444"/>
                </a:cubicBezTo>
                <a:cubicBezTo>
                  <a:pt x="14673" y="3452"/>
                  <a:pt x="14655" y="3457"/>
                  <a:pt x="14636" y="3461"/>
                </a:cubicBezTo>
                <a:cubicBezTo>
                  <a:pt x="14618" y="3465"/>
                  <a:pt x="14599" y="3467"/>
                  <a:pt x="14580" y="3467"/>
                </a:cubicBezTo>
                <a:lnTo>
                  <a:pt x="291" y="3467"/>
                </a:lnTo>
                <a:cubicBezTo>
                  <a:pt x="272" y="3467"/>
                  <a:pt x="253" y="3465"/>
                  <a:pt x="234" y="3461"/>
                </a:cubicBezTo>
                <a:cubicBezTo>
                  <a:pt x="216" y="3457"/>
                  <a:pt x="197" y="3452"/>
                  <a:pt x="180" y="3444"/>
                </a:cubicBezTo>
                <a:cubicBezTo>
                  <a:pt x="162" y="3437"/>
                  <a:pt x="145" y="3428"/>
                  <a:pt x="129" y="3418"/>
                </a:cubicBezTo>
                <a:cubicBezTo>
                  <a:pt x="113" y="3407"/>
                  <a:pt x="99" y="3395"/>
                  <a:pt x="85" y="3381"/>
                </a:cubicBezTo>
                <a:cubicBezTo>
                  <a:pt x="72" y="3368"/>
                  <a:pt x="60" y="3353"/>
                  <a:pt x="49" y="3337"/>
                </a:cubicBezTo>
                <a:cubicBezTo>
                  <a:pt x="38" y="3321"/>
                  <a:pt x="30" y="3305"/>
                  <a:pt x="22" y="3286"/>
                </a:cubicBezTo>
                <a:cubicBezTo>
                  <a:pt x="15" y="3268"/>
                  <a:pt x="9" y="3250"/>
                  <a:pt x="6" y="3231"/>
                </a:cubicBezTo>
                <a:cubicBezTo>
                  <a:pt x="2" y="3213"/>
                  <a:pt x="0" y="3194"/>
                  <a:pt x="0" y="3175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10287720" y="2708280"/>
            <a:ext cx="1031875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05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838080" y="3301200"/>
            <a:ext cx="225892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③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026000" y="3305880"/>
            <a:ext cx="4474699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FFmpeg threads</a:t>
            </a:r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decode upcoming frames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838080" y="3990960"/>
            <a:ext cx="4419720" cy="285840"/>
          </a:xfrm>
          <a:custGeom>
            <a:avLst/>
            <a:gdLst/>
            <a:ahLst/>
            <a:rect l="0" t="0" r="r" b="b"/>
            <a:pathLst>
              <a:path w="12277" h="794">
                <a:moveTo>
                  <a:pt x="0" y="636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119" y="0"/>
                </a:lnTo>
                <a:cubicBezTo>
                  <a:pt x="12129" y="0"/>
                  <a:pt x="12139" y="1"/>
                  <a:pt x="12150" y="3"/>
                </a:cubicBezTo>
                <a:cubicBezTo>
                  <a:pt x="12160" y="5"/>
                  <a:pt x="12170" y="8"/>
                  <a:pt x="12179" y="12"/>
                </a:cubicBezTo>
                <a:cubicBezTo>
                  <a:pt x="12189" y="16"/>
                  <a:pt x="12198" y="21"/>
                  <a:pt x="12207" y="26"/>
                </a:cubicBezTo>
                <a:cubicBezTo>
                  <a:pt x="12216" y="32"/>
                  <a:pt x="12224" y="39"/>
                  <a:pt x="12231" y="46"/>
                </a:cubicBezTo>
                <a:cubicBezTo>
                  <a:pt x="12238" y="53"/>
                  <a:pt x="12245" y="61"/>
                  <a:pt x="12251" y="70"/>
                </a:cubicBezTo>
                <a:cubicBezTo>
                  <a:pt x="12257" y="79"/>
                  <a:pt x="12261" y="88"/>
                  <a:pt x="12265" y="98"/>
                </a:cubicBezTo>
                <a:cubicBezTo>
                  <a:pt x="12269" y="107"/>
                  <a:pt x="12272" y="117"/>
                  <a:pt x="12274" y="127"/>
                </a:cubicBezTo>
                <a:cubicBezTo>
                  <a:pt x="12276" y="138"/>
                  <a:pt x="12277" y="148"/>
                  <a:pt x="12277" y="158"/>
                </a:cubicBezTo>
                <a:lnTo>
                  <a:pt x="12277" y="636"/>
                </a:lnTo>
                <a:cubicBezTo>
                  <a:pt x="12277" y="646"/>
                  <a:pt x="12276" y="656"/>
                  <a:pt x="12274" y="667"/>
                </a:cubicBezTo>
                <a:cubicBezTo>
                  <a:pt x="12272" y="677"/>
                  <a:pt x="12269" y="687"/>
                  <a:pt x="12265" y="696"/>
                </a:cubicBezTo>
                <a:cubicBezTo>
                  <a:pt x="12261" y="706"/>
                  <a:pt x="12257" y="715"/>
                  <a:pt x="12251" y="724"/>
                </a:cubicBezTo>
                <a:cubicBezTo>
                  <a:pt x="12245" y="732"/>
                  <a:pt x="12238" y="740"/>
                  <a:pt x="12231" y="748"/>
                </a:cubicBezTo>
                <a:cubicBezTo>
                  <a:pt x="12224" y="755"/>
                  <a:pt x="12216" y="762"/>
                  <a:pt x="12207" y="768"/>
                </a:cubicBezTo>
                <a:cubicBezTo>
                  <a:pt x="12198" y="773"/>
                  <a:pt x="12189" y="778"/>
                  <a:pt x="12179" y="782"/>
                </a:cubicBezTo>
                <a:cubicBezTo>
                  <a:pt x="12170" y="786"/>
                  <a:pt x="12160" y="789"/>
                  <a:pt x="12150" y="791"/>
                </a:cubicBezTo>
                <a:cubicBezTo>
                  <a:pt x="12139" y="793"/>
                  <a:pt x="12129" y="794"/>
                  <a:pt x="12119" y="794"/>
                </a:cubicBezTo>
                <a:lnTo>
                  <a:pt x="159" y="794"/>
                </a:lnTo>
                <a:cubicBezTo>
                  <a:pt x="148" y="794"/>
                  <a:pt x="138" y="793"/>
                  <a:pt x="128" y="791"/>
                </a:cubicBezTo>
                <a:cubicBezTo>
                  <a:pt x="117" y="789"/>
                  <a:pt x="107" y="786"/>
                  <a:pt x="98" y="782"/>
                </a:cubicBezTo>
                <a:cubicBezTo>
                  <a:pt x="88" y="778"/>
                  <a:pt x="79" y="773"/>
                  <a:pt x="70" y="768"/>
                </a:cubicBezTo>
                <a:cubicBezTo>
                  <a:pt x="62" y="762"/>
                  <a:pt x="54" y="755"/>
                  <a:pt x="46" y="748"/>
                </a:cubicBezTo>
                <a:cubicBezTo>
                  <a:pt x="39" y="740"/>
                  <a:pt x="32" y="732"/>
                  <a:pt x="27" y="724"/>
                </a:cubicBezTo>
                <a:cubicBezTo>
                  <a:pt x="21" y="715"/>
                  <a:pt x="16" y="706"/>
                  <a:pt x="12" y="696"/>
                </a:cubicBezTo>
                <a:cubicBezTo>
                  <a:pt x="8" y="687"/>
                  <a:pt x="5" y="677"/>
                  <a:pt x="3" y="667"/>
                </a:cubicBezTo>
                <a:cubicBezTo>
                  <a:pt x="1" y="656"/>
                  <a:pt x="0" y="646"/>
                  <a:pt x="0" y="636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838080" y="3620520"/>
            <a:ext cx="19440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ahead, into a buffer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6162480" y="3181320"/>
            <a:ext cx="5353560" cy="1248120"/>
          </a:xfrm>
          <a:custGeom>
            <a:avLst/>
            <a:gdLst/>
            <a:ahLst/>
            <a:rect l="0" t="0" r="r" b="b"/>
            <a:pathLst>
              <a:path w="14871" h="3467">
                <a:moveTo>
                  <a:pt x="0" y="3175"/>
                </a:moveTo>
                <a:lnTo>
                  <a:pt x="0" y="291"/>
                </a:lnTo>
                <a:cubicBezTo>
                  <a:pt x="0" y="272"/>
                  <a:pt x="2" y="253"/>
                  <a:pt x="6" y="234"/>
                </a:cubicBezTo>
                <a:cubicBezTo>
                  <a:pt x="9" y="215"/>
                  <a:pt x="15" y="197"/>
                  <a:pt x="22" y="179"/>
                </a:cubicBezTo>
                <a:cubicBezTo>
                  <a:pt x="30" y="162"/>
                  <a:pt x="38" y="145"/>
                  <a:pt x="49" y="129"/>
                </a:cubicBezTo>
                <a:cubicBezTo>
                  <a:pt x="60" y="113"/>
                  <a:pt x="72" y="98"/>
                  <a:pt x="85" y="85"/>
                </a:cubicBezTo>
                <a:cubicBezTo>
                  <a:pt x="99" y="71"/>
                  <a:pt x="113" y="59"/>
                  <a:pt x="129" y="49"/>
                </a:cubicBezTo>
                <a:cubicBezTo>
                  <a:pt x="145" y="38"/>
                  <a:pt x="162" y="29"/>
                  <a:pt x="180" y="22"/>
                </a:cubicBezTo>
                <a:cubicBezTo>
                  <a:pt x="197" y="14"/>
                  <a:pt x="216" y="9"/>
                  <a:pt x="234" y="5"/>
                </a:cubicBezTo>
                <a:cubicBezTo>
                  <a:pt x="253" y="1"/>
                  <a:pt x="272" y="0"/>
                  <a:pt x="291" y="0"/>
                </a:cubicBezTo>
                <a:lnTo>
                  <a:pt x="14580" y="0"/>
                </a:lnTo>
                <a:cubicBezTo>
                  <a:pt x="14599" y="0"/>
                  <a:pt x="14618" y="1"/>
                  <a:pt x="14636" y="5"/>
                </a:cubicBezTo>
                <a:cubicBezTo>
                  <a:pt x="14655" y="9"/>
                  <a:pt x="14673" y="14"/>
                  <a:pt x="14691" y="22"/>
                </a:cubicBezTo>
                <a:cubicBezTo>
                  <a:pt x="14709" y="29"/>
                  <a:pt x="14725" y="38"/>
                  <a:pt x="14741" y="49"/>
                </a:cubicBezTo>
                <a:cubicBezTo>
                  <a:pt x="14757" y="59"/>
                  <a:pt x="14772" y="71"/>
                  <a:pt x="14785" y="85"/>
                </a:cubicBezTo>
                <a:cubicBezTo>
                  <a:pt x="14799" y="98"/>
                  <a:pt x="14811" y="113"/>
                  <a:pt x="14822" y="129"/>
                </a:cubicBezTo>
                <a:cubicBezTo>
                  <a:pt x="14832" y="145"/>
                  <a:pt x="14841" y="162"/>
                  <a:pt x="14848" y="179"/>
                </a:cubicBezTo>
                <a:cubicBezTo>
                  <a:pt x="14856" y="197"/>
                  <a:pt x="14861" y="215"/>
                  <a:pt x="14865" y="234"/>
                </a:cubicBezTo>
                <a:cubicBezTo>
                  <a:pt x="14869" y="253"/>
                  <a:pt x="14871" y="272"/>
                  <a:pt x="14871" y="291"/>
                </a:cubicBezTo>
                <a:lnTo>
                  <a:pt x="14871" y="3175"/>
                </a:lnTo>
                <a:cubicBezTo>
                  <a:pt x="14871" y="3194"/>
                  <a:pt x="14869" y="3213"/>
                  <a:pt x="14865" y="3231"/>
                </a:cubicBezTo>
                <a:cubicBezTo>
                  <a:pt x="14861" y="3250"/>
                  <a:pt x="14856" y="3268"/>
                  <a:pt x="14848" y="3286"/>
                </a:cubicBezTo>
                <a:cubicBezTo>
                  <a:pt x="14841" y="3305"/>
                  <a:pt x="14832" y="3321"/>
                  <a:pt x="14822" y="3337"/>
                </a:cubicBezTo>
                <a:cubicBezTo>
                  <a:pt x="14811" y="3353"/>
                  <a:pt x="14799" y="3368"/>
                  <a:pt x="14785" y="3381"/>
                </a:cubicBezTo>
                <a:cubicBezTo>
                  <a:pt x="14772" y="3395"/>
                  <a:pt x="14757" y="3407"/>
                  <a:pt x="14741" y="3418"/>
                </a:cubicBezTo>
                <a:cubicBezTo>
                  <a:pt x="14725" y="3428"/>
                  <a:pt x="14709" y="3437"/>
                  <a:pt x="14691" y="3444"/>
                </a:cubicBezTo>
                <a:cubicBezTo>
                  <a:pt x="14673" y="3452"/>
                  <a:pt x="14655" y="3457"/>
                  <a:pt x="14636" y="3461"/>
                </a:cubicBezTo>
                <a:cubicBezTo>
                  <a:pt x="14618" y="3465"/>
                  <a:pt x="14599" y="3467"/>
                  <a:pt x="14580" y="3467"/>
                </a:cubicBezTo>
                <a:lnTo>
                  <a:pt x="291" y="3467"/>
                </a:lnTo>
                <a:cubicBezTo>
                  <a:pt x="272" y="3467"/>
                  <a:pt x="253" y="3465"/>
                  <a:pt x="234" y="3461"/>
                </a:cubicBezTo>
                <a:cubicBezTo>
                  <a:pt x="216" y="3457"/>
                  <a:pt x="197" y="3452"/>
                  <a:pt x="180" y="3444"/>
                </a:cubicBezTo>
                <a:cubicBezTo>
                  <a:pt x="162" y="3437"/>
                  <a:pt x="145" y="3428"/>
                  <a:pt x="129" y="3418"/>
                </a:cubicBezTo>
                <a:cubicBezTo>
                  <a:pt x="113" y="3407"/>
                  <a:pt x="99" y="3395"/>
                  <a:pt x="85" y="3381"/>
                </a:cubicBezTo>
                <a:cubicBezTo>
                  <a:pt x="72" y="3368"/>
                  <a:pt x="60" y="3353"/>
                  <a:pt x="49" y="3337"/>
                </a:cubicBezTo>
                <a:cubicBezTo>
                  <a:pt x="38" y="3321"/>
                  <a:pt x="30" y="3305"/>
                  <a:pt x="22" y="3286"/>
                </a:cubicBezTo>
                <a:cubicBezTo>
                  <a:pt x="15" y="3268"/>
                  <a:pt x="9" y="3250"/>
                  <a:pt x="6" y="3231"/>
                </a:cubicBezTo>
                <a:cubicBezTo>
                  <a:pt x="2" y="3213"/>
                  <a:pt x="0" y="3194"/>
                  <a:pt x="0" y="3175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909360" y="4030560"/>
            <a:ext cx="46232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VideoDecoder(path, num_ffmpeg_threads=4)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6324480" y="3301200"/>
            <a:ext cx="225892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④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6512400" y="3305880"/>
            <a:ext cx="491365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Low-level APIs</a:t>
            </a:r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parallelize stage by stage. Next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6324480" y="3620520"/>
            <a:ext cx="63996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slides!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666720" y="4574520"/>
            <a:ext cx="285456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All strategies compose!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3309120" y="4569480"/>
            <a:ext cx="246499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3513960" y="4574520"/>
            <a:ext cx="549763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and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4022640" y="4569480"/>
            <a:ext cx="246499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4227480" y="4574520"/>
            <a:ext cx="623129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run on threads or processes: decoding releases the GIL.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895320" y="510804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NotoColorEmoji"/>
                <a:ea typeface="NotoColorEmoji"/>
              </a:rPr>
              <a:t>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1108800" y="5112000"/>
            <a:ext cx="698906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 Benchmark: decode all 18000 frames of a 10min 720p video (laptop CPU, 4 workers)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1038240" y="5485320"/>
            <a:ext cx="1041206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Sequential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277720" y="5481000"/>
            <a:ext cx="20528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2448720" y="5485320"/>
            <a:ext cx="972777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4 threads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624840" y="5481000"/>
            <a:ext cx="20528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3795480" y="5485320"/>
            <a:ext cx="1247659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4 processes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5226120" y="5481000"/>
            <a:ext cx="20528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DejaVuSans"/>
                <a:ea typeface="DejaVuSans"/>
              </a:rPr>
              <a:t>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397120" y="5485320"/>
            <a:ext cx="1830081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4 FFmpeg threads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1038240" y="5856840"/>
            <a:ext cx="561427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32.7 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77720" y="5856840"/>
            <a:ext cx="1047038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8.7 s (</a:t>
            </a:r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3.7×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3624840" y="5856840"/>
            <a:ext cx="1047038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9.3 s (</a:t>
            </a:r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3.5×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5226120" y="5856840"/>
            <a:ext cx="1161734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15.3 s (</a:t>
            </a:r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2.1×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880200" y="6397920"/>
            <a:ext cx="267533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Parallel video decoding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264780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5" y="31"/>
                  <a:pt x="5398" y="40"/>
                </a:cubicBezTo>
                <a:cubicBezTo>
                  <a:pt x="5411" y="48"/>
                  <a:pt x="5423" y="58"/>
                  <a:pt x="5435" y="69"/>
                </a:cubicBezTo>
                <a:cubicBezTo>
                  <a:pt x="5446" y="80"/>
                  <a:pt x="5455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5" y="1654"/>
                  <a:pt x="5446" y="1666"/>
                  <a:pt x="5435" y="1677"/>
                </a:cubicBezTo>
                <a:cubicBezTo>
                  <a:pt x="5423" y="1688"/>
                  <a:pt x="5411" y="1698"/>
                  <a:pt x="5398" y="1707"/>
                </a:cubicBezTo>
                <a:cubicBezTo>
                  <a:pt x="5385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8" y="1571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264780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5" y="31"/>
                  <a:pt x="5398" y="40"/>
                </a:cubicBezTo>
                <a:cubicBezTo>
                  <a:pt x="5411" y="48"/>
                  <a:pt x="5423" y="58"/>
                  <a:pt x="5435" y="69"/>
                </a:cubicBezTo>
                <a:cubicBezTo>
                  <a:pt x="5446" y="80"/>
                  <a:pt x="5455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5" y="1654"/>
                  <a:pt x="5446" y="1666"/>
                  <a:pt x="5435" y="1677"/>
                </a:cubicBezTo>
                <a:cubicBezTo>
                  <a:pt x="5423" y="1688"/>
                  <a:pt x="5411" y="1698"/>
                  <a:pt x="5398" y="1707"/>
                </a:cubicBezTo>
                <a:cubicBezTo>
                  <a:pt x="5385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8" y="1571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666720" y="502920"/>
            <a:ext cx="6196694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Low-level decoding APIs - New!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3384360" y="1412280"/>
            <a:ext cx="55015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510516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510516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4734000" y="138744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5695920" y="1412280"/>
            <a:ext cx="865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7562520" y="1228680"/>
            <a:ext cx="1981800" cy="628920"/>
          </a:xfrm>
          <a:custGeom>
            <a:avLst/>
            <a:gdLst/>
            <a:ahLst/>
            <a:rect l="0" t="0" r="r" b="b"/>
            <a:pathLst>
              <a:path w="5505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8"/>
                  <a:pt x="41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5267" y="0"/>
                </a:lnTo>
                <a:cubicBezTo>
                  <a:pt x="5282" y="0"/>
                  <a:pt x="5298" y="1"/>
                  <a:pt x="5313" y="4"/>
                </a:cubicBezTo>
                <a:cubicBezTo>
                  <a:pt x="5328" y="7"/>
                  <a:pt x="5343" y="12"/>
                  <a:pt x="5358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5" y="105"/>
                </a:cubicBezTo>
                <a:cubicBezTo>
                  <a:pt x="5473" y="118"/>
                  <a:pt x="5481" y="132"/>
                  <a:pt x="5487" y="147"/>
                </a:cubicBezTo>
                <a:cubicBezTo>
                  <a:pt x="5493" y="161"/>
                  <a:pt x="5497" y="176"/>
                  <a:pt x="5500" y="191"/>
                </a:cubicBezTo>
                <a:cubicBezTo>
                  <a:pt x="5503" y="207"/>
                  <a:pt x="5505" y="222"/>
                  <a:pt x="5505" y="238"/>
                </a:cubicBezTo>
                <a:lnTo>
                  <a:pt x="5505" y="1509"/>
                </a:lnTo>
                <a:cubicBezTo>
                  <a:pt x="5505" y="1524"/>
                  <a:pt x="5503" y="1540"/>
                  <a:pt x="5500" y="1555"/>
                </a:cubicBezTo>
                <a:cubicBezTo>
                  <a:pt x="5497" y="1571"/>
                  <a:pt x="5493" y="1585"/>
                  <a:pt x="5487" y="1600"/>
                </a:cubicBezTo>
                <a:cubicBezTo>
                  <a:pt x="5481" y="1614"/>
                  <a:pt x="5473" y="1628"/>
                  <a:pt x="5465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8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8" y="1745"/>
                  <a:pt x="5282" y="1747"/>
                  <a:pt x="5267" y="1747"/>
                </a:cubicBezTo>
                <a:lnTo>
                  <a:pt x="239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1" y="1641"/>
                </a:cubicBezTo>
                <a:cubicBezTo>
                  <a:pt x="32" y="1628"/>
                  <a:pt x="25" y="1614"/>
                  <a:pt x="19" y="1600"/>
                </a:cubicBezTo>
                <a:cubicBezTo>
                  <a:pt x="13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7562520" y="1228680"/>
            <a:ext cx="1981800" cy="628920"/>
          </a:xfrm>
          <a:custGeom>
            <a:avLst/>
            <a:gdLst/>
            <a:ahLst/>
            <a:rect l="0" t="0" r="r" b="b"/>
            <a:pathLst>
              <a:path w="5505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8"/>
                  <a:pt x="41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5267" y="0"/>
                </a:lnTo>
                <a:cubicBezTo>
                  <a:pt x="5282" y="0"/>
                  <a:pt x="5298" y="1"/>
                  <a:pt x="5313" y="4"/>
                </a:cubicBezTo>
                <a:cubicBezTo>
                  <a:pt x="5328" y="7"/>
                  <a:pt x="5343" y="12"/>
                  <a:pt x="5358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5" y="105"/>
                </a:cubicBezTo>
                <a:cubicBezTo>
                  <a:pt x="5473" y="118"/>
                  <a:pt x="5481" y="132"/>
                  <a:pt x="5487" y="147"/>
                </a:cubicBezTo>
                <a:cubicBezTo>
                  <a:pt x="5493" y="161"/>
                  <a:pt x="5497" y="176"/>
                  <a:pt x="5500" y="191"/>
                </a:cubicBezTo>
                <a:cubicBezTo>
                  <a:pt x="5503" y="207"/>
                  <a:pt x="5505" y="222"/>
                  <a:pt x="5505" y="238"/>
                </a:cubicBezTo>
                <a:lnTo>
                  <a:pt x="5505" y="1509"/>
                </a:lnTo>
                <a:cubicBezTo>
                  <a:pt x="5505" y="1524"/>
                  <a:pt x="5503" y="1540"/>
                  <a:pt x="5500" y="1555"/>
                </a:cubicBezTo>
                <a:cubicBezTo>
                  <a:pt x="5497" y="1571"/>
                  <a:pt x="5493" y="1585"/>
                  <a:pt x="5487" y="1600"/>
                </a:cubicBezTo>
                <a:cubicBezTo>
                  <a:pt x="5481" y="1614"/>
                  <a:pt x="5473" y="1628"/>
                  <a:pt x="5465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8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8" y="1745"/>
                  <a:pt x="5282" y="1747"/>
                  <a:pt x="5267" y="1747"/>
                </a:cubicBezTo>
                <a:lnTo>
                  <a:pt x="239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1" y="1641"/>
                </a:cubicBezTo>
                <a:cubicBezTo>
                  <a:pt x="32" y="1628"/>
                  <a:pt x="25" y="1614"/>
                  <a:pt x="19" y="1600"/>
                </a:cubicBezTo>
                <a:cubicBezTo>
                  <a:pt x="13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7191360" y="138744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8070480" y="1412280"/>
            <a:ext cx="104353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880200" y="6397920"/>
            <a:ext cx="34642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Build your own decoding pipeline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680760" y="2261880"/>
            <a:ext cx="10830240" cy="1734120"/>
          </a:xfrm>
          <a:custGeom>
            <a:avLst/>
            <a:gdLst/>
            <a:ahLst/>
            <a:rect l="0" t="0" r="r" b="b"/>
            <a:pathLst>
              <a:path w="30084" h="4817">
                <a:moveTo>
                  <a:pt x="0" y="4539"/>
                </a:moveTo>
                <a:lnTo>
                  <a:pt x="0" y="278"/>
                </a:ln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lnTo>
                  <a:pt x="29807" y="0"/>
                </a:lnTo>
                <a:cubicBezTo>
                  <a:pt x="29825" y="0"/>
                  <a:pt x="29843" y="2"/>
                  <a:pt x="29861" y="6"/>
                </a:cubicBezTo>
                <a:cubicBezTo>
                  <a:pt x="29879" y="9"/>
                  <a:pt x="29896" y="15"/>
                  <a:pt x="29913" y="22"/>
                </a:cubicBezTo>
                <a:cubicBezTo>
                  <a:pt x="29930" y="28"/>
                  <a:pt x="29946" y="37"/>
                  <a:pt x="29961" y="47"/>
                </a:cubicBezTo>
                <a:cubicBezTo>
                  <a:pt x="29976" y="57"/>
                  <a:pt x="29990" y="69"/>
                  <a:pt x="30003" y="82"/>
                </a:cubicBezTo>
                <a:cubicBezTo>
                  <a:pt x="30016" y="95"/>
                  <a:pt x="30027" y="109"/>
                  <a:pt x="30038" y="124"/>
                </a:cubicBezTo>
                <a:cubicBezTo>
                  <a:pt x="30048" y="139"/>
                  <a:pt x="30056" y="155"/>
                  <a:pt x="30063" y="172"/>
                </a:cubicBezTo>
                <a:cubicBezTo>
                  <a:pt x="30070" y="189"/>
                  <a:pt x="30075" y="206"/>
                  <a:pt x="30079" y="224"/>
                </a:cubicBezTo>
                <a:cubicBezTo>
                  <a:pt x="30083" y="242"/>
                  <a:pt x="30084" y="260"/>
                  <a:pt x="30084" y="278"/>
                </a:cubicBezTo>
                <a:lnTo>
                  <a:pt x="30084" y="4539"/>
                </a:lnTo>
                <a:cubicBezTo>
                  <a:pt x="30084" y="4557"/>
                  <a:pt x="30083" y="4575"/>
                  <a:pt x="30079" y="4593"/>
                </a:cubicBezTo>
                <a:cubicBezTo>
                  <a:pt x="30075" y="4611"/>
                  <a:pt x="30070" y="4628"/>
                  <a:pt x="30063" y="4645"/>
                </a:cubicBezTo>
                <a:cubicBezTo>
                  <a:pt x="30056" y="4662"/>
                  <a:pt x="30048" y="4678"/>
                  <a:pt x="30038" y="4693"/>
                </a:cubicBezTo>
                <a:cubicBezTo>
                  <a:pt x="30027" y="4708"/>
                  <a:pt x="30016" y="4723"/>
                  <a:pt x="30003" y="4735"/>
                </a:cubicBezTo>
                <a:cubicBezTo>
                  <a:pt x="29990" y="4748"/>
                  <a:pt x="29976" y="4760"/>
                  <a:pt x="29961" y="4770"/>
                </a:cubicBezTo>
                <a:cubicBezTo>
                  <a:pt x="29946" y="4780"/>
                  <a:pt x="29930" y="4789"/>
                  <a:pt x="29913" y="4796"/>
                </a:cubicBezTo>
                <a:cubicBezTo>
                  <a:pt x="29896" y="4803"/>
                  <a:pt x="29879" y="4808"/>
                  <a:pt x="29861" y="4811"/>
                </a:cubicBezTo>
                <a:cubicBezTo>
                  <a:pt x="29843" y="4815"/>
                  <a:pt x="29825" y="4817"/>
                  <a:pt x="29807" y="4817"/>
                </a:cubicBezTo>
                <a:lnTo>
                  <a:pt x="278" y="4817"/>
                </a:lnTo>
                <a:cubicBezTo>
                  <a:pt x="260" y="4817"/>
                  <a:pt x="242" y="4815"/>
                  <a:pt x="224" y="4811"/>
                </a:cubicBezTo>
                <a:cubicBezTo>
                  <a:pt x="206" y="4808"/>
                  <a:pt x="189" y="4803"/>
                  <a:pt x="172" y="4796"/>
                </a:cubicBezTo>
                <a:cubicBezTo>
                  <a:pt x="155" y="4789"/>
                  <a:pt x="139" y="4780"/>
                  <a:pt x="124" y="4770"/>
                </a:cubicBezTo>
                <a:cubicBezTo>
                  <a:pt x="109" y="4760"/>
                  <a:pt x="95" y="4748"/>
                  <a:pt x="82" y="4735"/>
                </a:cubicBezTo>
                <a:cubicBezTo>
                  <a:pt x="69" y="4723"/>
                  <a:pt x="57" y="4708"/>
                  <a:pt x="47" y="4693"/>
                </a:cubicBezTo>
                <a:cubicBezTo>
                  <a:pt x="37" y="4678"/>
                  <a:pt x="28" y="4662"/>
                  <a:pt x="21" y="4645"/>
                </a:cubicBezTo>
                <a:cubicBezTo>
                  <a:pt x="14" y="4628"/>
                  <a:pt x="9" y="4611"/>
                  <a:pt x="6" y="4593"/>
                </a:cubicBezTo>
                <a:cubicBezTo>
                  <a:pt x="2" y="4575"/>
                  <a:pt x="0" y="4557"/>
                  <a:pt x="0" y="4539"/>
                </a:cubicBezTo>
                <a:close/>
              </a:path>
            </a:pathLst>
          </a:custGeom>
          <a:solidFill>
            <a:srgbClr val="fff7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680760" y="2261880"/>
            <a:ext cx="10830240" cy="1734120"/>
          </a:xfrm>
          <a:custGeom>
            <a:avLst/>
            <a:gdLst/>
            <a:ahLst/>
            <a:rect l="0" t="0" r="r" b="b"/>
            <a:pathLst>
              <a:path w="30084" h="4817">
                <a:moveTo>
                  <a:pt x="0" y="4539"/>
                </a:moveTo>
                <a:lnTo>
                  <a:pt x="0" y="278"/>
                </a:ln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lnTo>
                  <a:pt x="29807" y="0"/>
                </a:lnTo>
                <a:cubicBezTo>
                  <a:pt x="29825" y="0"/>
                  <a:pt x="29843" y="2"/>
                  <a:pt x="29861" y="6"/>
                </a:cubicBezTo>
                <a:cubicBezTo>
                  <a:pt x="29879" y="9"/>
                  <a:pt x="29896" y="15"/>
                  <a:pt x="29913" y="22"/>
                </a:cubicBezTo>
                <a:cubicBezTo>
                  <a:pt x="29930" y="28"/>
                  <a:pt x="29946" y="37"/>
                  <a:pt x="29961" y="47"/>
                </a:cubicBezTo>
                <a:cubicBezTo>
                  <a:pt x="29976" y="57"/>
                  <a:pt x="29990" y="69"/>
                  <a:pt x="30003" y="82"/>
                </a:cubicBezTo>
                <a:cubicBezTo>
                  <a:pt x="30016" y="95"/>
                  <a:pt x="30027" y="109"/>
                  <a:pt x="30038" y="124"/>
                </a:cubicBezTo>
                <a:cubicBezTo>
                  <a:pt x="30048" y="139"/>
                  <a:pt x="30056" y="155"/>
                  <a:pt x="30063" y="172"/>
                </a:cubicBezTo>
                <a:cubicBezTo>
                  <a:pt x="30070" y="189"/>
                  <a:pt x="30075" y="206"/>
                  <a:pt x="30079" y="224"/>
                </a:cubicBezTo>
                <a:cubicBezTo>
                  <a:pt x="30083" y="242"/>
                  <a:pt x="30084" y="260"/>
                  <a:pt x="30084" y="278"/>
                </a:cubicBezTo>
                <a:lnTo>
                  <a:pt x="30084" y="4539"/>
                </a:lnTo>
                <a:cubicBezTo>
                  <a:pt x="30084" y="4557"/>
                  <a:pt x="30083" y="4575"/>
                  <a:pt x="30079" y="4593"/>
                </a:cubicBezTo>
                <a:cubicBezTo>
                  <a:pt x="30075" y="4611"/>
                  <a:pt x="30070" y="4628"/>
                  <a:pt x="30063" y="4645"/>
                </a:cubicBezTo>
                <a:cubicBezTo>
                  <a:pt x="30056" y="4662"/>
                  <a:pt x="30048" y="4678"/>
                  <a:pt x="30038" y="4693"/>
                </a:cubicBezTo>
                <a:cubicBezTo>
                  <a:pt x="30027" y="4708"/>
                  <a:pt x="30016" y="4723"/>
                  <a:pt x="30003" y="4735"/>
                </a:cubicBezTo>
                <a:cubicBezTo>
                  <a:pt x="29990" y="4748"/>
                  <a:pt x="29976" y="4760"/>
                  <a:pt x="29961" y="4770"/>
                </a:cubicBezTo>
                <a:cubicBezTo>
                  <a:pt x="29946" y="4780"/>
                  <a:pt x="29930" y="4789"/>
                  <a:pt x="29913" y="4796"/>
                </a:cubicBezTo>
                <a:cubicBezTo>
                  <a:pt x="29896" y="4803"/>
                  <a:pt x="29879" y="4808"/>
                  <a:pt x="29861" y="4811"/>
                </a:cubicBezTo>
                <a:cubicBezTo>
                  <a:pt x="29843" y="4815"/>
                  <a:pt x="29825" y="4817"/>
                  <a:pt x="29807" y="4817"/>
                </a:cubicBezTo>
                <a:lnTo>
                  <a:pt x="278" y="4817"/>
                </a:lnTo>
                <a:cubicBezTo>
                  <a:pt x="260" y="4817"/>
                  <a:pt x="242" y="4815"/>
                  <a:pt x="224" y="4811"/>
                </a:cubicBezTo>
                <a:cubicBezTo>
                  <a:pt x="206" y="4808"/>
                  <a:pt x="189" y="4803"/>
                  <a:pt x="172" y="4796"/>
                </a:cubicBezTo>
                <a:cubicBezTo>
                  <a:pt x="155" y="4789"/>
                  <a:pt x="139" y="4780"/>
                  <a:pt x="124" y="4770"/>
                </a:cubicBezTo>
                <a:cubicBezTo>
                  <a:pt x="109" y="4760"/>
                  <a:pt x="95" y="4748"/>
                  <a:pt x="82" y="4735"/>
                </a:cubicBezTo>
                <a:cubicBezTo>
                  <a:pt x="69" y="4723"/>
                  <a:pt x="57" y="4708"/>
                  <a:pt x="47" y="4693"/>
                </a:cubicBezTo>
                <a:cubicBezTo>
                  <a:pt x="37" y="4678"/>
                  <a:pt x="28" y="4662"/>
                  <a:pt x="21" y="4645"/>
                </a:cubicBezTo>
                <a:cubicBezTo>
                  <a:pt x="14" y="4628"/>
                  <a:pt x="9" y="4611"/>
                  <a:pt x="6" y="4593"/>
                </a:cubicBezTo>
                <a:cubicBezTo>
                  <a:pt x="2" y="4575"/>
                  <a:pt x="0" y="4557"/>
                  <a:pt x="0" y="4539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264780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5" y="31"/>
                  <a:pt x="5398" y="40"/>
                </a:cubicBezTo>
                <a:cubicBezTo>
                  <a:pt x="5411" y="48"/>
                  <a:pt x="5423" y="58"/>
                  <a:pt x="5435" y="69"/>
                </a:cubicBezTo>
                <a:cubicBezTo>
                  <a:pt x="5446" y="80"/>
                  <a:pt x="5455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5" y="1654"/>
                  <a:pt x="5446" y="1666"/>
                  <a:pt x="5435" y="1677"/>
                </a:cubicBezTo>
                <a:cubicBezTo>
                  <a:pt x="5423" y="1688"/>
                  <a:pt x="5411" y="1698"/>
                  <a:pt x="5398" y="1707"/>
                </a:cubicBezTo>
                <a:cubicBezTo>
                  <a:pt x="5385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8" y="1571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264780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5" y="31"/>
                  <a:pt x="5398" y="40"/>
                </a:cubicBezTo>
                <a:cubicBezTo>
                  <a:pt x="5411" y="48"/>
                  <a:pt x="5423" y="58"/>
                  <a:pt x="5435" y="69"/>
                </a:cubicBezTo>
                <a:cubicBezTo>
                  <a:pt x="5446" y="80"/>
                  <a:pt x="5455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5" y="1654"/>
                  <a:pt x="5446" y="1666"/>
                  <a:pt x="5435" y="1677"/>
                </a:cubicBezTo>
                <a:cubicBezTo>
                  <a:pt x="5423" y="1688"/>
                  <a:pt x="5411" y="1698"/>
                  <a:pt x="5398" y="1707"/>
                </a:cubicBezTo>
                <a:cubicBezTo>
                  <a:pt x="5385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8" y="1571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666720" y="502920"/>
            <a:ext cx="6196694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Low-level decoding APIs - New!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3384360" y="1412280"/>
            <a:ext cx="55015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510516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5105160" y="1228680"/>
            <a:ext cx="1981440" cy="628920"/>
          </a:xfrm>
          <a:custGeom>
            <a:avLst/>
            <a:gdLst/>
            <a:ahLst/>
            <a:rect l="0" t="0" r="r" b="b"/>
            <a:pathLst>
              <a:path w="550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5266" y="0"/>
                </a:lnTo>
                <a:cubicBezTo>
                  <a:pt x="5282" y="0"/>
                  <a:pt x="5297" y="1"/>
                  <a:pt x="5313" y="4"/>
                </a:cubicBezTo>
                <a:cubicBezTo>
                  <a:pt x="5328" y="7"/>
                  <a:pt x="5343" y="12"/>
                  <a:pt x="5357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4" y="105"/>
                </a:cubicBezTo>
                <a:cubicBezTo>
                  <a:pt x="5473" y="118"/>
                  <a:pt x="5480" y="132"/>
                  <a:pt x="5486" y="147"/>
                </a:cubicBezTo>
                <a:cubicBezTo>
                  <a:pt x="5492" y="161"/>
                  <a:pt x="5497" y="176"/>
                  <a:pt x="5500" y="191"/>
                </a:cubicBezTo>
                <a:cubicBezTo>
                  <a:pt x="5503" y="207"/>
                  <a:pt x="5504" y="222"/>
                  <a:pt x="5504" y="238"/>
                </a:cubicBezTo>
                <a:lnTo>
                  <a:pt x="5504" y="1509"/>
                </a:lnTo>
                <a:cubicBezTo>
                  <a:pt x="5504" y="1524"/>
                  <a:pt x="5503" y="1540"/>
                  <a:pt x="5500" y="1555"/>
                </a:cubicBezTo>
                <a:cubicBezTo>
                  <a:pt x="5497" y="1571"/>
                  <a:pt x="5492" y="1585"/>
                  <a:pt x="5486" y="1600"/>
                </a:cubicBezTo>
                <a:cubicBezTo>
                  <a:pt x="5480" y="1614"/>
                  <a:pt x="5473" y="1628"/>
                  <a:pt x="5464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7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7" y="1745"/>
                  <a:pt x="5282" y="1747"/>
                  <a:pt x="5266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4734000" y="138744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695920" y="1412280"/>
            <a:ext cx="865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7562520" y="1228680"/>
            <a:ext cx="1981800" cy="628920"/>
          </a:xfrm>
          <a:custGeom>
            <a:avLst/>
            <a:gdLst/>
            <a:ahLst/>
            <a:rect l="0" t="0" r="r" b="b"/>
            <a:pathLst>
              <a:path w="5505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8"/>
                  <a:pt x="41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5267" y="0"/>
                </a:lnTo>
                <a:cubicBezTo>
                  <a:pt x="5282" y="0"/>
                  <a:pt x="5298" y="1"/>
                  <a:pt x="5313" y="4"/>
                </a:cubicBezTo>
                <a:cubicBezTo>
                  <a:pt x="5328" y="7"/>
                  <a:pt x="5343" y="12"/>
                  <a:pt x="5358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5" y="105"/>
                </a:cubicBezTo>
                <a:cubicBezTo>
                  <a:pt x="5473" y="118"/>
                  <a:pt x="5481" y="132"/>
                  <a:pt x="5487" y="147"/>
                </a:cubicBezTo>
                <a:cubicBezTo>
                  <a:pt x="5493" y="161"/>
                  <a:pt x="5497" y="176"/>
                  <a:pt x="5500" y="191"/>
                </a:cubicBezTo>
                <a:cubicBezTo>
                  <a:pt x="5503" y="207"/>
                  <a:pt x="5505" y="222"/>
                  <a:pt x="5505" y="238"/>
                </a:cubicBezTo>
                <a:lnTo>
                  <a:pt x="5505" y="1509"/>
                </a:lnTo>
                <a:cubicBezTo>
                  <a:pt x="5505" y="1524"/>
                  <a:pt x="5503" y="1540"/>
                  <a:pt x="5500" y="1555"/>
                </a:cubicBezTo>
                <a:cubicBezTo>
                  <a:pt x="5497" y="1571"/>
                  <a:pt x="5493" y="1585"/>
                  <a:pt x="5487" y="1600"/>
                </a:cubicBezTo>
                <a:cubicBezTo>
                  <a:pt x="5481" y="1614"/>
                  <a:pt x="5473" y="1628"/>
                  <a:pt x="5465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8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8" y="1745"/>
                  <a:pt x="5282" y="1747"/>
                  <a:pt x="5267" y="1747"/>
                </a:cubicBezTo>
                <a:lnTo>
                  <a:pt x="239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1" y="1641"/>
                </a:cubicBezTo>
                <a:cubicBezTo>
                  <a:pt x="32" y="1628"/>
                  <a:pt x="25" y="1614"/>
                  <a:pt x="19" y="1600"/>
                </a:cubicBezTo>
                <a:cubicBezTo>
                  <a:pt x="13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7562520" y="1228680"/>
            <a:ext cx="1981800" cy="628920"/>
          </a:xfrm>
          <a:custGeom>
            <a:avLst/>
            <a:gdLst/>
            <a:ahLst/>
            <a:rect l="0" t="0" r="r" b="b"/>
            <a:pathLst>
              <a:path w="5505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8"/>
                  <a:pt x="41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5267" y="0"/>
                </a:lnTo>
                <a:cubicBezTo>
                  <a:pt x="5282" y="0"/>
                  <a:pt x="5298" y="1"/>
                  <a:pt x="5313" y="4"/>
                </a:cubicBezTo>
                <a:cubicBezTo>
                  <a:pt x="5328" y="7"/>
                  <a:pt x="5343" y="12"/>
                  <a:pt x="5358" y="18"/>
                </a:cubicBezTo>
                <a:cubicBezTo>
                  <a:pt x="5372" y="24"/>
                  <a:pt x="5386" y="31"/>
                  <a:pt x="5399" y="40"/>
                </a:cubicBezTo>
                <a:cubicBezTo>
                  <a:pt x="5412" y="48"/>
                  <a:pt x="5424" y="58"/>
                  <a:pt x="5435" y="69"/>
                </a:cubicBezTo>
                <a:cubicBezTo>
                  <a:pt x="5446" y="80"/>
                  <a:pt x="5456" y="92"/>
                  <a:pt x="5465" y="105"/>
                </a:cubicBezTo>
                <a:cubicBezTo>
                  <a:pt x="5473" y="118"/>
                  <a:pt x="5481" y="132"/>
                  <a:pt x="5487" y="147"/>
                </a:cubicBezTo>
                <a:cubicBezTo>
                  <a:pt x="5493" y="161"/>
                  <a:pt x="5497" y="176"/>
                  <a:pt x="5500" y="191"/>
                </a:cubicBezTo>
                <a:cubicBezTo>
                  <a:pt x="5503" y="207"/>
                  <a:pt x="5505" y="222"/>
                  <a:pt x="5505" y="238"/>
                </a:cubicBezTo>
                <a:lnTo>
                  <a:pt x="5505" y="1509"/>
                </a:lnTo>
                <a:cubicBezTo>
                  <a:pt x="5505" y="1524"/>
                  <a:pt x="5503" y="1540"/>
                  <a:pt x="5500" y="1555"/>
                </a:cubicBezTo>
                <a:cubicBezTo>
                  <a:pt x="5497" y="1571"/>
                  <a:pt x="5493" y="1585"/>
                  <a:pt x="5487" y="1600"/>
                </a:cubicBezTo>
                <a:cubicBezTo>
                  <a:pt x="5481" y="1614"/>
                  <a:pt x="5473" y="1628"/>
                  <a:pt x="5465" y="1641"/>
                </a:cubicBezTo>
                <a:cubicBezTo>
                  <a:pt x="5456" y="1654"/>
                  <a:pt x="5446" y="1666"/>
                  <a:pt x="5435" y="1677"/>
                </a:cubicBezTo>
                <a:cubicBezTo>
                  <a:pt x="5424" y="1688"/>
                  <a:pt x="5412" y="1698"/>
                  <a:pt x="5399" y="1707"/>
                </a:cubicBezTo>
                <a:cubicBezTo>
                  <a:pt x="5386" y="1715"/>
                  <a:pt x="5372" y="1723"/>
                  <a:pt x="5358" y="1729"/>
                </a:cubicBezTo>
                <a:cubicBezTo>
                  <a:pt x="5343" y="1735"/>
                  <a:pt x="5328" y="1739"/>
                  <a:pt x="5313" y="1742"/>
                </a:cubicBezTo>
                <a:cubicBezTo>
                  <a:pt x="5298" y="1745"/>
                  <a:pt x="5282" y="1747"/>
                  <a:pt x="5267" y="1747"/>
                </a:cubicBezTo>
                <a:lnTo>
                  <a:pt x="239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1" y="1641"/>
                </a:cubicBezTo>
                <a:cubicBezTo>
                  <a:pt x="32" y="1628"/>
                  <a:pt x="25" y="1614"/>
                  <a:pt x="19" y="1600"/>
                </a:cubicBezTo>
                <a:cubicBezTo>
                  <a:pt x="13" y="1585"/>
                  <a:pt x="8" y="1571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7191360" y="138744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1071360" y="2557440"/>
            <a:ext cx="1371960" cy="1143360"/>
          </a:xfrm>
          <a:custGeom>
            <a:avLst/>
            <a:gdLst/>
            <a:ahLst/>
            <a:rect l="0" t="0" r="r" b="b"/>
            <a:pathLst>
              <a:path w="3811" h="3176">
                <a:moveTo>
                  <a:pt x="0" y="2951"/>
                </a:moveTo>
                <a:lnTo>
                  <a:pt x="0" y="224"/>
                </a:lnTo>
                <a:cubicBezTo>
                  <a:pt x="0" y="210"/>
                  <a:pt x="2" y="195"/>
                  <a:pt x="4" y="181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3586" y="0"/>
                </a:lnTo>
                <a:cubicBezTo>
                  <a:pt x="3601" y="0"/>
                  <a:pt x="3616" y="1"/>
                  <a:pt x="3630" y="4"/>
                </a:cubicBezTo>
                <a:cubicBezTo>
                  <a:pt x="3645" y="7"/>
                  <a:pt x="3659" y="11"/>
                  <a:pt x="3672" y="17"/>
                </a:cubicBezTo>
                <a:cubicBezTo>
                  <a:pt x="3686" y="22"/>
                  <a:pt x="3699" y="29"/>
                  <a:pt x="3711" y="37"/>
                </a:cubicBezTo>
                <a:cubicBezTo>
                  <a:pt x="3723" y="46"/>
                  <a:pt x="3735" y="55"/>
                  <a:pt x="3745" y="65"/>
                </a:cubicBezTo>
                <a:cubicBezTo>
                  <a:pt x="3756" y="76"/>
                  <a:pt x="3765" y="87"/>
                  <a:pt x="3773" y="100"/>
                </a:cubicBezTo>
                <a:cubicBezTo>
                  <a:pt x="3781" y="112"/>
                  <a:pt x="3788" y="125"/>
                  <a:pt x="3794" y="138"/>
                </a:cubicBezTo>
                <a:cubicBezTo>
                  <a:pt x="3800" y="152"/>
                  <a:pt x="3804" y="166"/>
                  <a:pt x="3807" y="181"/>
                </a:cubicBezTo>
                <a:cubicBezTo>
                  <a:pt x="3810" y="195"/>
                  <a:pt x="3811" y="210"/>
                  <a:pt x="3811" y="224"/>
                </a:cubicBezTo>
                <a:lnTo>
                  <a:pt x="3811" y="2951"/>
                </a:lnTo>
                <a:cubicBezTo>
                  <a:pt x="3811" y="2965"/>
                  <a:pt x="3810" y="2980"/>
                  <a:pt x="3807" y="2995"/>
                </a:cubicBezTo>
                <a:cubicBezTo>
                  <a:pt x="3804" y="3009"/>
                  <a:pt x="3800" y="3023"/>
                  <a:pt x="3794" y="3037"/>
                </a:cubicBezTo>
                <a:cubicBezTo>
                  <a:pt x="3788" y="3050"/>
                  <a:pt x="3781" y="3063"/>
                  <a:pt x="3773" y="3076"/>
                </a:cubicBezTo>
                <a:cubicBezTo>
                  <a:pt x="3765" y="3088"/>
                  <a:pt x="3756" y="3099"/>
                  <a:pt x="3745" y="3110"/>
                </a:cubicBezTo>
                <a:cubicBezTo>
                  <a:pt x="3735" y="3120"/>
                  <a:pt x="3723" y="3129"/>
                  <a:pt x="3711" y="3138"/>
                </a:cubicBezTo>
                <a:cubicBezTo>
                  <a:pt x="3699" y="3146"/>
                  <a:pt x="3686" y="3153"/>
                  <a:pt x="3672" y="3158"/>
                </a:cubicBezTo>
                <a:cubicBezTo>
                  <a:pt x="3659" y="3164"/>
                  <a:pt x="3645" y="3168"/>
                  <a:pt x="3630" y="3171"/>
                </a:cubicBezTo>
                <a:cubicBezTo>
                  <a:pt x="3616" y="3174"/>
                  <a:pt x="3601" y="3176"/>
                  <a:pt x="3586" y="3176"/>
                </a:cubicBezTo>
                <a:lnTo>
                  <a:pt x="225" y="3176"/>
                </a:lnTo>
                <a:cubicBezTo>
                  <a:pt x="210" y="3176"/>
                  <a:pt x="196" y="3174"/>
                  <a:pt x="181" y="3171"/>
                </a:cubicBezTo>
                <a:cubicBezTo>
                  <a:pt x="167" y="3168"/>
                  <a:pt x="153" y="3164"/>
                  <a:pt x="139" y="3158"/>
                </a:cubicBezTo>
                <a:cubicBezTo>
                  <a:pt x="125" y="3153"/>
                  <a:pt x="112" y="3146"/>
                  <a:pt x="100" y="3138"/>
                </a:cubicBezTo>
                <a:cubicBezTo>
                  <a:pt x="88" y="3129"/>
                  <a:pt x="76" y="3120"/>
                  <a:pt x="66" y="3110"/>
                </a:cubicBezTo>
                <a:cubicBezTo>
                  <a:pt x="55" y="3099"/>
                  <a:pt x="46" y="3088"/>
                  <a:pt x="38" y="3076"/>
                </a:cubicBezTo>
                <a:cubicBezTo>
                  <a:pt x="30" y="3063"/>
                  <a:pt x="23" y="3050"/>
                  <a:pt x="17" y="3037"/>
                </a:cubicBezTo>
                <a:cubicBezTo>
                  <a:pt x="12" y="3023"/>
                  <a:pt x="7" y="3009"/>
                  <a:pt x="4" y="2995"/>
                </a:cubicBezTo>
                <a:cubicBezTo>
                  <a:pt x="2" y="2980"/>
                  <a:pt x="0" y="2965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1071360" y="2557440"/>
            <a:ext cx="1371960" cy="1143360"/>
          </a:xfrm>
          <a:custGeom>
            <a:avLst/>
            <a:gdLst/>
            <a:ahLst/>
            <a:rect l="0" t="0" r="r" b="b"/>
            <a:pathLst>
              <a:path w="3811" h="3176">
                <a:moveTo>
                  <a:pt x="0" y="2951"/>
                </a:moveTo>
                <a:lnTo>
                  <a:pt x="0" y="224"/>
                </a:lnTo>
                <a:cubicBezTo>
                  <a:pt x="0" y="210"/>
                  <a:pt x="2" y="195"/>
                  <a:pt x="4" y="181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3586" y="0"/>
                </a:lnTo>
                <a:cubicBezTo>
                  <a:pt x="3601" y="0"/>
                  <a:pt x="3616" y="1"/>
                  <a:pt x="3630" y="4"/>
                </a:cubicBezTo>
                <a:cubicBezTo>
                  <a:pt x="3645" y="7"/>
                  <a:pt x="3659" y="11"/>
                  <a:pt x="3672" y="17"/>
                </a:cubicBezTo>
                <a:cubicBezTo>
                  <a:pt x="3686" y="22"/>
                  <a:pt x="3699" y="29"/>
                  <a:pt x="3711" y="37"/>
                </a:cubicBezTo>
                <a:cubicBezTo>
                  <a:pt x="3723" y="46"/>
                  <a:pt x="3735" y="55"/>
                  <a:pt x="3745" y="65"/>
                </a:cubicBezTo>
                <a:cubicBezTo>
                  <a:pt x="3756" y="76"/>
                  <a:pt x="3765" y="87"/>
                  <a:pt x="3773" y="100"/>
                </a:cubicBezTo>
                <a:cubicBezTo>
                  <a:pt x="3781" y="112"/>
                  <a:pt x="3788" y="125"/>
                  <a:pt x="3794" y="138"/>
                </a:cubicBezTo>
                <a:cubicBezTo>
                  <a:pt x="3800" y="152"/>
                  <a:pt x="3804" y="166"/>
                  <a:pt x="3807" y="181"/>
                </a:cubicBezTo>
                <a:cubicBezTo>
                  <a:pt x="3810" y="195"/>
                  <a:pt x="3811" y="210"/>
                  <a:pt x="3811" y="224"/>
                </a:cubicBezTo>
                <a:lnTo>
                  <a:pt x="3811" y="2951"/>
                </a:lnTo>
                <a:cubicBezTo>
                  <a:pt x="3811" y="2965"/>
                  <a:pt x="3810" y="2980"/>
                  <a:pt x="3807" y="2995"/>
                </a:cubicBezTo>
                <a:cubicBezTo>
                  <a:pt x="3804" y="3009"/>
                  <a:pt x="3800" y="3023"/>
                  <a:pt x="3794" y="3037"/>
                </a:cubicBezTo>
                <a:cubicBezTo>
                  <a:pt x="3788" y="3050"/>
                  <a:pt x="3781" y="3063"/>
                  <a:pt x="3773" y="3076"/>
                </a:cubicBezTo>
                <a:cubicBezTo>
                  <a:pt x="3765" y="3088"/>
                  <a:pt x="3756" y="3099"/>
                  <a:pt x="3745" y="3110"/>
                </a:cubicBezTo>
                <a:cubicBezTo>
                  <a:pt x="3735" y="3120"/>
                  <a:pt x="3723" y="3129"/>
                  <a:pt x="3711" y="3138"/>
                </a:cubicBezTo>
                <a:cubicBezTo>
                  <a:pt x="3699" y="3146"/>
                  <a:pt x="3686" y="3153"/>
                  <a:pt x="3672" y="3158"/>
                </a:cubicBezTo>
                <a:cubicBezTo>
                  <a:pt x="3659" y="3164"/>
                  <a:pt x="3645" y="3168"/>
                  <a:pt x="3630" y="3171"/>
                </a:cubicBezTo>
                <a:cubicBezTo>
                  <a:pt x="3616" y="3174"/>
                  <a:pt x="3601" y="3176"/>
                  <a:pt x="3586" y="3176"/>
                </a:cubicBezTo>
                <a:lnTo>
                  <a:pt x="225" y="3176"/>
                </a:lnTo>
                <a:cubicBezTo>
                  <a:pt x="210" y="3176"/>
                  <a:pt x="196" y="3174"/>
                  <a:pt x="181" y="3171"/>
                </a:cubicBezTo>
                <a:cubicBezTo>
                  <a:pt x="167" y="3168"/>
                  <a:pt x="153" y="3164"/>
                  <a:pt x="139" y="3158"/>
                </a:cubicBezTo>
                <a:cubicBezTo>
                  <a:pt x="125" y="3153"/>
                  <a:pt x="112" y="3146"/>
                  <a:pt x="100" y="3138"/>
                </a:cubicBezTo>
                <a:cubicBezTo>
                  <a:pt x="88" y="3129"/>
                  <a:pt x="76" y="3120"/>
                  <a:pt x="66" y="3110"/>
                </a:cubicBezTo>
                <a:cubicBezTo>
                  <a:pt x="55" y="3099"/>
                  <a:pt x="46" y="3088"/>
                  <a:pt x="38" y="3076"/>
                </a:cubicBezTo>
                <a:cubicBezTo>
                  <a:pt x="30" y="3063"/>
                  <a:pt x="23" y="3050"/>
                  <a:pt x="17" y="3037"/>
                </a:cubicBezTo>
                <a:cubicBezTo>
                  <a:pt x="12" y="3023"/>
                  <a:pt x="7" y="3009"/>
                  <a:pt x="4" y="2995"/>
                </a:cubicBezTo>
                <a:cubicBezTo>
                  <a:pt x="2" y="2980"/>
                  <a:pt x="0" y="2965"/>
                  <a:pt x="0" y="2951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8070480" y="1412280"/>
            <a:ext cx="104353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296720" y="2799000"/>
            <a:ext cx="998049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2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demux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1357200" y="3260880"/>
            <a:ext cx="8650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444444"/>
                </a:solidFill>
                <a:effectLst/>
                <a:uFillTx/>
                <a:latin typeface="Courier New"/>
                <a:ea typeface="Courier New"/>
              </a:rPr>
              <a:t>Demuxer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2707560" y="2788920"/>
            <a:ext cx="412128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0" u="none" strike="noStrike">
                <a:solidFill>
                  <a:srgbClr val="888888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3357360" y="2557440"/>
            <a:ext cx="2505600" cy="1143360"/>
          </a:xfrm>
          <a:custGeom>
            <a:avLst/>
            <a:gdLst/>
            <a:ahLst/>
            <a:rect l="0" t="0" r="r" b="b"/>
            <a:pathLst>
              <a:path w="6960" h="3176">
                <a:moveTo>
                  <a:pt x="0" y="2951"/>
                </a:moveTo>
                <a:lnTo>
                  <a:pt x="0" y="224"/>
                </a:lnTo>
                <a:cubicBezTo>
                  <a:pt x="0" y="210"/>
                  <a:pt x="2" y="195"/>
                  <a:pt x="4" y="181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6735" y="0"/>
                </a:lnTo>
                <a:cubicBezTo>
                  <a:pt x="6749" y="0"/>
                  <a:pt x="6764" y="1"/>
                  <a:pt x="6779" y="4"/>
                </a:cubicBezTo>
                <a:cubicBezTo>
                  <a:pt x="6793" y="7"/>
                  <a:pt x="6807" y="11"/>
                  <a:pt x="6821" y="17"/>
                </a:cubicBezTo>
                <a:cubicBezTo>
                  <a:pt x="6834" y="22"/>
                  <a:pt x="6847" y="29"/>
                  <a:pt x="6860" y="37"/>
                </a:cubicBezTo>
                <a:cubicBezTo>
                  <a:pt x="6872" y="46"/>
                  <a:pt x="6883" y="55"/>
                  <a:pt x="6894" y="65"/>
                </a:cubicBezTo>
                <a:cubicBezTo>
                  <a:pt x="6904" y="76"/>
                  <a:pt x="6913" y="87"/>
                  <a:pt x="6922" y="100"/>
                </a:cubicBezTo>
                <a:cubicBezTo>
                  <a:pt x="6930" y="112"/>
                  <a:pt x="6937" y="125"/>
                  <a:pt x="6942" y="138"/>
                </a:cubicBezTo>
                <a:cubicBezTo>
                  <a:pt x="6948" y="152"/>
                  <a:pt x="6952" y="166"/>
                  <a:pt x="6955" y="181"/>
                </a:cubicBezTo>
                <a:cubicBezTo>
                  <a:pt x="6958" y="195"/>
                  <a:pt x="6960" y="210"/>
                  <a:pt x="6960" y="224"/>
                </a:cubicBezTo>
                <a:lnTo>
                  <a:pt x="6960" y="2951"/>
                </a:lnTo>
                <a:cubicBezTo>
                  <a:pt x="6960" y="2965"/>
                  <a:pt x="6958" y="2980"/>
                  <a:pt x="6955" y="2995"/>
                </a:cubicBezTo>
                <a:cubicBezTo>
                  <a:pt x="6952" y="3009"/>
                  <a:pt x="6948" y="3023"/>
                  <a:pt x="6942" y="3037"/>
                </a:cubicBezTo>
                <a:cubicBezTo>
                  <a:pt x="6937" y="3050"/>
                  <a:pt x="6930" y="3063"/>
                  <a:pt x="6922" y="3076"/>
                </a:cubicBezTo>
                <a:cubicBezTo>
                  <a:pt x="6913" y="3088"/>
                  <a:pt x="6904" y="3099"/>
                  <a:pt x="6894" y="3110"/>
                </a:cubicBezTo>
                <a:cubicBezTo>
                  <a:pt x="6883" y="3120"/>
                  <a:pt x="6872" y="3129"/>
                  <a:pt x="6860" y="3138"/>
                </a:cubicBezTo>
                <a:cubicBezTo>
                  <a:pt x="6847" y="3146"/>
                  <a:pt x="6834" y="3153"/>
                  <a:pt x="6821" y="3158"/>
                </a:cubicBezTo>
                <a:cubicBezTo>
                  <a:pt x="6807" y="3164"/>
                  <a:pt x="6793" y="3168"/>
                  <a:pt x="6779" y="3171"/>
                </a:cubicBezTo>
                <a:cubicBezTo>
                  <a:pt x="6764" y="3174"/>
                  <a:pt x="6749" y="3176"/>
                  <a:pt x="6735" y="3176"/>
                </a:cubicBezTo>
                <a:lnTo>
                  <a:pt x="225" y="3176"/>
                </a:lnTo>
                <a:cubicBezTo>
                  <a:pt x="210" y="3176"/>
                  <a:pt x="196" y="3174"/>
                  <a:pt x="181" y="3171"/>
                </a:cubicBezTo>
                <a:cubicBezTo>
                  <a:pt x="167" y="3168"/>
                  <a:pt x="153" y="3164"/>
                  <a:pt x="139" y="3158"/>
                </a:cubicBezTo>
                <a:cubicBezTo>
                  <a:pt x="125" y="3153"/>
                  <a:pt x="112" y="3146"/>
                  <a:pt x="100" y="3138"/>
                </a:cubicBezTo>
                <a:cubicBezTo>
                  <a:pt x="88" y="3129"/>
                  <a:pt x="76" y="3120"/>
                  <a:pt x="66" y="3110"/>
                </a:cubicBezTo>
                <a:cubicBezTo>
                  <a:pt x="55" y="3099"/>
                  <a:pt x="46" y="3088"/>
                  <a:pt x="38" y="3076"/>
                </a:cubicBezTo>
                <a:cubicBezTo>
                  <a:pt x="30" y="3063"/>
                  <a:pt x="23" y="3050"/>
                  <a:pt x="17" y="3037"/>
                </a:cubicBezTo>
                <a:cubicBezTo>
                  <a:pt x="12" y="3023"/>
                  <a:pt x="7" y="3009"/>
                  <a:pt x="4" y="2995"/>
                </a:cubicBezTo>
                <a:cubicBezTo>
                  <a:pt x="2" y="2980"/>
                  <a:pt x="0" y="2965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3357360" y="2557440"/>
            <a:ext cx="2505600" cy="1143360"/>
          </a:xfrm>
          <a:custGeom>
            <a:avLst/>
            <a:gdLst/>
            <a:ahLst/>
            <a:rect l="0" t="0" r="r" b="b"/>
            <a:pathLst>
              <a:path w="6960" h="3176">
                <a:moveTo>
                  <a:pt x="0" y="2951"/>
                </a:moveTo>
                <a:lnTo>
                  <a:pt x="0" y="224"/>
                </a:lnTo>
                <a:cubicBezTo>
                  <a:pt x="0" y="210"/>
                  <a:pt x="2" y="195"/>
                  <a:pt x="4" y="181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6735" y="0"/>
                </a:lnTo>
                <a:cubicBezTo>
                  <a:pt x="6749" y="0"/>
                  <a:pt x="6764" y="1"/>
                  <a:pt x="6779" y="4"/>
                </a:cubicBezTo>
                <a:cubicBezTo>
                  <a:pt x="6793" y="7"/>
                  <a:pt x="6807" y="11"/>
                  <a:pt x="6821" y="17"/>
                </a:cubicBezTo>
                <a:cubicBezTo>
                  <a:pt x="6834" y="22"/>
                  <a:pt x="6847" y="29"/>
                  <a:pt x="6860" y="37"/>
                </a:cubicBezTo>
                <a:cubicBezTo>
                  <a:pt x="6872" y="46"/>
                  <a:pt x="6883" y="55"/>
                  <a:pt x="6894" y="65"/>
                </a:cubicBezTo>
                <a:cubicBezTo>
                  <a:pt x="6904" y="76"/>
                  <a:pt x="6913" y="87"/>
                  <a:pt x="6922" y="100"/>
                </a:cubicBezTo>
                <a:cubicBezTo>
                  <a:pt x="6930" y="112"/>
                  <a:pt x="6937" y="125"/>
                  <a:pt x="6942" y="138"/>
                </a:cubicBezTo>
                <a:cubicBezTo>
                  <a:pt x="6948" y="152"/>
                  <a:pt x="6952" y="166"/>
                  <a:pt x="6955" y="181"/>
                </a:cubicBezTo>
                <a:cubicBezTo>
                  <a:pt x="6958" y="195"/>
                  <a:pt x="6960" y="210"/>
                  <a:pt x="6960" y="224"/>
                </a:cubicBezTo>
                <a:lnTo>
                  <a:pt x="6960" y="2951"/>
                </a:lnTo>
                <a:cubicBezTo>
                  <a:pt x="6960" y="2965"/>
                  <a:pt x="6958" y="2980"/>
                  <a:pt x="6955" y="2995"/>
                </a:cubicBezTo>
                <a:cubicBezTo>
                  <a:pt x="6952" y="3009"/>
                  <a:pt x="6948" y="3023"/>
                  <a:pt x="6942" y="3037"/>
                </a:cubicBezTo>
                <a:cubicBezTo>
                  <a:pt x="6937" y="3050"/>
                  <a:pt x="6930" y="3063"/>
                  <a:pt x="6922" y="3076"/>
                </a:cubicBezTo>
                <a:cubicBezTo>
                  <a:pt x="6913" y="3088"/>
                  <a:pt x="6904" y="3099"/>
                  <a:pt x="6894" y="3110"/>
                </a:cubicBezTo>
                <a:cubicBezTo>
                  <a:pt x="6883" y="3120"/>
                  <a:pt x="6872" y="3129"/>
                  <a:pt x="6860" y="3138"/>
                </a:cubicBezTo>
                <a:cubicBezTo>
                  <a:pt x="6847" y="3146"/>
                  <a:pt x="6834" y="3153"/>
                  <a:pt x="6821" y="3158"/>
                </a:cubicBezTo>
                <a:cubicBezTo>
                  <a:pt x="6807" y="3164"/>
                  <a:pt x="6793" y="3168"/>
                  <a:pt x="6779" y="3171"/>
                </a:cubicBezTo>
                <a:cubicBezTo>
                  <a:pt x="6764" y="3174"/>
                  <a:pt x="6749" y="3176"/>
                  <a:pt x="6735" y="3176"/>
                </a:cubicBezTo>
                <a:lnTo>
                  <a:pt x="225" y="3176"/>
                </a:lnTo>
                <a:cubicBezTo>
                  <a:pt x="210" y="3176"/>
                  <a:pt x="196" y="3174"/>
                  <a:pt x="181" y="3171"/>
                </a:cubicBezTo>
                <a:cubicBezTo>
                  <a:pt x="167" y="3168"/>
                  <a:pt x="153" y="3164"/>
                  <a:pt x="139" y="3158"/>
                </a:cubicBezTo>
                <a:cubicBezTo>
                  <a:pt x="125" y="3153"/>
                  <a:pt x="112" y="3146"/>
                  <a:pt x="100" y="3138"/>
                </a:cubicBezTo>
                <a:cubicBezTo>
                  <a:pt x="88" y="3129"/>
                  <a:pt x="76" y="3120"/>
                  <a:pt x="66" y="3110"/>
                </a:cubicBezTo>
                <a:cubicBezTo>
                  <a:pt x="55" y="3099"/>
                  <a:pt x="46" y="3088"/>
                  <a:pt x="38" y="3076"/>
                </a:cubicBezTo>
                <a:cubicBezTo>
                  <a:pt x="30" y="3063"/>
                  <a:pt x="23" y="3050"/>
                  <a:pt x="17" y="3037"/>
                </a:cubicBezTo>
                <a:cubicBezTo>
                  <a:pt x="12" y="3023"/>
                  <a:pt x="7" y="3009"/>
                  <a:pt x="4" y="2995"/>
                </a:cubicBezTo>
                <a:cubicBezTo>
                  <a:pt x="2" y="2980"/>
                  <a:pt x="0" y="2965"/>
                  <a:pt x="0" y="2951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2589480" y="3314880"/>
            <a:ext cx="664459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444444"/>
                </a:solidFill>
                <a:effectLst/>
                <a:uFillTx/>
                <a:latin typeface="Courier New"/>
                <a:ea typeface="Courier New"/>
              </a:rPr>
              <a:t>Packet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4106880" y="2799000"/>
            <a:ext cx="1083974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2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3578400" y="3260880"/>
            <a:ext cx="222315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444444"/>
                </a:solidFill>
                <a:effectLst/>
                <a:uFillTx/>
                <a:latin typeface="Courier New"/>
                <a:ea typeface="Courier New"/>
              </a:rPr>
              <a:t>VideoPacketDecoder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6537240" y="2788920"/>
            <a:ext cx="412128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0" u="none" strike="noStrike">
                <a:solidFill>
                  <a:srgbClr val="888888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7596000" y="2557440"/>
            <a:ext cx="2257920" cy="1143360"/>
          </a:xfrm>
          <a:custGeom>
            <a:avLst/>
            <a:gdLst/>
            <a:ahLst/>
            <a:rect l="0" t="0" r="r" b="b"/>
            <a:pathLst>
              <a:path w="6272" h="3176">
                <a:moveTo>
                  <a:pt x="0" y="2951"/>
                </a:moveTo>
                <a:lnTo>
                  <a:pt x="0" y="224"/>
                </a:ln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6047" y="0"/>
                </a:lnTo>
                <a:cubicBezTo>
                  <a:pt x="6062" y="0"/>
                  <a:pt x="6076" y="1"/>
                  <a:pt x="6091" y="4"/>
                </a:cubicBezTo>
                <a:cubicBezTo>
                  <a:pt x="6105" y="7"/>
                  <a:pt x="6119" y="11"/>
                  <a:pt x="6133" y="17"/>
                </a:cubicBezTo>
                <a:cubicBezTo>
                  <a:pt x="6146" y="22"/>
                  <a:pt x="6159" y="29"/>
                  <a:pt x="6172" y="37"/>
                </a:cubicBezTo>
                <a:cubicBezTo>
                  <a:pt x="6184" y="46"/>
                  <a:pt x="6195" y="55"/>
                  <a:pt x="6206" y="65"/>
                </a:cubicBezTo>
                <a:cubicBezTo>
                  <a:pt x="6216" y="76"/>
                  <a:pt x="6226" y="87"/>
                  <a:pt x="6234" y="100"/>
                </a:cubicBezTo>
                <a:cubicBezTo>
                  <a:pt x="6242" y="112"/>
                  <a:pt x="6249" y="125"/>
                  <a:pt x="6255" y="138"/>
                </a:cubicBezTo>
                <a:cubicBezTo>
                  <a:pt x="6260" y="152"/>
                  <a:pt x="6264" y="166"/>
                  <a:pt x="6267" y="181"/>
                </a:cubicBezTo>
                <a:cubicBezTo>
                  <a:pt x="6270" y="195"/>
                  <a:pt x="6272" y="210"/>
                  <a:pt x="6272" y="224"/>
                </a:cubicBezTo>
                <a:lnTo>
                  <a:pt x="6272" y="2951"/>
                </a:lnTo>
                <a:cubicBezTo>
                  <a:pt x="6272" y="2965"/>
                  <a:pt x="6270" y="2980"/>
                  <a:pt x="6267" y="2995"/>
                </a:cubicBezTo>
                <a:cubicBezTo>
                  <a:pt x="6264" y="3009"/>
                  <a:pt x="6260" y="3023"/>
                  <a:pt x="6255" y="3037"/>
                </a:cubicBezTo>
                <a:cubicBezTo>
                  <a:pt x="6249" y="3050"/>
                  <a:pt x="6242" y="3063"/>
                  <a:pt x="6234" y="3076"/>
                </a:cubicBezTo>
                <a:cubicBezTo>
                  <a:pt x="6226" y="3088"/>
                  <a:pt x="6216" y="3099"/>
                  <a:pt x="6206" y="3110"/>
                </a:cubicBezTo>
                <a:cubicBezTo>
                  <a:pt x="6195" y="3120"/>
                  <a:pt x="6184" y="3129"/>
                  <a:pt x="6172" y="3138"/>
                </a:cubicBezTo>
                <a:cubicBezTo>
                  <a:pt x="6159" y="3146"/>
                  <a:pt x="6146" y="3153"/>
                  <a:pt x="6133" y="3158"/>
                </a:cubicBezTo>
                <a:cubicBezTo>
                  <a:pt x="6119" y="3164"/>
                  <a:pt x="6105" y="3168"/>
                  <a:pt x="6091" y="3171"/>
                </a:cubicBezTo>
                <a:cubicBezTo>
                  <a:pt x="6076" y="3174"/>
                  <a:pt x="6062" y="3176"/>
                  <a:pt x="6047" y="3176"/>
                </a:cubicBezTo>
                <a:lnTo>
                  <a:pt x="225" y="3176"/>
                </a:lnTo>
                <a:cubicBezTo>
                  <a:pt x="210" y="3176"/>
                  <a:pt x="196" y="3174"/>
                  <a:pt x="181" y="3171"/>
                </a:cubicBezTo>
                <a:cubicBezTo>
                  <a:pt x="167" y="3168"/>
                  <a:pt x="152" y="3164"/>
                  <a:pt x="139" y="3158"/>
                </a:cubicBezTo>
                <a:cubicBezTo>
                  <a:pt x="125" y="3153"/>
                  <a:pt x="112" y="3146"/>
                  <a:pt x="100" y="3138"/>
                </a:cubicBezTo>
                <a:cubicBezTo>
                  <a:pt x="88" y="3129"/>
                  <a:pt x="76" y="3120"/>
                  <a:pt x="66" y="3110"/>
                </a:cubicBezTo>
                <a:cubicBezTo>
                  <a:pt x="55" y="3099"/>
                  <a:pt x="46" y="3088"/>
                  <a:pt x="38" y="3076"/>
                </a:cubicBezTo>
                <a:cubicBezTo>
                  <a:pt x="30" y="3063"/>
                  <a:pt x="23" y="3050"/>
                  <a:pt x="17" y="3037"/>
                </a:cubicBezTo>
                <a:cubicBezTo>
                  <a:pt x="11" y="3023"/>
                  <a:pt x="7" y="3009"/>
                  <a:pt x="4" y="2995"/>
                </a:cubicBezTo>
                <a:cubicBezTo>
                  <a:pt x="1" y="2980"/>
                  <a:pt x="0" y="2965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7596000" y="2557440"/>
            <a:ext cx="2257920" cy="1143360"/>
          </a:xfrm>
          <a:custGeom>
            <a:avLst/>
            <a:gdLst/>
            <a:ahLst/>
            <a:rect l="0" t="0" r="r" b="b"/>
            <a:pathLst>
              <a:path w="6272" h="3176">
                <a:moveTo>
                  <a:pt x="0" y="2951"/>
                </a:moveTo>
                <a:lnTo>
                  <a:pt x="0" y="224"/>
                </a:ln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6047" y="0"/>
                </a:lnTo>
                <a:cubicBezTo>
                  <a:pt x="6062" y="0"/>
                  <a:pt x="6076" y="1"/>
                  <a:pt x="6091" y="4"/>
                </a:cubicBezTo>
                <a:cubicBezTo>
                  <a:pt x="6105" y="7"/>
                  <a:pt x="6119" y="11"/>
                  <a:pt x="6133" y="17"/>
                </a:cubicBezTo>
                <a:cubicBezTo>
                  <a:pt x="6146" y="22"/>
                  <a:pt x="6159" y="29"/>
                  <a:pt x="6172" y="37"/>
                </a:cubicBezTo>
                <a:cubicBezTo>
                  <a:pt x="6184" y="46"/>
                  <a:pt x="6195" y="55"/>
                  <a:pt x="6206" y="65"/>
                </a:cubicBezTo>
                <a:cubicBezTo>
                  <a:pt x="6216" y="76"/>
                  <a:pt x="6226" y="87"/>
                  <a:pt x="6234" y="100"/>
                </a:cubicBezTo>
                <a:cubicBezTo>
                  <a:pt x="6242" y="112"/>
                  <a:pt x="6249" y="125"/>
                  <a:pt x="6255" y="138"/>
                </a:cubicBezTo>
                <a:cubicBezTo>
                  <a:pt x="6260" y="152"/>
                  <a:pt x="6264" y="166"/>
                  <a:pt x="6267" y="181"/>
                </a:cubicBezTo>
                <a:cubicBezTo>
                  <a:pt x="6270" y="195"/>
                  <a:pt x="6272" y="210"/>
                  <a:pt x="6272" y="224"/>
                </a:cubicBezTo>
                <a:lnTo>
                  <a:pt x="6272" y="2951"/>
                </a:lnTo>
                <a:cubicBezTo>
                  <a:pt x="6272" y="2965"/>
                  <a:pt x="6270" y="2980"/>
                  <a:pt x="6267" y="2995"/>
                </a:cubicBezTo>
                <a:cubicBezTo>
                  <a:pt x="6264" y="3009"/>
                  <a:pt x="6260" y="3023"/>
                  <a:pt x="6255" y="3037"/>
                </a:cubicBezTo>
                <a:cubicBezTo>
                  <a:pt x="6249" y="3050"/>
                  <a:pt x="6242" y="3063"/>
                  <a:pt x="6234" y="3076"/>
                </a:cubicBezTo>
                <a:cubicBezTo>
                  <a:pt x="6226" y="3088"/>
                  <a:pt x="6216" y="3099"/>
                  <a:pt x="6206" y="3110"/>
                </a:cubicBezTo>
                <a:cubicBezTo>
                  <a:pt x="6195" y="3120"/>
                  <a:pt x="6184" y="3129"/>
                  <a:pt x="6172" y="3138"/>
                </a:cubicBezTo>
                <a:cubicBezTo>
                  <a:pt x="6159" y="3146"/>
                  <a:pt x="6146" y="3153"/>
                  <a:pt x="6133" y="3158"/>
                </a:cubicBezTo>
                <a:cubicBezTo>
                  <a:pt x="6119" y="3164"/>
                  <a:pt x="6105" y="3168"/>
                  <a:pt x="6091" y="3171"/>
                </a:cubicBezTo>
                <a:cubicBezTo>
                  <a:pt x="6076" y="3174"/>
                  <a:pt x="6062" y="3176"/>
                  <a:pt x="6047" y="3176"/>
                </a:cubicBezTo>
                <a:lnTo>
                  <a:pt x="225" y="3176"/>
                </a:lnTo>
                <a:cubicBezTo>
                  <a:pt x="210" y="3176"/>
                  <a:pt x="196" y="3174"/>
                  <a:pt x="181" y="3171"/>
                </a:cubicBezTo>
                <a:cubicBezTo>
                  <a:pt x="167" y="3168"/>
                  <a:pt x="152" y="3164"/>
                  <a:pt x="139" y="3158"/>
                </a:cubicBezTo>
                <a:cubicBezTo>
                  <a:pt x="125" y="3153"/>
                  <a:pt x="112" y="3146"/>
                  <a:pt x="100" y="3138"/>
                </a:cubicBezTo>
                <a:cubicBezTo>
                  <a:pt x="88" y="3129"/>
                  <a:pt x="76" y="3120"/>
                  <a:pt x="66" y="3110"/>
                </a:cubicBezTo>
                <a:cubicBezTo>
                  <a:pt x="55" y="3099"/>
                  <a:pt x="46" y="3088"/>
                  <a:pt x="38" y="3076"/>
                </a:cubicBezTo>
                <a:cubicBezTo>
                  <a:pt x="30" y="3063"/>
                  <a:pt x="23" y="3050"/>
                  <a:pt x="17" y="3037"/>
                </a:cubicBezTo>
                <a:cubicBezTo>
                  <a:pt x="11" y="3023"/>
                  <a:pt x="7" y="3009"/>
                  <a:pt x="4" y="2995"/>
                </a:cubicBezTo>
                <a:cubicBezTo>
                  <a:pt x="1" y="2980"/>
                  <a:pt x="0" y="2965"/>
                  <a:pt x="0" y="2951"/>
                </a:cubicBezTo>
                <a:close/>
              </a:path>
            </a:pathLst>
          </a:custGeom>
          <a:noFill/>
          <a:ln w="28440">
            <a:solidFill>
              <a:srgbClr val="ee4c2c"/>
            </a:solidFill>
            <a:miter/>
          </a:ln>
        </p:spPr>
        <p:txBody>
          <a:bodyPr lIns="14040" rIns="14040" t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6007680" y="3314880"/>
            <a:ext cx="1549368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444444"/>
                </a:solidFill>
                <a:effectLst/>
                <a:uFillTx/>
                <a:latin typeface="Courier New"/>
                <a:ea typeface="Courier New"/>
              </a:rPr>
              <a:t>RawFrame (YUV)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7819560" y="2799000"/>
            <a:ext cx="1961107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2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color convert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7924680" y="3260880"/>
            <a:ext cx="1729382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444444"/>
                </a:solidFill>
                <a:effectLst/>
                <a:uFillTx/>
                <a:latin typeface="Courier New"/>
                <a:ea typeface="Courier New"/>
              </a:rPr>
              <a:t>ColorConverter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10376640" y="2788920"/>
            <a:ext cx="412128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0" u="none" strike="noStrike">
                <a:solidFill>
                  <a:srgbClr val="888888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666720" y="4209840"/>
            <a:ext cx="1810080" cy="352800"/>
          </a:xfrm>
          <a:custGeom>
            <a:avLst/>
            <a:gdLst/>
            <a:ahLst/>
            <a:rect l="0" t="0" r="r" b="b"/>
            <a:pathLst>
              <a:path w="5028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869" y="0"/>
                </a:lnTo>
                <a:cubicBezTo>
                  <a:pt x="4879" y="0"/>
                  <a:pt x="4890" y="1"/>
                  <a:pt x="4900" y="3"/>
                </a:cubicBezTo>
                <a:cubicBezTo>
                  <a:pt x="4910" y="5"/>
                  <a:pt x="4920" y="8"/>
                  <a:pt x="4930" y="12"/>
                </a:cubicBezTo>
                <a:cubicBezTo>
                  <a:pt x="4939" y="16"/>
                  <a:pt x="4948" y="21"/>
                  <a:pt x="4957" y="27"/>
                </a:cubicBezTo>
                <a:cubicBezTo>
                  <a:pt x="4966" y="33"/>
                  <a:pt x="4974" y="39"/>
                  <a:pt x="4981" y="47"/>
                </a:cubicBezTo>
                <a:cubicBezTo>
                  <a:pt x="4989" y="54"/>
                  <a:pt x="4995" y="62"/>
                  <a:pt x="5001" y="71"/>
                </a:cubicBezTo>
                <a:cubicBezTo>
                  <a:pt x="5007" y="79"/>
                  <a:pt x="5012" y="88"/>
                  <a:pt x="5016" y="98"/>
                </a:cubicBezTo>
                <a:cubicBezTo>
                  <a:pt x="5020" y="108"/>
                  <a:pt x="5023" y="118"/>
                  <a:pt x="5025" y="128"/>
                </a:cubicBezTo>
                <a:cubicBezTo>
                  <a:pt x="5027" y="138"/>
                  <a:pt x="5028" y="148"/>
                  <a:pt x="5028" y="159"/>
                </a:cubicBezTo>
                <a:lnTo>
                  <a:pt x="5028" y="821"/>
                </a:lnTo>
                <a:cubicBezTo>
                  <a:pt x="5028" y="832"/>
                  <a:pt x="5027" y="842"/>
                  <a:pt x="5025" y="852"/>
                </a:cubicBezTo>
                <a:cubicBezTo>
                  <a:pt x="5023" y="862"/>
                  <a:pt x="5020" y="872"/>
                  <a:pt x="5016" y="882"/>
                </a:cubicBezTo>
                <a:cubicBezTo>
                  <a:pt x="5012" y="892"/>
                  <a:pt x="5007" y="901"/>
                  <a:pt x="5001" y="909"/>
                </a:cubicBezTo>
                <a:cubicBezTo>
                  <a:pt x="4995" y="918"/>
                  <a:pt x="4989" y="926"/>
                  <a:pt x="4981" y="934"/>
                </a:cubicBezTo>
                <a:cubicBezTo>
                  <a:pt x="4974" y="941"/>
                  <a:pt x="4966" y="947"/>
                  <a:pt x="4957" y="953"/>
                </a:cubicBezTo>
                <a:cubicBezTo>
                  <a:pt x="4948" y="959"/>
                  <a:pt x="4939" y="964"/>
                  <a:pt x="4930" y="968"/>
                </a:cubicBezTo>
                <a:cubicBezTo>
                  <a:pt x="4920" y="972"/>
                  <a:pt x="4910" y="975"/>
                  <a:pt x="4900" y="977"/>
                </a:cubicBezTo>
                <a:cubicBezTo>
                  <a:pt x="4890" y="979"/>
                  <a:pt x="4879" y="980"/>
                  <a:pt x="4869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1" y="947"/>
                  <a:pt x="53" y="941"/>
                  <a:pt x="46" y="934"/>
                </a:cubicBezTo>
                <a:cubicBezTo>
                  <a:pt x="39" y="926"/>
                  <a:pt x="32" y="918"/>
                  <a:pt x="26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0001520" y="3314880"/>
            <a:ext cx="1217721" cy="19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444444"/>
                </a:solidFill>
                <a:effectLst/>
                <a:uFillTx/>
                <a:latin typeface="Courier New"/>
                <a:ea typeface="Courier New"/>
              </a:rPr>
              <a:t>Frame (RGB)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757440" y="425700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666720" y="1866600"/>
            <a:ext cx="10858680" cy="381600"/>
          </a:xfrm>
          <a:custGeom>
            <a:avLst/>
            <a:gdLst/>
            <a:ahLst/>
            <a:rect l="0" t="0" r="r" b="b"/>
            <a:pathLst>
              <a:path w="30163" h="1060">
                <a:moveTo>
                  <a:pt x="30163" y="1060"/>
                </a:moveTo>
                <a:lnTo>
                  <a:pt x="0" y="1060"/>
                </a:lnTo>
                <a:lnTo>
                  <a:pt x="12832" y="0"/>
                </a:lnTo>
                <a:lnTo>
                  <a:pt x="17331" y="0"/>
                </a:lnTo>
                <a:lnTo>
                  <a:pt x="30163" y="1060"/>
                </a:ln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2480400" y="4206960"/>
            <a:ext cx="943073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runs all three stages in one call. The low-level APIs expose each of them.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880200" y="6397920"/>
            <a:ext cx="34642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Build your own decoding pipeline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671400" y="1842840"/>
            <a:ext cx="10849320" cy="2286360"/>
          </a:xfrm>
          <a:custGeom>
            <a:avLst/>
            <a:gdLst/>
            <a:ahLst/>
            <a:rect l="0" t="0" r="r" b="b"/>
            <a:pathLst>
              <a:path w="30137" h="6351">
                <a:moveTo>
                  <a:pt x="0" y="615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8"/>
                  <a:pt x="30096" y="78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6153"/>
                </a:lnTo>
                <a:cubicBezTo>
                  <a:pt x="30137" y="6166"/>
                  <a:pt x="30136" y="6179"/>
                  <a:pt x="30133" y="6191"/>
                </a:cubicBezTo>
                <a:cubicBezTo>
                  <a:pt x="30130" y="6204"/>
                  <a:pt x="30127" y="6217"/>
                  <a:pt x="30122" y="6229"/>
                </a:cubicBezTo>
                <a:cubicBezTo>
                  <a:pt x="30117" y="6241"/>
                  <a:pt x="30111" y="6252"/>
                  <a:pt x="30103" y="6263"/>
                </a:cubicBezTo>
                <a:cubicBezTo>
                  <a:pt x="30096" y="6274"/>
                  <a:pt x="30088" y="6284"/>
                  <a:pt x="30079" y="6293"/>
                </a:cubicBezTo>
                <a:cubicBezTo>
                  <a:pt x="30070" y="6302"/>
                  <a:pt x="30059" y="6311"/>
                  <a:pt x="30049" y="6318"/>
                </a:cubicBezTo>
                <a:cubicBezTo>
                  <a:pt x="30038" y="6325"/>
                  <a:pt x="30026" y="6331"/>
                  <a:pt x="30014" y="6336"/>
                </a:cubicBezTo>
                <a:cubicBezTo>
                  <a:pt x="30002" y="6341"/>
                  <a:pt x="29990" y="6345"/>
                  <a:pt x="29977" y="6347"/>
                </a:cubicBezTo>
                <a:cubicBezTo>
                  <a:pt x="29964" y="6350"/>
                  <a:pt x="29951" y="6351"/>
                  <a:pt x="29938" y="6351"/>
                </a:cubicBezTo>
                <a:lnTo>
                  <a:pt x="198" y="6351"/>
                </a:lnTo>
                <a:cubicBezTo>
                  <a:pt x="185" y="6351"/>
                  <a:pt x="172" y="6350"/>
                  <a:pt x="160" y="6347"/>
                </a:cubicBezTo>
                <a:cubicBezTo>
                  <a:pt x="147" y="6345"/>
                  <a:pt x="134" y="6341"/>
                  <a:pt x="122" y="6336"/>
                </a:cubicBezTo>
                <a:cubicBezTo>
                  <a:pt x="110" y="6331"/>
                  <a:pt x="99" y="6325"/>
                  <a:pt x="88" y="6318"/>
                </a:cubicBezTo>
                <a:cubicBezTo>
                  <a:pt x="77" y="6311"/>
                  <a:pt x="67" y="6302"/>
                  <a:pt x="58" y="6293"/>
                </a:cubicBezTo>
                <a:cubicBezTo>
                  <a:pt x="49" y="6284"/>
                  <a:pt x="40" y="6274"/>
                  <a:pt x="33" y="6263"/>
                </a:cubicBezTo>
                <a:cubicBezTo>
                  <a:pt x="26" y="6252"/>
                  <a:pt x="20" y="6241"/>
                  <a:pt x="15" y="6229"/>
                </a:cubicBezTo>
                <a:cubicBezTo>
                  <a:pt x="10" y="6217"/>
                  <a:pt x="6" y="6204"/>
                  <a:pt x="4" y="6191"/>
                </a:cubicBezTo>
                <a:cubicBezTo>
                  <a:pt x="1" y="6179"/>
                  <a:pt x="0" y="6166"/>
                  <a:pt x="0" y="61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671400" y="1842840"/>
            <a:ext cx="10849320" cy="2286360"/>
          </a:xfrm>
          <a:custGeom>
            <a:avLst/>
            <a:gdLst/>
            <a:ahLst/>
            <a:rect l="0" t="0" r="r" b="b"/>
            <a:pathLst>
              <a:path w="30137" h="6351">
                <a:moveTo>
                  <a:pt x="0" y="615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8"/>
                  <a:pt x="30096" y="78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6153"/>
                </a:lnTo>
                <a:cubicBezTo>
                  <a:pt x="30137" y="6166"/>
                  <a:pt x="30136" y="6179"/>
                  <a:pt x="30133" y="6191"/>
                </a:cubicBezTo>
                <a:cubicBezTo>
                  <a:pt x="30130" y="6204"/>
                  <a:pt x="30127" y="6217"/>
                  <a:pt x="30122" y="6229"/>
                </a:cubicBezTo>
                <a:cubicBezTo>
                  <a:pt x="30117" y="6241"/>
                  <a:pt x="30111" y="6252"/>
                  <a:pt x="30103" y="6263"/>
                </a:cubicBezTo>
                <a:cubicBezTo>
                  <a:pt x="30096" y="6274"/>
                  <a:pt x="30088" y="6284"/>
                  <a:pt x="30079" y="6293"/>
                </a:cubicBezTo>
                <a:cubicBezTo>
                  <a:pt x="30070" y="6302"/>
                  <a:pt x="30059" y="6311"/>
                  <a:pt x="30049" y="6318"/>
                </a:cubicBezTo>
                <a:cubicBezTo>
                  <a:pt x="30038" y="6325"/>
                  <a:pt x="30026" y="6331"/>
                  <a:pt x="30014" y="6336"/>
                </a:cubicBezTo>
                <a:cubicBezTo>
                  <a:pt x="30002" y="6341"/>
                  <a:pt x="29990" y="6345"/>
                  <a:pt x="29977" y="6347"/>
                </a:cubicBezTo>
                <a:cubicBezTo>
                  <a:pt x="29964" y="6350"/>
                  <a:pt x="29951" y="6351"/>
                  <a:pt x="29938" y="6351"/>
                </a:cubicBezTo>
                <a:lnTo>
                  <a:pt x="198" y="6351"/>
                </a:lnTo>
                <a:cubicBezTo>
                  <a:pt x="185" y="6351"/>
                  <a:pt x="172" y="6350"/>
                  <a:pt x="160" y="6347"/>
                </a:cubicBezTo>
                <a:cubicBezTo>
                  <a:pt x="147" y="6345"/>
                  <a:pt x="134" y="6341"/>
                  <a:pt x="122" y="6336"/>
                </a:cubicBezTo>
                <a:cubicBezTo>
                  <a:pt x="110" y="6331"/>
                  <a:pt x="99" y="6325"/>
                  <a:pt x="88" y="6318"/>
                </a:cubicBezTo>
                <a:cubicBezTo>
                  <a:pt x="77" y="6311"/>
                  <a:pt x="67" y="6302"/>
                  <a:pt x="58" y="6293"/>
                </a:cubicBezTo>
                <a:cubicBezTo>
                  <a:pt x="49" y="6284"/>
                  <a:pt x="40" y="6274"/>
                  <a:pt x="33" y="6263"/>
                </a:cubicBezTo>
                <a:cubicBezTo>
                  <a:pt x="26" y="6252"/>
                  <a:pt x="20" y="6241"/>
                  <a:pt x="15" y="6229"/>
                </a:cubicBezTo>
                <a:cubicBezTo>
                  <a:pt x="10" y="6217"/>
                  <a:pt x="6" y="6204"/>
                  <a:pt x="4" y="6191"/>
                </a:cubicBezTo>
                <a:cubicBezTo>
                  <a:pt x="1" y="6179"/>
                  <a:pt x="0" y="6166"/>
                  <a:pt x="0" y="61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666720" y="1122120"/>
            <a:ext cx="592259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Low-level APIs: the basic loop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828720" y="2003400"/>
            <a:ext cx="6791169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torchcodec.decoders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ColorConverter, Demuxer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828720" y="2441520"/>
            <a:ext cx="3704875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demuxer = Demuxer(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828720" y="2660760"/>
            <a:ext cx="6174144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packet_decoder = demuxer.streams[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].make_decoder()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828720" y="2879640"/>
            <a:ext cx="4198651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color_converter = ColorConverter()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828720" y="3317760"/>
            <a:ext cx="2716934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packet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in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demuxer: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28720" y="3537000"/>
            <a:ext cx="6297393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raw_frame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in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packet_decoder.decode(packet):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981000" y="44575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828720" y="3756240"/>
            <a:ext cx="6174144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    frame = color_converter.convert(raw_frame)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981000" y="49240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1200240" y="4330800"/>
            <a:ext cx="8343259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One object per stage: you control where and when each one runs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2352600" y="4800240"/>
            <a:ext cx="3857760" cy="343440"/>
          </a:xfrm>
          <a:custGeom>
            <a:avLst/>
            <a:gdLst/>
            <a:ahLst/>
            <a:rect l="0" t="0" r="r" b="b"/>
            <a:pathLst>
              <a:path w="10716" h="954">
                <a:moveTo>
                  <a:pt x="0" y="79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2"/>
                  <a:pt x="148" y="0"/>
                  <a:pt x="158" y="0"/>
                </a:cubicBezTo>
                <a:lnTo>
                  <a:pt x="10558" y="0"/>
                </a:lnTo>
                <a:cubicBezTo>
                  <a:pt x="10568" y="0"/>
                  <a:pt x="10578" y="2"/>
                  <a:pt x="10589" y="4"/>
                </a:cubicBezTo>
                <a:cubicBezTo>
                  <a:pt x="10599" y="6"/>
                  <a:pt x="10609" y="9"/>
                  <a:pt x="10618" y="13"/>
                </a:cubicBezTo>
                <a:cubicBezTo>
                  <a:pt x="10628" y="17"/>
                  <a:pt x="10637" y="21"/>
                  <a:pt x="10646" y="27"/>
                </a:cubicBezTo>
                <a:cubicBezTo>
                  <a:pt x="10654" y="33"/>
                  <a:pt x="10662" y="40"/>
                  <a:pt x="10670" y="47"/>
                </a:cubicBezTo>
                <a:cubicBezTo>
                  <a:pt x="10677" y="54"/>
                  <a:pt x="10684" y="62"/>
                  <a:pt x="10690" y="71"/>
                </a:cubicBezTo>
                <a:cubicBezTo>
                  <a:pt x="10695" y="80"/>
                  <a:pt x="10700" y="89"/>
                  <a:pt x="10704" y="98"/>
                </a:cubicBezTo>
                <a:cubicBezTo>
                  <a:pt x="10708" y="108"/>
                  <a:pt x="10711" y="118"/>
                  <a:pt x="10713" y="128"/>
                </a:cubicBezTo>
                <a:cubicBezTo>
                  <a:pt x="10715" y="139"/>
                  <a:pt x="10716" y="149"/>
                  <a:pt x="10716" y="159"/>
                </a:cubicBezTo>
                <a:lnTo>
                  <a:pt x="10716" y="795"/>
                </a:lnTo>
                <a:cubicBezTo>
                  <a:pt x="10716" y="806"/>
                  <a:pt x="10715" y="816"/>
                  <a:pt x="10713" y="826"/>
                </a:cubicBezTo>
                <a:cubicBezTo>
                  <a:pt x="10711" y="836"/>
                  <a:pt x="10708" y="846"/>
                  <a:pt x="10704" y="856"/>
                </a:cubicBezTo>
                <a:cubicBezTo>
                  <a:pt x="10700" y="866"/>
                  <a:pt x="10695" y="875"/>
                  <a:pt x="10690" y="883"/>
                </a:cubicBezTo>
                <a:cubicBezTo>
                  <a:pt x="10684" y="892"/>
                  <a:pt x="10677" y="900"/>
                  <a:pt x="10670" y="908"/>
                </a:cubicBezTo>
                <a:cubicBezTo>
                  <a:pt x="10662" y="915"/>
                  <a:pt x="10654" y="921"/>
                  <a:pt x="10646" y="927"/>
                </a:cubicBezTo>
                <a:cubicBezTo>
                  <a:pt x="10637" y="933"/>
                  <a:pt x="10628" y="938"/>
                  <a:pt x="10618" y="942"/>
                </a:cubicBezTo>
                <a:cubicBezTo>
                  <a:pt x="10609" y="946"/>
                  <a:pt x="10599" y="949"/>
                  <a:pt x="10589" y="951"/>
                </a:cubicBezTo>
                <a:cubicBezTo>
                  <a:pt x="10578" y="953"/>
                  <a:pt x="10568" y="954"/>
                  <a:pt x="10558" y="954"/>
                </a:cubicBezTo>
                <a:lnTo>
                  <a:pt x="158" y="954"/>
                </a:lnTo>
                <a:cubicBezTo>
                  <a:pt x="148" y="954"/>
                  <a:pt x="138" y="953"/>
                  <a:pt x="127" y="951"/>
                </a:cubicBezTo>
                <a:cubicBezTo>
                  <a:pt x="117" y="949"/>
                  <a:pt x="107" y="946"/>
                  <a:pt x="98" y="942"/>
                </a:cubicBezTo>
                <a:cubicBezTo>
                  <a:pt x="88" y="938"/>
                  <a:pt x="79" y="933"/>
                  <a:pt x="70" y="927"/>
                </a:cubicBezTo>
                <a:cubicBezTo>
                  <a:pt x="62" y="921"/>
                  <a:pt x="54" y="915"/>
                  <a:pt x="46" y="908"/>
                </a:cubicBezTo>
                <a:cubicBezTo>
                  <a:pt x="39" y="900"/>
                  <a:pt x="32" y="892"/>
                  <a:pt x="26" y="883"/>
                </a:cubicBezTo>
                <a:cubicBezTo>
                  <a:pt x="21" y="875"/>
                  <a:pt x="16" y="866"/>
                  <a:pt x="12" y="856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1200240" y="4797360"/>
            <a:ext cx="124921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On GPU: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2446920" y="4847400"/>
            <a:ext cx="3974313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make_decoder(device="cuda")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6800760" y="4800240"/>
            <a:ext cx="4124520" cy="343440"/>
          </a:xfrm>
          <a:custGeom>
            <a:avLst/>
            <a:gdLst/>
            <a:ahLst/>
            <a:rect l="0" t="0" r="r" b="b"/>
            <a:pathLst>
              <a:path w="11457" h="954">
                <a:moveTo>
                  <a:pt x="0" y="79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8" y="4"/>
                </a:cubicBezTo>
                <a:cubicBezTo>
                  <a:pt x="138" y="2"/>
                  <a:pt x="148" y="0"/>
                  <a:pt x="158" y="0"/>
                </a:cubicBezTo>
                <a:lnTo>
                  <a:pt x="11298" y="0"/>
                </a:lnTo>
                <a:cubicBezTo>
                  <a:pt x="11309" y="0"/>
                  <a:pt x="11319" y="2"/>
                  <a:pt x="11329" y="4"/>
                </a:cubicBezTo>
                <a:cubicBezTo>
                  <a:pt x="11340" y="6"/>
                  <a:pt x="11350" y="9"/>
                  <a:pt x="11359" y="13"/>
                </a:cubicBezTo>
                <a:cubicBezTo>
                  <a:pt x="11369" y="17"/>
                  <a:pt x="11378" y="21"/>
                  <a:pt x="11387" y="27"/>
                </a:cubicBezTo>
                <a:cubicBezTo>
                  <a:pt x="11395" y="33"/>
                  <a:pt x="11403" y="40"/>
                  <a:pt x="11411" y="47"/>
                </a:cubicBezTo>
                <a:cubicBezTo>
                  <a:pt x="11418" y="54"/>
                  <a:pt x="11425" y="62"/>
                  <a:pt x="11430" y="71"/>
                </a:cubicBezTo>
                <a:cubicBezTo>
                  <a:pt x="11436" y="80"/>
                  <a:pt x="11441" y="89"/>
                  <a:pt x="11445" y="98"/>
                </a:cubicBezTo>
                <a:cubicBezTo>
                  <a:pt x="11449" y="108"/>
                  <a:pt x="11452" y="118"/>
                  <a:pt x="11454" y="128"/>
                </a:cubicBezTo>
                <a:cubicBezTo>
                  <a:pt x="11456" y="139"/>
                  <a:pt x="11457" y="149"/>
                  <a:pt x="11457" y="159"/>
                </a:cubicBezTo>
                <a:lnTo>
                  <a:pt x="11457" y="795"/>
                </a:lnTo>
                <a:cubicBezTo>
                  <a:pt x="11457" y="806"/>
                  <a:pt x="11456" y="816"/>
                  <a:pt x="11454" y="826"/>
                </a:cubicBezTo>
                <a:cubicBezTo>
                  <a:pt x="11452" y="836"/>
                  <a:pt x="11449" y="846"/>
                  <a:pt x="11445" y="856"/>
                </a:cubicBezTo>
                <a:cubicBezTo>
                  <a:pt x="11441" y="866"/>
                  <a:pt x="11436" y="875"/>
                  <a:pt x="11430" y="883"/>
                </a:cubicBezTo>
                <a:cubicBezTo>
                  <a:pt x="11425" y="892"/>
                  <a:pt x="11418" y="900"/>
                  <a:pt x="11411" y="908"/>
                </a:cubicBezTo>
                <a:cubicBezTo>
                  <a:pt x="11403" y="915"/>
                  <a:pt x="11395" y="921"/>
                  <a:pt x="11387" y="927"/>
                </a:cubicBezTo>
                <a:cubicBezTo>
                  <a:pt x="11378" y="933"/>
                  <a:pt x="11369" y="938"/>
                  <a:pt x="11359" y="942"/>
                </a:cubicBezTo>
                <a:cubicBezTo>
                  <a:pt x="11350" y="946"/>
                  <a:pt x="11340" y="949"/>
                  <a:pt x="11329" y="951"/>
                </a:cubicBezTo>
                <a:cubicBezTo>
                  <a:pt x="11319" y="953"/>
                  <a:pt x="11309" y="954"/>
                  <a:pt x="11298" y="954"/>
                </a:cubicBezTo>
                <a:lnTo>
                  <a:pt x="158" y="954"/>
                </a:lnTo>
                <a:cubicBezTo>
                  <a:pt x="148" y="954"/>
                  <a:pt x="138" y="953"/>
                  <a:pt x="128" y="951"/>
                </a:cubicBezTo>
                <a:cubicBezTo>
                  <a:pt x="117" y="949"/>
                  <a:pt x="107" y="946"/>
                  <a:pt x="98" y="942"/>
                </a:cubicBezTo>
                <a:cubicBezTo>
                  <a:pt x="88" y="938"/>
                  <a:pt x="79" y="933"/>
                  <a:pt x="70" y="927"/>
                </a:cubicBezTo>
                <a:cubicBezTo>
                  <a:pt x="62" y="921"/>
                  <a:pt x="54" y="915"/>
                  <a:pt x="46" y="908"/>
                </a:cubicBezTo>
                <a:cubicBezTo>
                  <a:pt x="39" y="900"/>
                  <a:pt x="32" y="892"/>
                  <a:pt x="27" y="883"/>
                </a:cubicBezTo>
                <a:cubicBezTo>
                  <a:pt x="21" y="875"/>
                  <a:pt x="16" y="866"/>
                  <a:pt x="12" y="856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6210000" y="4797360"/>
            <a:ext cx="64152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and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981000" y="53910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6894000" y="4847400"/>
            <a:ext cx="4268635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ColorConverter(device="cuda")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1438200" y="5267160"/>
            <a:ext cx="1133640" cy="343080"/>
          </a:xfrm>
          <a:custGeom>
            <a:avLst/>
            <a:gdLst/>
            <a:ahLst/>
            <a:rect l="0" t="0" r="r" b="b"/>
            <a:pathLst>
              <a:path w="3149" h="953">
                <a:moveTo>
                  <a:pt x="0" y="795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90" y="0"/>
                </a:lnTo>
                <a:cubicBezTo>
                  <a:pt x="3001" y="0"/>
                  <a:pt x="3011" y="1"/>
                  <a:pt x="3021" y="3"/>
                </a:cubicBezTo>
                <a:cubicBezTo>
                  <a:pt x="3032" y="5"/>
                  <a:pt x="3042" y="8"/>
                  <a:pt x="3051" y="12"/>
                </a:cubicBezTo>
                <a:cubicBezTo>
                  <a:pt x="3061" y="16"/>
                  <a:pt x="3070" y="21"/>
                  <a:pt x="3079" y="27"/>
                </a:cubicBezTo>
                <a:cubicBezTo>
                  <a:pt x="3087" y="33"/>
                  <a:pt x="3095" y="39"/>
                  <a:pt x="3103" y="46"/>
                </a:cubicBezTo>
                <a:cubicBezTo>
                  <a:pt x="3110" y="54"/>
                  <a:pt x="3117" y="62"/>
                  <a:pt x="3122" y="71"/>
                </a:cubicBezTo>
                <a:cubicBezTo>
                  <a:pt x="3128" y="79"/>
                  <a:pt x="3133" y="88"/>
                  <a:pt x="3137" y="98"/>
                </a:cubicBezTo>
                <a:cubicBezTo>
                  <a:pt x="3141" y="108"/>
                  <a:pt x="3144" y="118"/>
                  <a:pt x="3146" y="129"/>
                </a:cubicBezTo>
                <a:cubicBezTo>
                  <a:pt x="3148" y="139"/>
                  <a:pt x="3149" y="149"/>
                  <a:pt x="3149" y="160"/>
                </a:cubicBezTo>
                <a:lnTo>
                  <a:pt x="3149" y="795"/>
                </a:lnTo>
                <a:cubicBezTo>
                  <a:pt x="3149" y="805"/>
                  <a:pt x="3148" y="815"/>
                  <a:pt x="3146" y="826"/>
                </a:cubicBezTo>
                <a:cubicBezTo>
                  <a:pt x="3144" y="836"/>
                  <a:pt x="3141" y="846"/>
                  <a:pt x="3137" y="855"/>
                </a:cubicBezTo>
                <a:cubicBezTo>
                  <a:pt x="3133" y="865"/>
                  <a:pt x="3128" y="874"/>
                  <a:pt x="3122" y="883"/>
                </a:cubicBezTo>
                <a:cubicBezTo>
                  <a:pt x="3117" y="892"/>
                  <a:pt x="3110" y="900"/>
                  <a:pt x="3103" y="907"/>
                </a:cubicBezTo>
                <a:cubicBezTo>
                  <a:pt x="3095" y="914"/>
                  <a:pt x="3087" y="921"/>
                  <a:pt x="3079" y="927"/>
                </a:cubicBezTo>
                <a:cubicBezTo>
                  <a:pt x="3070" y="932"/>
                  <a:pt x="3061" y="937"/>
                  <a:pt x="3051" y="941"/>
                </a:cubicBezTo>
                <a:cubicBezTo>
                  <a:pt x="3042" y="945"/>
                  <a:pt x="3032" y="948"/>
                  <a:pt x="3021" y="950"/>
                </a:cubicBezTo>
                <a:cubicBezTo>
                  <a:pt x="3011" y="952"/>
                  <a:pt x="3001" y="953"/>
                  <a:pt x="2990" y="953"/>
                </a:cubicBezTo>
                <a:lnTo>
                  <a:pt x="158" y="953"/>
                </a:lnTo>
                <a:cubicBezTo>
                  <a:pt x="148" y="953"/>
                  <a:pt x="138" y="952"/>
                  <a:pt x="127" y="950"/>
                </a:cubicBezTo>
                <a:cubicBezTo>
                  <a:pt x="117" y="948"/>
                  <a:pt x="107" y="945"/>
                  <a:pt x="98" y="941"/>
                </a:cubicBezTo>
                <a:cubicBezTo>
                  <a:pt x="88" y="937"/>
                  <a:pt x="79" y="932"/>
                  <a:pt x="70" y="927"/>
                </a:cubicBezTo>
                <a:cubicBezTo>
                  <a:pt x="62" y="921"/>
                  <a:pt x="54" y="914"/>
                  <a:pt x="46" y="907"/>
                </a:cubicBezTo>
                <a:cubicBezTo>
                  <a:pt x="39" y="900"/>
                  <a:pt x="32" y="892"/>
                  <a:pt x="26" y="883"/>
                </a:cubicBezTo>
                <a:cubicBezTo>
                  <a:pt x="21" y="874"/>
                  <a:pt x="16" y="865"/>
                  <a:pt x="12" y="855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5"/>
                  <a:pt x="0" y="805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1200240" y="5263920"/>
            <a:ext cx="28771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1528200" y="5314320"/>
            <a:ext cx="103109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Demuxer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2571120" y="5263920"/>
            <a:ext cx="8655076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can follow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several streams at once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audio + video in a single pass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880200" y="6397920"/>
            <a:ext cx="34642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Build your own decoding pipeline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671400" y="2852640"/>
            <a:ext cx="10849320" cy="2372040"/>
          </a:xfrm>
          <a:custGeom>
            <a:avLst/>
            <a:gdLst/>
            <a:ahLst/>
            <a:rect l="0" t="0" r="r" b="b"/>
            <a:pathLst>
              <a:path w="30137" h="6589">
                <a:moveTo>
                  <a:pt x="0" y="639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390"/>
                </a:lnTo>
                <a:cubicBezTo>
                  <a:pt x="30137" y="6403"/>
                  <a:pt x="30136" y="6416"/>
                  <a:pt x="30133" y="6429"/>
                </a:cubicBezTo>
                <a:cubicBezTo>
                  <a:pt x="30130" y="6442"/>
                  <a:pt x="30127" y="6454"/>
                  <a:pt x="30122" y="6466"/>
                </a:cubicBezTo>
                <a:cubicBezTo>
                  <a:pt x="30117" y="6478"/>
                  <a:pt x="30111" y="6490"/>
                  <a:pt x="30103" y="6501"/>
                </a:cubicBezTo>
                <a:cubicBezTo>
                  <a:pt x="30096" y="6512"/>
                  <a:pt x="30088" y="6522"/>
                  <a:pt x="30079" y="6531"/>
                </a:cubicBezTo>
                <a:cubicBezTo>
                  <a:pt x="30070" y="6540"/>
                  <a:pt x="30059" y="6548"/>
                  <a:pt x="30049" y="6555"/>
                </a:cubicBezTo>
                <a:cubicBezTo>
                  <a:pt x="30038" y="6563"/>
                  <a:pt x="30026" y="6569"/>
                  <a:pt x="30014" y="6574"/>
                </a:cubicBezTo>
                <a:cubicBezTo>
                  <a:pt x="30002" y="6579"/>
                  <a:pt x="29990" y="6583"/>
                  <a:pt x="29977" y="6585"/>
                </a:cubicBezTo>
                <a:cubicBezTo>
                  <a:pt x="29964" y="6588"/>
                  <a:pt x="29951" y="6589"/>
                  <a:pt x="29938" y="6589"/>
                </a:cubicBezTo>
                <a:lnTo>
                  <a:pt x="198" y="6589"/>
                </a:lnTo>
                <a:cubicBezTo>
                  <a:pt x="185" y="6589"/>
                  <a:pt x="172" y="6588"/>
                  <a:pt x="160" y="6585"/>
                </a:cubicBezTo>
                <a:cubicBezTo>
                  <a:pt x="147" y="6583"/>
                  <a:pt x="134" y="6579"/>
                  <a:pt x="122" y="6574"/>
                </a:cubicBezTo>
                <a:cubicBezTo>
                  <a:pt x="110" y="6569"/>
                  <a:pt x="99" y="6563"/>
                  <a:pt x="88" y="6555"/>
                </a:cubicBezTo>
                <a:cubicBezTo>
                  <a:pt x="77" y="6548"/>
                  <a:pt x="67" y="6540"/>
                  <a:pt x="58" y="6531"/>
                </a:cubicBezTo>
                <a:cubicBezTo>
                  <a:pt x="49" y="6522"/>
                  <a:pt x="40" y="6512"/>
                  <a:pt x="33" y="6501"/>
                </a:cubicBezTo>
                <a:cubicBezTo>
                  <a:pt x="26" y="6490"/>
                  <a:pt x="20" y="6478"/>
                  <a:pt x="15" y="6466"/>
                </a:cubicBezTo>
                <a:cubicBezTo>
                  <a:pt x="10" y="6454"/>
                  <a:pt x="6" y="6442"/>
                  <a:pt x="4" y="6429"/>
                </a:cubicBezTo>
                <a:cubicBezTo>
                  <a:pt x="1" y="6416"/>
                  <a:pt x="0" y="6403"/>
                  <a:pt x="0" y="639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671400" y="2852640"/>
            <a:ext cx="10849320" cy="2372040"/>
          </a:xfrm>
          <a:custGeom>
            <a:avLst/>
            <a:gdLst/>
            <a:ahLst/>
            <a:rect l="0" t="0" r="r" b="b"/>
            <a:pathLst>
              <a:path w="30137" h="6589">
                <a:moveTo>
                  <a:pt x="0" y="639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390"/>
                </a:lnTo>
                <a:cubicBezTo>
                  <a:pt x="30137" y="6403"/>
                  <a:pt x="30136" y="6416"/>
                  <a:pt x="30133" y="6429"/>
                </a:cubicBezTo>
                <a:cubicBezTo>
                  <a:pt x="30130" y="6442"/>
                  <a:pt x="30127" y="6454"/>
                  <a:pt x="30122" y="6466"/>
                </a:cubicBezTo>
                <a:cubicBezTo>
                  <a:pt x="30117" y="6478"/>
                  <a:pt x="30111" y="6490"/>
                  <a:pt x="30103" y="6501"/>
                </a:cubicBezTo>
                <a:cubicBezTo>
                  <a:pt x="30096" y="6512"/>
                  <a:pt x="30088" y="6522"/>
                  <a:pt x="30079" y="6531"/>
                </a:cubicBezTo>
                <a:cubicBezTo>
                  <a:pt x="30070" y="6540"/>
                  <a:pt x="30059" y="6548"/>
                  <a:pt x="30049" y="6555"/>
                </a:cubicBezTo>
                <a:cubicBezTo>
                  <a:pt x="30038" y="6563"/>
                  <a:pt x="30026" y="6569"/>
                  <a:pt x="30014" y="6574"/>
                </a:cubicBezTo>
                <a:cubicBezTo>
                  <a:pt x="30002" y="6579"/>
                  <a:pt x="29990" y="6583"/>
                  <a:pt x="29977" y="6585"/>
                </a:cubicBezTo>
                <a:cubicBezTo>
                  <a:pt x="29964" y="6588"/>
                  <a:pt x="29951" y="6589"/>
                  <a:pt x="29938" y="6589"/>
                </a:cubicBezTo>
                <a:lnTo>
                  <a:pt x="198" y="6589"/>
                </a:lnTo>
                <a:cubicBezTo>
                  <a:pt x="185" y="6589"/>
                  <a:pt x="172" y="6588"/>
                  <a:pt x="160" y="6585"/>
                </a:cubicBezTo>
                <a:cubicBezTo>
                  <a:pt x="147" y="6583"/>
                  <a:pt x="134" y="6579"/>
                  <a:pt x="122" y="6574"/>
                </a:cubicBezTo>
                <a:cubicBezTo>
                  <a:pt x="110" y="6569"/>
                  <a:pt x="99" y="6563"/>
                  <a:pt x="88" y="6555"/>
                </a:cubicBezTo>
                <a:cubicBezTo>
                  <a:pt x="77" y="6548"/>
                  <a:pt x="67" y="6540"/>
                  <a:pt x="58" y="6531"/>
                </a:cubicBezTo>
                <a:cubicBezTo>
                  <a:pt x="49" y="6522"/>
                  <a:pt x="40" y="6512"/>
                  <a:pt x="33" y="6501"/>
                </a:cubicBezTo>
                <a:cubicBezTo>
                  <a:pt x="26" y="6490"/>
                  <a:pt x="20" y="6478"/>
                  <a:pt x="15" y="6466"/>
                </a:cubicBezTo>
                <a:cubicBezTo>
                  <a:pt x="10" y="6454"/>
                  <a:pt x="6" y="6442"/>
                  <a:pt x="4" y="6429"/>
                </a:cubicBezTo>
                <a:cubicBezTo>
                  <a:pt x="1" y="6416"/>
                  <a:pt x="0" y="6403"/>
                  <a:pt x="0" y="639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66720" y="598320"/>
            <a:ext cx="9660513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Multi-stream decoding: audio + video in one pass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304776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304776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4466160" y="1340280"/>
            <a:ext cx="350503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Demuxer: interleaved packets from one file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356220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e3e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356220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320976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407664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4"/>
                  <a:pt x="1177" y="21"/>
                  <a:pt x="1187" y="31"/>
                </a:cubicBezTo>
                <a:cubicBezTo>
                  <a:pt x="1197" y="41"/>
                  <a:pt x="1204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4" y="902"/>
                  <a:pt x="1197" y="913"/>
                  <a:pt x="1187" y="923"/>
                </a:cubicBezTo>
                <a:cubicBezTo>
                  <a:pt x="1177" y="933"/>
                  <a:pt x="1165" y="940"/>
                  <a:pt x="1152" y="946"/>
                </a:cubicBezTo>
                <a:cubicBezTo>
                  <a:pt x="1139" y="951"/>
                  <a:pt x="1126" y="954"/>
                  <a:pt x="1112" y="954"/>
                </a:cubicBezTo>
                <a:lnTo>
                  <a:pt x="105" y="954"/>
                </a:lnTo>
                <a:cubicBezTo>
                  <a:pt x="91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2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407664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4"/>
                  <a:pt x="1177" y="21"/>
                  <a:pt x="1187" y="31"/>
                </a:cubicBezTo>
                <a:cubicBezTo>
                  <a:pt x="1197" y="41"/>
                  <a:pt x="1204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4" y="902"/>
                  <a:pt x="1197" y="913"/>
                  <a:pt x="1187" y="923"/>
                </a:cubicBezTo>
                <a:cubicBezTo>
                  <a:pt x="1177" y="933"/>
                  <a:pt x="1165" y="940"/>
                  <a:pt x="1152" y="946"/>
                </a:cubicBezTo>
                <a:cubicBezTo>
                  <a:pt x="1139" y="951"/>
                  <a:pt x="1126" y="954"/>
                  <a:pt x="1112" y="954"/>
                </a:cubicBezTo>
                <a:lnTo>
                  <a:pt x="105" y="954"/>
                </a:lnTo>
                <a:cubicBezTo>
                  <a:pt x="91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2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371952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459072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2" y="31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3"/>
                  <a:pt x="93" y="0"/>
                  <a:pt x="107" y="0"/>
                </a:cubicBezTo>
                <a:lnTo>
                  <a:pt x="1113" y="0"/>
                </a:lnTo>
                <a:cubicBezTo>
                  <a:pt x="1127" y="0"/>
                  <a:pt x="1140" y="3"/>
                  <a:pt x="1153" y="8"/>
                </a:cubicBezTo>
                <a:cubicBezTo>
                  <a:pt x="1166" y="14"/>
                  <a:pt x="1178" y="21"/>
                  <a:pt x="1188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8" y="923"/>
                </a:cubicBezTo>
                <a:cubicBezTo>
                  <a:pt x="1178" y="933"/>
                  <a:pt x="1166" y="940"/>
                  <a:pt x="1153" y="946"/>
                </a:cubicBezTo>
                <a:cubicBezTo>
                  <a:pt x="1140" y="951"/>
                  <a:pt x="1127" y="954"/>
                  <a:pt x="1113" y="954"/>
                </a:cubicBezTo>
                <a:lnTo>
                  <a:pt x="107" y="954"/>
                </a:lnTo>
                <a:cubicBezTo>
                  <a:pt x="93" y="954"/>
                  <a:pt x="80" y="951"/>
                  <a:pt x="67" y="946"/>
                </a:cubicBezTo>
                <a:cubicBezTo>
                  <a:pt x="54" y="940"/>
                  <a:pt x="42" y="933"/>
                  <a:pt x="32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459072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2" y="31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3"/>
                  <a:pt x="93" y="0"/>
                  <a:pt x="107" y="0"/>
                </a:cubicBezTo>
                <a:lnTo>
                  <a:pt x="1113" y="0"/>
                </a:lnTo>
                <a:cubicBezTo>
                  <a:pt x="1127" y="0"/>
                  <a:pt x="1140" y="3"/>
                  <a:pt x="1153" y="8"/>
                </a:cubicBezTo>
                <a:cubicBezTo>
                  <a:pt x="1166" y="14"/>
                  <a:pt x="1178" y="21"/>
                  <a:pt x="1188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8" y="923"/>
                </a:cubicBezTo>
                <a:cubicBezTo>
                  <a:pt x="1178" y="933"/>
                  <a:pt x="1166" y="940"/>
                  <a:pt x="1153" y="946"/>
                </a:cubicBezTo>
                <a:cubicBezTo>
                  <a:pt x="1140" y="951"/>
                  <a:pt x="1127" y="954"/>
                  <a:pt x="1113" y="954"/>
                </a:cubicBezTo>
                <a:lnTo>
                  <a:pt x="107" y="954"/>
                </a:lnTo>
                <a:cubicBezTo>
                  <a:pt x="93" y="954"/>
                  <a:pt x="80" y="951"/>
                  <a:pt x="67" y="946"/>
                </a:cubicBezTo>
                <a:cubicBezTo>
                  <a:pt x="54" y="940"/>
                  <a:pt x="42" y="933"/>
                  <a:pt x="32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423864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510516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e3e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510516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475272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561960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561960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526248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13404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4"/>
                  <a:pt x="1177" y="21"/>
                  <a:pt x="1187" y="31"/>
                </a:cubicBezTo>
                <a:cubicBezTo>
                  <a:pt x="1197" y="41"/>
                  <a:pt x="1204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4" y="902"/>
                  <a:pt x="1197" y="913"/>
                  <a:pt x="1187" y="923"/>
                </a:cubicBezTo>
                <a:cubicBezTo>
                  <a:pt x="1177" y="933"/>
                  <a:pt x="1165" y="940"/>
                  <a:pt x="1152" y="946"/>
                </a:cubicBezTo>
                <a:cubicBezTo>
                  <a:pt x="1139" y="951"/>
                  <a:pt x="1126" y="954"/>
                  <a:pt x="1112" y="954"/>
                </a:cubicBezTo>
                <a:lnTo>
                  <a:pt x="105" y="954"/>
                </a:lnTo>
                <a:cubicBezTo>
                  <a:pt x="91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2" y="876"/>
                  <a:pt x="0" y="862"/>
                  <a:pt x="0" y="848"/>
                </a:cubicBezTo>
                <a:close/>
              </a:path>
            </a:pathLst>
          </a:custGeom>
          <a:solidFill>
            <a:srgbClr val="e3e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13404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4"/>
                  <a:pt x="1177" y="21"/>
                  <a:pt x="1187" y="31"/>
                </a:cubicBezTo>
                <a:cubicBezTo>
                  <a:pt x="1197" y="41"/>
                  <a:pt x="1204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4" y="902"/>
                  <a:pt x="1197" y="913"/>
                  <a:pt x="1187" y="923"/>
                </a:cubicBezTo>
                <a:cubicBezTo>
                  <a:pt x="1177" y="933"/>
                  <a:pt x="1165" y="940"/>
                  <a:pt x="1152" y="946"/>
                </a:cubicBezTo>
                <a:cubicBezTo>
                  <a:pt x="1139" y="951"/>
                  <a:pt x="1126" y="954"/>
                  <a:pt x="1112" y="954"/>
                </a:cubicBezTo>
                <a:lnTo>
                  <a:pt x="105" y="954"/>
                </a:lnTo>
                <a:cubicBezTo>
                  <a:pt x="91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2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8160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64812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113" y="0"/>
                </a:lnTo>
                <a:cubicBezTo>
                  <a:pt x="1127" y="0"/>
                  <a:pt x="1140" y="3"/>
                  <a:pt x="1153" y="8"/>
                </a:cubicBezTo>
                <a:cubicBezTo>
                  <a:pt x="1166" y="14"/>
                  <a:pt x="1178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8" y="933"/>
                  <a:pt x="1166" y="940"/>
                  <a:pt x="1153" y="946"/>
                </a:cubicBezTo>
                <a:cubicBezTo>
                  <a:pt x="1140" y="951"/>
                  <a:pt x="1127" y="954"/>
                  <a:pt x="1113" y="954"/>
                </a:cubicBezTo>
                <a:lnTo>
                  <a:pt x="106" y="954"/>
                </a:lnTo>
                <a:cubicBezTo>
                  <a:pt x="92" y="954"/>
                  <a:pt x="79" y="951"/>
                  <a:pt x="66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64812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113" y="0"/>
                </a:lnTo>
                <a:cubicBezTo>
                  <a:pt x="1127" y="0"/>
                  <a:pt x="1140" y="3"/>
                  <a:pt x="1153" y="8"/>
                </a:cubicBezTo>
                <a:cubicBezTo>
                  <a:pt x="1166" y="14"/>
                  <a:pt x="1178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8" y="933"/>
                  <a:pt x="1166" y="940"/>
                  <a:pt x="1153" y="946"/>
                </a:cubicBezTo>
                <a:cubicBezTo>
                  <a:pt x="1140" y="951"/>
                  <a:pt x="1127" y="954"/>
                  <a:pt x="1113" y="954"/>
                </a:cubicBezTo>
                <a:lnTo>
                  <a:pt x="106" y="954"/>
                </a:lnTo>
                <a:cubicBezTo>
                  <a:pt x="92" y="954"/>
                  <a:pt x="79" y="951"/>
                  <a:pt x="66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29136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716256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716256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2" y="0"/>
                </a:lnTo>
                <a:cubicBezTo>
                  <a:pt x="1126" y="0"/>
                  <a:pt x="1140" y="3"/>
                  <a:pt x="1153" y="8"/>
                </a:cubicBezTo>
                <a:cubicBezTo>
                  <a:pt x="1166" y="14"/>
                  <a:pt x="1177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7" y="933"/>
                  <a:pt x="1166" y="940"/>
                  <a:pt x="1153" y="946"/>
                </a:cubicBezTo>
                <a:cubicBezTo>
                  <a:pt x="1140" y="951"/>
                  <a:pt x="1126" y="954"/>
                  <a:pt x="1112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81012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767700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1" y="0"/>
                </a:lnTo>
                <a:cubicBezTo>
                  <a:pt x="1125" y="0"/>
                  <a:pt x="1139" y="3"/>
                  <a:pt x="1152" y="8"/>
                </a:cubicBezTo>
                <a:cubicBezTo>
                  <a:pt x="1165" y="14"/>
                  <a:pt x="1176" y="21"/>
                  <a:pt x="1186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5" y="902"/>
                  <a:pt x="1197" y="913"/>
                  <a:pt x="1186" y="923"/>
                </a:cubicBezTo>
                <a:cubicBezTo>
                  <a:pt x="1176" y="933"/>
                  <a:pt x="1165" y="940"/>
                  <a:pt x="1152" y="946"/>
                </a:cubicBezTo>
                <a:cubicBezTo>
                  <a:pt x="1139" y="951"/>
                  <a:pt x="1125" y="954"/>
                  <a:pt x="1111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e3e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767700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111" y="0"/>
                </a:lnTo>
                <a:cubicBezTo>
                  <a:pt x="1125" y="0"/>
                  <a:pt x="1139" y="3"/>
                  <a:pt x="1152" y="8"/>
                </a:cubicBezTo>
                <a:cubicBezTo>
                  <a:pt x="1165" y="14"/>
                  <a:pt x="1176" y="21"/>
                  <a:pt x="1186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5" y="902"/>
                  <a:pt x="1197" y="913"/>
                  <a:pt x="1186" y="923"/>
                </a:cubicBezTo>
                <a:cubicBezTo>
                  <a:pt x="1176" y="933"/>
                  <a:pt x="1165" y="940"/>
                  <a:pt x="1152" y="946"/>
                </a:cubicBezTo>
                <a:cubicBezTo>
                  <a:pt x="1139" y="951"/>
                  <a:pt x="1125" y="954"/>
                  <a:pt x="1111" y="954"/>
                </a:cubicBezTo>
                <a:lnTo>
                  <a:pt x="106" y="954"/>
                </a:lnTo>
                <a:cubicBezTo>
                  <a:pt x="92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732456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819144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4"/>
                  <a:pt x="1177" y="21"/>
                  <a:pt x="1187" y="31"/>
                </a:cubicBezTo>
                <a:cubicBezTo>
                  <a:pt x="1197" y="41"/>
                  <a:pt x="1204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4" y="902"/>
                  <a:pt x="1197" y="913"/>
                  <a:pt x="1187" y="923"/>
                </a:cubicBezTo>
                <a:cubicBezTo>
                  <a:pt x="1177" y="933"/>
                  <a:pt x="1165" y="940"/>
                  <a:pt x="1152" y="946"/>
                </a:cubicBezTo>
                <a:cubicBezTo>
                  <a:pt x="1139" y="951"/>
                  <a:pt x="1126" y="954"/>
                  <a:pt x="1112" y="954"/>
                </a:cubicBezTo>
                <a:lnTo>
                  <a:pt x="105" y="954"/>
                </a:lnTo>
                <a:cubicBezTo>
                  <a:pt x="91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2" y="876"/>
                  <a:pt x="0" y="862"/>
                  <a:pt x="0" y="848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819144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12" y="0"/>
                </a:lnTo>
                <a:cubicBezTo>
                  <a:pt x="1126" y="0"/>
                  <a:pt x="1139" y="3"/>
                  <a:pt x="1152" y="8"/>
                </a:cubicBezTo>
                <a:cubicBezTo>
                  <a:pt x="1165" y="14"/>
                  <a:pt x="1177" y="21"/>
                  <a:pt x="1187" y="31"/>
                </a:cubicBezTo>
                <a:cubicBezTo>
                  <a:pt x="1197" y="41"/>
                  <a:pt x="1204" y="53"/>
                  <a:pt x="1210" y="66"/>
                </a:cubicBezTo>
                <a:cubicBezTo>
                  <a:pt x="1215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5" y="876"/>
                  <a:pt x="1210" y="889"/>
                </a:cubicBezTo>
                <a:cubicBezTo>
                  <a:pt x="1204" y="902"/>
                  <a:pt x="1197" y="913"/>
                  <a:pt x="1187" y="923"/>
                </a:cubicBezTo>
                <a:cubicBezTo>
                  <a:pt x="1177" y="933"/>
                  <a:pt x="1165" y="940"/>
                  <a:pt x="1152" y="946"/>
                </a:cubicBezTo>
                <a:cubicBezTo>
                  <a:pt x="1139" y="951"/>
                  <a:pt x="1126" y="954"/>
                  <a:pt x="1112" y="954"/>
                </a:cubicBezTo>
                <a:lnTo>
                  <a:pt x="105" y="954"/>
                </a:lnTo>
                <a:cubicBezTo>
                  <a:pt x="91" y="954"/>
                  <a:pt x="78" y="951"/>
                  <a:pt x="65" y="946"/>
                </a:cubicBezTo>
                <a:cubicBezTo>
                  <a:pt x="52" y="940"/>
                  <a:pt x="41" y="933"/>
                  <a:pt x="31" y="923"/>
                </a:cubicBezTo>
                <a:cubicBezTo>
                  <a:pt x="21" y="913"/>
                  <a:pt x="13" y="902"/>
                  <a:pt x="8" y="889"/>
                </a:cubicBezTo>
                <a:cubicBezTo>
                  <a:pt x="2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783432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870552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113" y="0"/>
                </a:lnTo>
                <a:cubicBezTo>
                  <a:pt x="1127" y="0"/>
                  <a:pt x="1140" y="3"/>
                  <a:pt x="1153" y="8"/>
                </a:cubicBezTo>
                <a:cubicBezTo>
                  <a:pt x="1166" y="14"/>
                  <a:pt x="1178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8" y="933"/>
                  <a:pt x="1166" y="940"/>
                  <a:pt x="1153" y="946"/>
                </a:cubicBezTo>
                <a:cubicBezTo>
                  <a:pt x="1140" y="951"/>
                  <a:pt x="1127" y="954"/>
                  <a:pt x="1113" y="954"/>
                </a:cubicBezTo>
                <a:lnTo>
                  <a:pt x="106" y="954"/>
                </a:lnTo>
                <a:cubicBezTo>
                  <a:pt x="92" y="954"/>
                  <a:pt x="79" y="951"/>
                  <a:pt x="66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solidFill>
            <a:srgbClr val="e3e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8705520" y="1618920"/>
            <a:ext cx="438480" cy="343440"/>
          </a:xfrm>
          <a:custGeom>
            <a:avLst/>
            <a:gdLst/>
            <a:ahLst/>
            <a:rect l="0" t="0" r="r" b="b"/>
            <a:pathLst>
              <a:path w="1218" h="954">
                <a:moveTo>
                  <a:pt x="0" y="848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113" y="0"/>
                </a:lnTo>
                <a:cubicBezTo>
                  <a:pt x="1127" y="0"/>
                  <a:pt x="1140" y="3"/>
                  <a:pt x="1153" y="8"/>
                </a:cubicBezTo>
                <a:cubicBezTo>
                  <a:pt x="1166" y="14"/>
                  <a:pt x="1178" y="21"/>
                  <a:pt x="1187" y="31"/>
                </a:cubicBezTo>
                <a:cubicBezTo>
                  <a:pt x="1197" y="41"/>
                  <a:pt x="1205" y="53"/>
                  <a:pt x="1210" y="66"/>
                </a:cubicBezTo>
                <a:cubicBezTo>
                  <a:pt x="1216" y="79"/>
                  <a:pt x="1218" y="92"/>
                  <a:pt x="1218" y="106"/>
                </a:cubicBezTo>
                <a:lnTo>
                  <a:pt x="1218" y="848"/>
                </a:lnTo>
                <a:cubicBezTo>
                  <a:pt x="1218" y="862"/>
                  <a:pt x="1216" y="876"/>
                  <a:pt x="1210" y="889"/>
                </a:cubicBezTo>
                <a:cubicBezTo>
                  <a:pt x="1205" y="902"/>
                  <a:pt x="1197" y="913"/>
                  <a:pt x="1187" y="923"/>
                </a:cubicBezTo>
                <a:cubicBezTo>
                  <a:pt x="1178" y="933"/>
                  <a:pt x="1166" y="940"/>
                  <a:pt x="1153" y="946"/>
                </a:cubicBezTo>
                <a:cubicBezTo>
                  <a:pt x="1140" y="951"/>
                  <a:pt x="1127" y="954"/>
                  <a:pt x="1113" y="954"/>
                </a:cubicBezTo>
                <a:lnTo>
                  <a:pt x="106" y="954"/>
                </a:lnTo>
                <a:cubicBezTo>
                  <a:pt x="92" y="954"/>
                  <a:pt x="79" y="951"/>
                  <a:pt x="66" y="946"/>
                </a:cubicBezTo>
                <a:cubicBezTo>
                  <a:pt x="53" y="940"/>
                  <a:pt x="41" y="933"/>
                  <a:pt x="31" y="923"/>
                </a:cubicBezTo>
                <a:cubicBezTo>
                  <a:pt x="21" y="913"/>
                  <a:pt x="14" y="902"/>
                  <a:pt x="8" y="889"/>
                </a:cubicBezTo>
                <a:cubicBezTo>
                  <a:pt x="3" y="876"/>
                  <a:pt x="0" y="862"/>
                  <a:pt x="0" y="848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835344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8862840" y="1683000"/>
            <a:ext cx="1846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2752200" y="2035440"/>
            <a:ext cx="1271376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↓ video packets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676080" y="2314440"/>
            <a:ext cx="5334480" cy="447840"/>
          </a:xfrm>
          <a:custGeom>
            <a:avLst/>
            <a:gdLst/>
            <a:ahLst/>
            <a:rect l="0" t="0" r="r" b="b"/>
            <a:pathLst>
              <a:path w="14818" h="1244">
                <a:moveTo>
                  <a:pt x="0" y="1006"/>
                </a:moveTo>
                <a:lnTo>
                  <a:pt x="0" y="238"/>
                </a:ln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14580" y="0"/>
                </a:lnTo>
                <a:cubicBezTo>
                  <a:pt x="14595" y="0"/>
                  <a:pt x="14611" y="1"/>
                  <a:pt x="14626" y="4"/>
                </a:cubicBezTo>
                <a:cubicBezTo>
                  <a:pt x="14641" y="8"/>
                  <a:pt x="14656" y="12"/>
                  <a:pt x="14671" y="18"/>
                </a:cubicBezTo>
                <a:cubicBezTo>
                  <a:pt x="14685" y="24"/>
                  <a:pt x="14699" y="31"/>
                  <a:pt x="14712" y="40"/>
                </a:cubicBezTo>
                <a:cubicBezTo>
                  <a:pt x="14725" y="49"/>
                  <a:pt x="14737" y="59"/>
                  <a:pt x="14748" y="70"/>
                </a:cubicBezTo>
                <a:cubicBezTo>
                  <a:pt x="14759" y="81"/>
                  <a:pt x="14769" y="93"/>
                  <a:pt x="14778" y="106"/>
                </a:cubicBezTo>
                <a:cubicBezTo>
                  <a:pt x="14786" y="119"/>
                  <a:pt x="14794" y="132"/>
                  <a:pt x="14800" y="147"/>
                </a:cubicBezTo>
                <a:cubicBezTo>
                  <a:pt x="14806" y="161"/>
                  <a:pt x="14810" y="176"/>
                  <a:pt x="14813" y="192"/>
                </a:cubicBezTo>
                <a:cubicBezTo>
                  <a:pt x="14816" y="207"/>
                  <a:pt x="14818" y="222"/>
                  <a:pt x="14818" y="238"/>
                </a:cubicBezTo>
                <a:lnTo>
                  <a:pt x="14818" y="1006"/>
                </a:lnTo>
                <a:cubicBezTo>
                  <a:pt x="14818" y="1022"/>
                  <a:pt x="14816" y="1037"/>
                  <a:pt x="14813" y="1053"/>
                </a:cubicBezTo>
                <a:cubicBezTo>
                  <a:pt x="14810" y="1068"/>
                  <a:pt x="14806" y="1083"/>
                  <a:pt x="14800" y="1097"/>
                </a:cubicBezTo>
                <a:cubicBezTo>
                  <a:pt x="14794" y="1112"/>
                  <a:pt x="14786" y="1126"/>
                  <a:pt x="14778" y="1139"/>
                </a:cubicBezTo>
                <a:cubicBezTo>
                  <a:pt x="14769" y="1152"/>
                  <a:pt x="14759" y="1164"/>
                  <a:pt x="14748" y="1175"/>
                </a:cubicBezTo>
                <a:cubicBezTo>
                  <a:pt x="14737" y="1186"/>
                  <a:pt x="14725" y="1196"/>
                  <a:pt x="14712" y="1204"/>
                </a:cubicBezTo>
                <a:cubicBezTo>
                  <a:pt x="14699" y="1213"/>
                  <a:pt x="14685" y="1220"/>
                  <a:pt x="14671" y="1226"/>
                </a:cubicBezTo>
                <a:cubicBezTo>
                  <a:pt x="14656" y="1232"/>
                  <a:pt x="14641" y="1237"/>
                  <a:pt x="14626" y="1240"/>
                </a:cubicBezTo>
                <a:cubicBezTo>
                  <a:pt x="14611" y="1243"/>
                  <a:pt x="14595" y="1244"/>
                  <a:pt x="14580" y="1244"/>
                </a:cubicBezTo>
                <a:lnTo>
                  <a:pt x="238" y="1244"/>
                </a:lnTo>
                <a:cubicBezTo>
                  <a:pt x="223" y="1244"/>
                  <a:pt x="207" y="1243"/>
                  <a:pt x="192" y="1240"/>
                </a:cubicBezTo>
                <a:cubicBezTo>
                  <a:pt x="176" y="1237"/>
                  <a:pt x="161" y="1232"/>
                  <a:pt x="147" y="1226"/>
                </a:cubicBezTo>
                <a:cubicBezTo>
                  <a:pt x="133" y="1220"/>
                  <a:pt x="119" y="1213"/>
                  <a:pt x="106" y="1204"/>
                </a:cubicBezTo>
                <a:cubicBezTo>
                  <a:pt x="93" y="1196"/>
                  <a:pt x="81" y="1186"/>
                  <a:pt x="70" y="1175"/>
                </a:cubicBezTo>
                <a:cubicBezTo>
                  <a:pt x="59" y="1164"/>
                  <a:pt x="49" y="1152"/>
                  <a:pt x="40" y="1139"/>
                </a:cubicBezTo>
                <a:cubicBezTo>
                  <a:pt x="31" y="1126"/>
                  <a:pt x="24" y="1112"/>
                  <a:pt x="18" y="1097"/>
                </a:cubicBezTo>
                <a:cubicBezTo>
                  <a:pt x="12" y="1083"/>
                  <a:pt x="8" y="1068"/>
                  <a:pt x="5" y="1053"/>
                </a:cubicBezTo>
                <a:cubicBezTo>
                  <a:pt x="2" y="1037"/>
                  <a:pt x="0" y="1022"/>
                  <a:pt x="0" y="1006"/>
                </a:cubicBezTo>
                <a:close/>
              </a:path>
            </a:pathLst>
          </a:custGeom>
          <a:solidFill>
            <a:srgbClr val="fff7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676080" y="2314440"/>
            <a:ext cx="5334480" cy="447840"/>
          </a:xfrm>
          <a:custGeom>
            <a:avLst/>
            <a:gdLst/>
            <a:ahLst/>
            <a:rect l="0" t="0" r="r" b="b"/>
            <a:pathLst>
              <a:path w="14818" h="1244">
                <a:moveTo>
                  <a:pt x="0" y="1006"/>
                </a:moveTo>
                <a:lnTo>
                  <a:pt x="0" y="238"/>
                </a:ln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14580" y="0"/>
                </a:lnTo>
                <a:cubicBezTo>
                  <a:pt x="14595" y="0"/>
                  <a:pt x="14611" y="1"/>
                  <a:pt x="14626" y="4"/>
                </a:cubicBezTo>
                <a:cubicBezTo>
                  <a:pt x="14641" y="8"/>
                  <a:pt x="14656" y="12"/>
                  <a:pt x="14671" y="18"/>
                </a:cubicBezTo>
                <a:cubicBezTo>
                  <a:pt x="14685" y="24"/>
                  <a:pt x="14699" y="31"/>
                  <a:pt x="14712" y="40"/>
                </a:cubicBezTo>
                <a:cubicBezTo>
                  <a:pt x="14725" y="49"/>
                  <a:pt x="14737" y="59"/>
                  <a:pt x="14748" y="70"/>
                </a:cubicBezTo>
                <a:cubicBezTo>
                  <a:pt x="14759" y="81"/>
                  <a:pt x="14769" y="93"/>
                  <a:pt x="14778" y="106"/>
                </a:cubicBezTo>
                <a:cubicBezTo>
                  <a:pt x="14786" y="119"/>
                  <a:pt x="14794" y="132"/>
                  <a:pt x="14800" y="147"/>
                </a:cubicBezTo>
                <a:cubicBezTo>
                  <a:pt x="14806" y="161"/>
                  <a:pt x="14810" y="176"/>
                  <a:pt x="14813" y="192"/>
                </a:cubicBezTo>
                <a:cubicBezTo>
                  <a:pt x="14816" y="207"/>
                  <a:pt x="14818" y="222"/>
                  <a:pt x="14818" y="238"/>
                </a:cubicBezTo>
                <a:lnTo>
                  <a:pt x="14818" y="1006"/>
                </a:lnTo>
                <a:cubicBezTo>
                  <a:pt x="14818" y="1022"/>
                  <a:pt x="14816" y="1037"/>
                  <a:pt x="14813" y="1053"/>
                </a:cubicBezTo>
                <a:cubicBezTo>
                  <a:pt x="14810" y="1068"/>
                  <a:pt x="14806" y="1083"/>
                  <a:pt x="14800" y="1097"/>
                </a:cubicBezTo>
                <a:cubicBezTo>
                  <a:pt x="14794" y="1112"/>
                  <a:pt x="14786" y="1126"/>
                  <a:pt x="14778" y="1139"/>
                </a:cubicBezTo>
                <a:cubicBezTo>
                  <a:pt x="14769" y="1152"/>
                  <a:pt x="14759" y="1164"/>
                  <a:pt x="14748" y="1175"/>
                </a:cubicBezTo>
                <a:cubicBezTo>
                  <a:pt x="14737" y="1186"/>
                  <a:pt x="14725" y="1196"/>
                  <a:pt x="14712" y="1204"/>
                </a:cubicBezTo>
                <a:cubicBezTo>
                  <a:pt x="14699" y="1213"/>
                  <a:pt x="14685" y="1220"/>
                  <a:pt x="14671" y="1226"/>
                </a:cubicBezTo>
                <a:cubicBezTo>
                  <a:pt x="14656" y="1232"/>
                  <a:pt x="14641" y="1237"/>
                  <a:pt x="14626" y="1240"/>
                </a:cubicBezTo>
                <a:cubicBezTo>
                  <a:pt x="14611" y="1243"/>
                  <a:pt x="14595" y="1244"/>
                  <a:pt x="14580" y="1244"/>
                </a:cubicBezTo>
                <a:lnTo>
                  <a:pt x="238" y="1244"/>
                </a:lnTo>
                <a:cubicBezTo>
                  <a:pt x="223" y="1244"/>
                  <a:pt x="207" y="1243"/>
                  <a:pt x="192" y="1240"/>
                </a:cubicBezTo>
                <a:cubicBezTo>
                  <a:pt x="176" y="1237"/>
                  <a:pt x="161" y="1232"/>
                  <a:pt x="147" y="1226"/>
                </a:cubicBezTo>
                <a:cubicBezTo>
                  <a:pt x="133" y="1220"/>
                  <a:pt x="119" y="1213"/>
                  <a:pt x="106" y="1204"/>
                </a:cubicBezTo>
                <a:cubicBezTo>
                  <a:pt x="93" y="1196"/>
                  <a:pt x="81" y="1186"/>
                  <a:pt x="70" y="1175"/>
                </a:cubicBezTo>
                <a:cubicBezTo>
                  <a:pt x="59" y="1164"/>
                  <a:pt x="49" y="1152"/>
                  <a:pt x="40" y="1139"/>
                </a:cubicBezTo>
                <a:cubicBezTo>
                  <a:pt x="31" y="1126"/>
                  <a:pt x="24" y="1112"/>
                  <a:pt x="18" y="1097"/>
                </a:cubicBezTo>
                <a:cubicBezTo>
                  <a:pt x="12" y="1083"/>
                  <a:pt x="8" y="1068"/>
                  <a:pt x="5" y="1053"/>
                </a:cubicBezTo>
                <a:cubicBezTo>
                  <a:pt x="2" y="1037"/>
                  <a:pt x="0" y="1022"/>
                  <a:pt x="0" y="1006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8253000" y="2035440"/>
            <a:ext cx="1281873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↓ audio packets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6181560" y="2314440"/>
            <a:ext cx="5334480" cy="447840"/>
          </a:xfrm>
          <a:custGeom>
            <a:avLst/>
            <a:gdLst/>
            <a:ahLst/>
            <a:rect l="0" t="0" r="r" b="b"/>
            <a:pathLst>
              <a:path w="14818" h="1244">
                <a:moveTo>
                  <a:pt x="0" y="1006"/>
                </a:moveTo>
                <a:lnTo>
                  <a:pt x="0" y="238"/>
                </a:lnTo>
                <a:cubicBezTo>
                  <a:pt x="0" y="222"/>
                  <a:pt x="1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4579" y="0"/>
                </a:lnTo>
                <a:cubicBezTo>
                  <a:pt x="14595" y="0"/>
                  <a:pt x="14611" y="1"/>
                  <a:pt x="14626" y="4"/>
                </a:cubicBezTo>
                <a:cubicBezTo>
                  <a:pt x="14641" y="8"/>
                  <a:pt x="14656" y="12"/>
                  <a:pt x="14671" y="18"/>
                </a:cubicBezTo>
                <a:cubicBezTo>
                  <a:pt x="14685" y="24"/>
                  <a:pt x="14699" y="31"/>
                  <a:pt x="14712" y="40"/>
                </a:cubicBezTo>
                <a:cubicBezTo>
                  <a:pt x="14725" y="49"/>
                  <a:pt x="14737" y="59"/>
                  <a:pt x="14748" y="70"/>
                </a:cubicBezTo>
                <a:cubicBezTo>
                  <a:pt x="14759" y="81"/>
                  <a:pt x="14769" y="93"/>
                  <a:pt x="14777" y="106"/>
                </a:cubicBezTo>
                <a:cubicBezTo>
                  <a:pt x="14786" y="119"/>
                  <a:pt x="14794" y="132"/>
                  <a:pt x="14799" y="147"/>
                </a:cubicBezTo>
                <a:cubicBezTo>
                  <a:pt x="14805" y="161"/>
                  <a:pt x="14810" y="176"/>
                  <a:pt x="14813" y="192"/>
                </a:cubicBezTo>
                <a:cubicBezTo>
                  <a:pt x="14816" y="207"/>
                  <a:pt x="14818" y="222"/>
                  <a:pt x="14818" y="238"/>
                </a:cubicBezTo>
                <a:lnTo>
                  <a:pt x="14818" y="1006"/>
                </a:lnTo>
                <a:cubicBezTo>
                  <a:pt x="14818" y="1022"/>
                  <a:pt x="14816" y="1037"/>
                  <a:pt x="14813" y="1053"/>
                </a:cubicBezTo>
                <a:cubicBezTo>
                  <a:pt x="14810" y="1068"/>
                  <a:pt x="14805" y="1083"/>
                  <a:pt x="14799" y="1097"/>
                </a:cubicBezTo>
                <a:cubicBezTo>
                  <a:pt x="14794" y="1112"/>
                  <a:pt x="14786" y="1126"/>
                  <a:pt x="14777" y="1139"/>
                </a:cubicBezTo>
                <a:cubicBezTo>
                  <a:pt x="14769" y="1152"/>
                  <a:pt x="14759" y="1164"/>
                  <a:pt x="14748" y="1175"/>
                </a:cubicBezTo>
                <a:cubicBezTo>
                  <a:pt x="14737" y="1186"/>
                  <a:pt x="14725" y="1196"/>
                  <a:pt x="14712" y="1204"/>
                </a:cubicBezTo>
                <a:cubicBezTo>
                  <a:pt x="14699" y="1213"/>
                  <a:pt x="14685" y="1220"/>
                  <a:pt x="14671" y="1226"/>
                </a:cubicBezTo>
                <a:cubicBezTo>
                  <a:pt x="14656" y="1232"/>
                  <a:pt x="14641" y="1237"/>
                  <a:pt x="14626" y="1240"/>
                </a:cubicBezTo>
                <a:cubicBezTo>
                  <a:pt x="14611" y="1243"/>
                  <a:pt x="14595" y="1244"/>
                  <a:pt x="14579" y="1244"/>
                </a:cubicBezTo>
                <a:lnTo>
                  <a:pt x="238" y="1244"/>
                </a:lnTo>
                <a:cubicBezTo>
                  <a:pt x="222" y="1244"/>
                  <a:pt x="207" y="1243"/>
                  <a:pt x="192" y="1240"/>
                </a:cubicBezTo>
                <a:cubicBezTo>
                  <a:pt x="176" y="1237"/>
                  <a:pt x="161" y="1232"/>
                  <a:pt x="147" y="1226"/>
                </a:cubicBezTo>
                <a:cubicBezTo>
                  <a:pt x="133" y="1220"/>
                  <a:pt x="119" y="1213"/>
                  <a:pt x="106" y="1204"/>
                </a:cubicBezTo>
                <a:cubicBezTo>
                  <a:pt x="93" y="1196"/>
                  <a:pt x="81" y="1186"/>
                  <a:pt x="70" y="1175"/>
                </a:cubicBezTo>
                <a:cubicBezTo>
                  <a:pt x="59" y="1164"/>
                  <a:pt x="49" y="1152"/>
                  <a:pt x="40" y="1139"/>
                </a:cubicBezTo>
                <a:cubicBezTo>
                  <a:pt x="31" y="1126"/>
                  <a:pt x="24" y="1112"/>
                  <a:pt x="18" y="1097"/>
                </a:cubicBezTo>
                <a:cubicBezTo>
                  <a:pt x="12" y="1083"/>
                  <a:pt x="8" y="1068"/>
                  <a:pt x="5" y="1053"/>
                </a:cubicBezTo>
                <a:cubicBezTo>
                  <a:pt x="1" y="1037"/>
                  <a:pt x="0" y="1022"/>
                  <a:pt x="0" y="1006"/>
                </a:cubicBezTo>
                <a:close/>
              </a:path>
            </a:pathLst>
          </a:custGeom>
          <a:solidFill>
            <a:srgbClr val="f4f7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6181560" y="2314440"/>
            <a:ext cx="5334480" cy="447840"/>
          </a:xfrm>
          <a:custGeom>
            <a:avLst/>
            <a:gdLst/>
            <a:ahLst/>
            <a:rect l="0" t="0" r="r" b="b"/>
            <a:pathLst>
              <a:path w="14818" h="1244">
                <a:moveTo>
                  <a:pt x="0" y="1006"/>
                </a:moveTo>
                <a:lnTo>
                  <a:pt x="0" y="238"/>
                </a:lnTo>
                <a:cubicBezTo>
                  <a:pt x="0" y="222"/>
                  <a:pt x="1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4579" y="0"/>
                </a:lnTo>
                <a:cubicBezTo>
                  <a:pt x="14595" y="0"/>
                  <a:pt x="14611" y="1"/>
                  <a:pt x="14626" y="4"/>
                </a:cubicBezTo>
                <a:cubicBezTo>
                  <a:pt x="14641" y="8"/>
                  <a:pt x="14656" y="12"/>
                  <a:pt x="14671" y="18"/>
                </a:cubicBezTo>
                <a:cubicBezTo>
                  <a:pt x="14685" y="24"/>
                  <a:pt x="14699" y="31"/>
                  <a:pt x="14712" y="40"/>
                </a:cubicBezTo>
                <a:cubicBezTo>
                  <a:pt x="14725" y="49"/>
                  <a:pt x="14737" y="59"/>
                  <a:pt x="14748" y="70"/>
                </a:cubicBezTo>
                <a:cubicBezTo>
                  <a:pt x="14759" y="81"/>
                  <a:pt x="14769" y="93"/>
                  <a:pt x="14777" y="106"/>
                </a:cubicBezTo>
                <a:cubicBezTo>
                  <a:pt x="14786" y="119"/>
                  <a:pt x="14794" y="132"/>
                  <a:pt x="14799" y="147"/>
                </a:cubicBezTo>
                <a:cubicBezTo>
                  <a:pt x="14805" y="161"/>
                  <a:pt x="14810" y="176"/>
                  <a:pt x="14813" y="192"/>
                </a:cubicBezTo>
                <a:cubicBezTo>
                  <a:pt x="14816" y="207"/>
                  <a:pt x="14818" y="222"/>
                  <a:pt x="14818" y="238"/>
                </a:cubicBezTo>
                <a:lnTo>
                  <a:pt x="14818" y="1006"/>
                </a:lnTo>
                <a:cubicBezTo>
                  <a:pt x="14818" y="1022"/>
                  <a:pt x="14816" y="1037"/>
                  <a:pt x="14813" y="1053"/>
                </a:cubicBezTo>
                <a:cubicBezTo>
                  <a:pt x="14810" y="1068"/>
                  <a:pt x="14805" y="1083"/>
                  <a:pt x="14799" y="1097"/>
                </a:cubicBezTo>
                <a:cubicBezTo>
                  <a:pt x="14794" y="1112"/>
                  <a:pt x="14786" y="1126"/>
                  <a:pt x="14777" y="1139"/>
                </a:cubicBezTo>
                <a:cubicBezTo>
                  <a:pt x="14769" y="1152"/>
                  <a:pt x="14759" y="1164"/>
                  <a:pt x="14748" y="1175"/>
                </a:cubicBezTo>
                <a:cubicBezTo>
                  <a:pt x="14737" y="1186"/>
                  <a:pt x="14725" y="1196"/>
                  <a:pt x="14712" y="1204"/>
                </a:cubicBezTo>
                <a:cubicBezTo>
                  <a:pt x="14699" y="1213"/>
                  <a:pt x="14685" y="1220"/>
                  <a:pt x="14671" y="1226"/>
                </a:cubicBezTo>
                <a:cubicBezTo>
                  <a:pt x="14656" y="1232"/>
                  <a:pt x="14641" y="1237"/>
                  <a:pt x="14626" y="1240"/>
                </a:cubicBezTo>
                <a:cubicBezTo>
                  <a:pt x="14611" y="1243"/>
                  <a:pt x="14595" y="1244"/>
                  <a:pt x="14579" y="1244"/>
                </a:cubicBezTo>
                <a:lnTo>
                  <a:pt x="238" y="1244"/>
                </a:lnTo>
                <a:cubicBezTo>
                  <a:pt x="222" y="1244"/>
                  <a:pt x="207" y="1243"/>
                  <a:pt x="192" y="1240"/>
                </a:cubicBezTo>
                <a:cubicBezTo>
                  <a:pt x="176" y="1237"/>
                  <a:pt x="161" y="1232"/>
                  <a:pt x="147" y="1226"/>
                </a:cubicBezTo>
                <a:cubicBezTo>
                  <a:pt x="133" y="1220"/>
                  <a:pt x="119" y="1213"/>
                  <a:pt x="106" y="1204"/>
                </a:cubicBezTo>
                <a:cubicBezTo>
                  <a:pt x="93" y="1196"/>
                  <a:pt x="81" y="1186"/>
                  <a:pt x="70" y="1175"/>
                </a:cubicBezTo>
                <a:cubicBezTo>
                  <a:pt x="59" y="1164"/>
                  <a:pt x="49" y="1152"/>
                  <a:pt x="40" y="1139"/>
                </a:cubicBezTo>
                <a:cubicBezTo>
                  <a:pt x="31" y="1126"/>
                  <a:pt x="24" y="1112"/>
                  <a:pt x="18" y="1097"/>
                </a:cubicBezTo>
                <a:cubicBezTo>
                  <a:pt x="12" y="1083"/>
                  <a:pt x="8" y="1068"/>
                  <a:pt x="5" y="1053"/>
                </a:cubicBezTo>
                <a:cubicBezTo>
                  <a:pt x="1" y="1037"/>
                  <a:pt x="0" y="1022"/>
                  <a:pt x="0" y="1006"/>
                </a:cubicBezTo>
                <a:close/>
              </a:path>
            </a:pathLst>
          </a:custGeom>
          <a:noFill/>
          <a:ln w="18720">
            <a:solidFill>
              <a:srgbClr val="3b6fd8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954000" y="2430360"/>
            <a:ext cx="5172595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VideoPacketDecoder → ColorConverter → frames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405120" y="2430360"/>
            <a:ext cx="5290012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AudioPacketDecoder → AudioConverter → samples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828720" y="3008520"/>
            <a:ext cx="6073444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demuxer = Demuxer(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streams=(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"audio"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828720" y="3198960"/>
            <a:ext cx="46072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video_stream, audio_stream = demuxer.streams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828720" y="3379680"/>
            <a:ext cx="6597158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decoders = {s.index: s.make_decoder()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demuxer.streams}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828720" y="3570480"/>
            <a:ext cx="722507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color_converter, audio_converter = ColorConverter(), AudioConverter()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828720" y="3941640"/>
            <a:ext cx="230441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packet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demuxer: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828720" y="4122720"/>
            <a:ext cx="6282619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raw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in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decoders[packet.stream_index].decode(packet):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828720" y="4313160"/>
            <a:ext cx="5549731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if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packet.stream_index == video_stream.index: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828720" y="4494240"/>
            <a:ext cx="5026406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        frame = color_converter.convert(raw)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828720" y="4684680"/>
            <a:ext cx="136157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else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: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923760" y="5533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5" y="186"/>
                  <a:pt x="93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8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3" y="0"/>
                </a:cubicBezTo>
                <a:cubicBezTo>
                  <a:pt x="105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1"/>
                  <a:pt x="186" y="9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828720" y="4865760"/>
            <a:ext cx="52355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        samples = audio_converter.convert(raw)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923760" y="5933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5" y="186"/>
                  <a:pt x="93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3" y="0"/>
                </a:cubicBezTo>
                <a:cubicBezTo>
                  <a:pt x="105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123920" y="5422320"/>
            <a:ext cx="5173761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Read the file once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instead of once per 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6534000" y="5829120"/>
            <a:ext cx="1676880" cy="295560"/>
          </a:xfrm>
          <a:custGeom>
            <a:avLst/>
            <a:gdLst/>
            <a:ahLst/>
            <a:rect l="0" t="0" r="r" b="b"/>
            <a:pathLst>
              <a:path w="4658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499" y="0"/>
                </a:lnTo>
                <a:cubicBezTo>
                  <a:pt x="4509" y="0"/>
                  <a:pt x="4520" y="1"/>
                  <a:pt x="4530" y="3"/>
                </a:cubicBezTo>
                <a:cubicBezTo>
                  <a:pt x="4540" y="5"/>
                  <a:pt x="4550" y="8"/>
                  <a:pt x="4560" y="12"/>
                </a:cubicBezTo>
                <a:cubicBezTo>
                  <a:pt x="4569" y="16"/>
                  <a:pt x="4578" y="21"/>
                  <a:pt x="4587" y="27"/>
                </a:cubicBezTo>
                <a:cubicBezTo>
                  <a:pt x="4596" y="33"/>
                  <a:pt x="4604" y="39"/>
                  <a:pt x="4611" y="46"/>
                </a:cubicBezTo>
                <a:cubicBezTo>
                  <a:pt x="4618" y="54"/>
                  <a:pt x="4625" y="62"/>
                  <a:pt x="4631" y="71"/>
                </a:cubicBezTo>
                <a:cubicBezTo>
                  <a:pt x="4637" y="79"/>
                  <a:pt x="4642" y="88"/>
                  <a:pt x="4645" y="98"/>
                </a:cubicBezTo>
                <a:cubicBezTo>
                  <a:pt x="4649" y="108"/>
                  <a:pt x="4652" y="118"/>
                  <a:pt x="4655" y="128"/>
                </a:cubicBezTo>
                <a:cubicBezTo>
                  <a:pt x="4657" y="138"/>
                  <a:pt x="4658" y="148"/>
                  <a:pt x="4658" y="159"/>
                </a:cubicBezTo>
                <a:lnTo>
                  <a:pt x="4658" y="662"/>
                </a:lnTo>
                <a:cubicBezTo>
                  <a:pt x="4658" y="673"/>
                  <a:pt x="4657" y="683"/>
                  <a:pt x="4655" y="693"/>
                </a:cubicBezTo>
                <a:cubicBezTo>
                  <a:pt x="4652" y="704"/>
                  <a:pt x="4649" y="714"/>
                  <a:pt x="4645" y="723"/>
                </a:cubicBezTo>
                <a:cubicBezTo>
                  <a:pt x="4642" y="733"/>
                  <a:pt x="4637" y="742"/>
                  <a:pt x="4631" y="751"/>
                </a:cubicBezTo>
                <a:cubicBezTo>
                  <a:pt x="4625" y="759"/>
                  <a:pt x="4618" y="767"/>
                  <a:pt x="4611" y="775"/>
                </a:cubicBezTo>
                <a:cubicBezTo>
                  <a:pt x="4604" y="782"/>
                  <a:pt x="4596" y="789"/>
                  <a:pt x="4587" y="794"/>
                </a:cubicBezTo>
                <a:cubicBezTo>
                  <a:pt x="4578" y="800"/>
                  <a:pt x="4569" y="805"/>
                  <a:pt x="4560" y="809"/>
                </a:cubicBezTo>
                <a:cubicBezTo>
                  <a:pt x="4550" y="813"/>
                  <a:pt x="4540" y="816"/>
                  <a:pt x="4530" y="818"/>
                </a:cubicBezTo>
                <a:cubicBezTo>
                  <a:pt x="4520" y="820"/>
                  <a:pt x="4509" y="821"/>
                  <a:pt x="4499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2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123920" y="5822280"/>
            <a:ext cx="5845996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Also works for several video streams or audio tracks: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6613920" y="5868360"/>
            <a:ext cx="164423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streams="all"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880200" y="6397920"/>
            <a:ext cx="346420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Build your own decoding pipeline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671400" y="1795320"/>
            <a:ext cx="10849320" cy="1190880"/>
          </a:xfrm>
          <a:custGeom>
            <a:avLst/>
            <a:gdLst/>
            <a:ahLst/>
            <a:rect l="0" t="0" r="r" b="b"/>
            <a:pathLst>
              <a:path w="30137" h="3308">
                <a:moveTo>
                  <a:pt x="0" y="3109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3109"/>
                </a:lnTo>
                <a:cubicBezTo>
                  <a:pt x="30137" y="3122"/>
                  <a:pt x="30136" y="3135"/>
                  <a:pt x="30133" y="3147"/>
                </a:cubicBezTo>
                <a:cubicBezTo>
                  <a:pt x="30130" y="3160"/>
                  <a:pt x="30127" y="3173"/>
                  <a:pt x="30122" y="3185"/>
                </a:cubicBezTo>
                <a:cubicBezTo>
                  <a:pt x="30117" y="3197"/>
                  <a:pt x="30111" y="3208"/>
                  <a:pt x="30103" y="3219"/>
                </a:cubicBezTo>
                <a:cubicBezTo>
                  <a:pt x="30096" y="3230"/>
                  <a:pt x="30088" y="3240"/>
                  <a:pt x="30079" y="3249"/>
                </a:cubicBezTo>
                <a:cubicBezTo>
                  <a:pt x="30070" y="3258"/>
                  <a:pt x="30059" y="3267"/>
                  <a:pt x="30049" y="3274"/>
                </a:cubicBezTo>
                <a:cubicBezTo>
                  <a:pt x="30038" y="3282"/>
                  <a:pt x="30026" y="3288"/>
                  <a:pt x="30014" y="3293"/>
                </a:cubicBezTo>
                <a:cubicBezTo>
                  <a:pt x="30002" y="3298"/>
                  <a:pt x="29990" y="3302"/>
                  <a:pt x="29977" y="3304"/>
                </a:cubicBezTo>
                <a:cubicBezTo>
                  <a:pt x="29964" y="3307"/>
                  <a:pt x="29951" y="3308"/>
                  <a:pt x="29938" y="3308"/>
                </a:cubicBezTo>
                <a:lnTo>
                  <a:pt x="198" y="3308"/>
                </a:lnTo>
                <a:cubicBezTo>
                  <a:pt x="185" y="3308"/>
                  <a:pt x="172" y="3307"/>
                  <a:pt x="160" y="3304"/>
                </a:cubicBezTo>
                <a:cubicBezTo>
                  <a:pt x="147" y="3302"/>
                  <a:pt x="134" y="3298"/>
                  <a:pt x="122" y="3293"/>
                </a:cubicBezTo>
                <a:cubicBezTo>
                  <a:pt x="110" y="3288"/>
                  <a:pt x="99" y="3282"/>
                  <a:pt x="88" y="3274"/>
                </a:cubicBezTo>
                <a:cubicBezTo>
                  <a:pt x="77" y="3267"/>
                  <a:pt x="67" y="3258"/>
                  <a:pt x="58" y="3249"/>
                </a:cubicBezTo>
                <a:cubicBezTo>
                  <a:pt x="49" y="3240"/>
                  <a:pt x="40" y="3230"/>
                  <a:pt x="33" y="3219"/>
                </a:cubicBezTo>
                <a:cubicBezTo>
                  <a:pt x="26" y="3208"/>
                  <a:pt x="20" y="3197"/>
                  <a:pt x="15" y="3185"/>
                </a:cubicBezTo>
                <a:cubicBezTo>
                  <a:pt x="10" y="3173"/>
                  <a:pt x="6" y="3160"/>
                  <a:pt x="4" y="3147"/>
                </a:cubicBezTo>
                <a:cubicBezTo>
                  <a:pt x="1" y="3135"/>
                  <a:pt x="0" y="3122"/>
                  <a:pt x="0" y="310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671400" y="1795320"/>
            <a:ext cx="10849320" cy="1190880"/>
          </a:xfrm>
          <a:custGeom>
            <a:avLst/>
            <a:gdLst/>
            <a:ahLst/>
            <a:rect l="0" t="0" r="r" b="b"/>
            <a:pathLst>
              <a:path w="30137" h="3308">
                <a:moveTo>
                  <a:pt x="0" y="3109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3109"/>
                </a:lnTo>
                <a:cubicBezTo>
                  <a:pt x="30137" y="3122"/>
                  <a:pt x="30136" y="3135"/>
                  <a:pt x="30133" y="3147"/>
                </a:cubicBezTo>
                <a:cubicBezTo>
                  <a:pt x="30130" y="3160"/>
                  <a:pt x="30127" y="3173"/>
                  <a:pt x="30122" y="3185"/>
                </a:cubicBezTo>
                <a:cubicBezTo>
                  <a:pt x="30117" y="3197"/>
                  <a:pt x="30111" y="3208"/>
                  <a:pt x="30103" y="3219"/>
                </a:cubicBezTo>
                <a:cubicBezTo>
                  <a:pt x="30096" y="3230"/>
                  <a:pt x="30088" y="3240"/>
                  <a:pt x="30079" y="3249"/>
                </a:cubicBezTo>
                <a:cubicBezTo>
                  <a:pt x="30070" y="3258"/>
                  <a:pt x="30059" y="3267"/>
                  <a:pt x="30049" y="3274"/>
                </a:cubicBezTo>
                <a:cubicBezTo>
                  <a:pt x="30038" y="3282"/>
                  <a:pt x="30026" y="3288"/>
                  <a:pt x="30014" y="3293"/>
                </a:cubicBezTo>
                <a:cubicBezTo>
                  <a:pt x="30002" y="3298"/>
                  <a:pt x="29990" y="3302"/>
                  <a:pt x="29977" y="3304"/>
                </a:cubicBezTo>
                <a:cubicBezTo>
                  <a:pt x="29964" y="3307"/>
                  <a:pt x="29951" y="3308"/>
                  <a:pt x="29938" y="3308"/>
                </a:cubicBezTo>
                <a:lnTo>
                  <a:pt x="198" y="3308"/>
                </a:lnTo>
                <a:cubicBezTo>
                  <a:pt x="185" y="3308"/>
                  <a:pt x="172" y="3307"/>
                  <a:pt x="160" y="3304"/>
                </a:cubicBezTo>
                <a:cubicBezTo>
                  <a:pt x="147" y="3302"/>
                  <a:pt x="134" y="3298"/>
                  <a:pt x="122" y="3293"/>
                </a:cubicBezTo>
                <a:cubicBezTo>
                  <a:pt x="110" y="3288"/>
                  <a:pt x="99" y="3282"/>
                  <a:pt x="88" y="3274"/>
                </a:cubicBezTo>
                <a:cubicBezTo>
                  <a:pt x="77" y="3267"/>
                  <a:pt x="67" y="3258"/>
                  <a:pt x="58" y="3249"/>
                </a:cubicBezTo>
                <a:cubicBezTo>
                  <a:pt x="49" y="3240"/>
                  <a:pt x="40" y="3230"/>
                  <a:pt x="33" y="3219"/>
                </a:cubicBezTo>
                <a:cubicBezTo>
                  <a:pt x="26" y="3208"/>
                  <a:pt x="20" y="3197"/>
                  <a:pt x="15" y="3185"/>
                </a:cubicBezTo>
                <a:cubicBezTo>
                  <a:pt x="10" y="3173"/>
                  <a:pt x="6" y="3160"/>
                  <a:pt x="4" y="3147"/>
                </a:cubicBezTo>
                <a:cubicBezTo>
                  <a:pt x="1" y="3135"/>
                  <a:pt x="0" y="3122"/>
                  <a:pt x="0" y="310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666720" y="5667120"/>
            <a:ext cx="10858680" cy="695880"/>
          </a:xfrm>
          <a:custGeom>
            <a:avLst/>
            <a:gdLst/>
            <a:ahLst/>
            <a:rect l="0" t="0" r="r" b="b"/>
            <a:pathLst>
              <a:path w="30163" h="1933">
                <a:moveTo>
                  <a:pt x="20" y="164"/>
                </a:moveTo>
                <a:cubicBezTo>
                  <a:pt x="33" y="131"/>
                  <a:pt x="52" y="103"/>
                  <a:pt x="77" y="78"/>
                </a:cubicBezTo>
                <a:cubicBezTo>
                  <a:pt x="102" y="53"/>
                  <a:pt x="130" y="34"/>
                  <a:pt x="163" y="20"/>
                </a:cubicBezTo>
                <a:cubicBezTo>
                  <a:pt x="195" y="7"/>
                  <a:pt x="229" y="0"/>
                  <a:pt x="264" y="0"/>
                </a:cubicBezTo>
                <a:lnTo>
                  <a:pt x="29899" y="0"/>
                </a:lnTo>
                <a:cubicBezTo>
                  <a:pt x="29934" y="0"/>
                  <a:pt x="29967" y="7"/>
                  <a:pt x="30000" y="20"/>
                </a:cubicBezTo>
                <a:cubicBezTo>
                  <a:pt x="30032" y="34"/>
                  <a:pt x="30061" y="53"/>
                  <a:pt x="30086" y="78"/>
                </a:cubicBezTo>
                <a:cubicBezTo>
                  <a:pt x="30110" y="103"/>
                  <a:pt x="30130" y="131"/>
                  <a:pt x="30143" y="164"/>
                </a:cubicBezTo>
                <a:cubicBezTo>
                  <a:pt x="30156" y="196"/>
                  <a:pt x="30163" y="230"/>
                  <a:pt x="30163" y="265"/>
                </a:cubicBezTo>
                <a:lnTo>
                  <a:pt x="30163" y="1668"/>
                </a:lnTo>
                <a:cubicBezTo>
                  <a:pt x="30163" y="1703"/>
                  <a:pt x="30156" y="1737"/>
                  <a:pt x="30143" y="1769"/>
                </a:cubicBezTo>
                <a:cubicBezTo>
                  <a:pt x="30130" y="1802"/>
                  <a:pt x="30110" y="1830"/>
                  <a:pt x="30086" y="1855"/>
                </a:cubicBezTo>
                <a:cubicBezTo>
                  <a:pt x="30061" y="1880"/>
                  <a:pt x="30032" y="1899"/>
                  <a:pt x="30000" y="1913"/>
                </a:cubicBezTo>
                <a:cubicBezTo>
                  <a:pt x="29967" y="1926"/>
                  <a:pt x="29934" y="1933"/>
                  <a:pt x="29898" y="1933"/>
                </a:cubicBezTo>
                <a:lnTo>
                  <a:pt x="264" y="1933"/>
                </a:lnTo>
                <a:cubicBezTo>
                  <a:pt x="229" y="1933"/>
                  <a:pt x="195" y="1926"/>
                  <a:pt x="163" y="1913"/>
                </a:cubicBezTo>
                <a:cubicBezTo>
                  <a:pt x="130" y="1899"/>
                  <a:pt x="102" y="1880"/>
                  <a:pt x="77" y="1855"/>
                </a:cubicBezTo>
                <a:cubicBezTo>
                  <a:pt x="52" y="1830"/>
                  <a:pt x="33" y="1802"/>
                  <a:pt x="20" y="1769"/>
                </a:cubicBezTo>
                <a:cubicBezTo>
                  <a:pt x="6" y="1737"/>
                  <a:pt x="0" y="1703"/>
                  <a:pt x="0" y="1668"/>
                </a:cubicBezTo>
                <a:lnTo>
                  <a:pt x="0" y="265"/>
                </a:lnTo>
                <a:cubicBezTo>
                  <a:pt x="0" y="230"/>
                  <a:pt x="6" y="196"/>
                  <a:pt x="20" y="164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694440" y="5667120"/>
            <a:ext cx="10802520" cy="41760"/>
          </a:xfrm>
          <a:custGeom>
            <a:avLst/>
            <a:gdLst/>
            <a:ahLst/>
            <a:rect l="0" t="0" r="r" b="b"/>
            <a:pathLst>
              <a:path w="30007" h="116">
                <a:moveTo>
                  <a:pt x="29902" y="70"/>
                </a:moveTo>
                <a:cubicBezTo>
                  <a:pt x="29883" y="62"/>
                  <a:pt x="29863" y="57"/>
                  <a:pt x="29843" y="55"/>
                </a:cubicBezTo>
                <a:lnTo>
                  <a:pt x="29848" y="1"/>
                </a:lnTo>
                <a:cubicBezTo>
                  <a:pt x="29874" y="4"/>
                  <a:pt x="29899" y="10"/>
                  <a:pt x="29923" y="20"/>
                </a:cubicBezTo>
                <a:cubicBezTo>
                  <a:pt x="29954" y="33"/>
                  <a:pt x="29982" y="53"/>
                  <a:pt x="30007" y="77"/>
                </a:cubicBezTo>
                <a:lnTo>
                  <a:pt x="29970" y="115"/>
                </a:lnTo>
                <a:cubicBezTo>
                  <a:pt x="29950" y="95"/>
                  <a:pt x="29928" y="81"/>
                  <a:pt x="29902" y="70"/>
                </a:cubicBezTo>
                <a:moveTo>
                  <a:pt x="29581" y="54"/>
                </a:moveTo>
                <a:lnTo>
                  <a:pt x="29581" y="0"/>
                </a:lnTo>
                <a:lnTo>
                  <a:pt x="29740" y="0"/>
                </a:lnTo>
                <a:lnTo>
                  <a:pt x="29740" y="54"/>
                </a:lnTo>
                <a:lnTo>
                  <a:pt x="29581" y="54"/>
                </a:lnTo>
                <a:moveTo>
                  <a:pt x="29317" y="54"/>
                </a:moveTo>
                <a:lnTo>
                  <a:pt x="29317" y="0"/>
                </a:lnTo>
                <a:lnTo>
                  <a:pt x="29475" y="0"/>
                </a:lnTo>
                <a:lnTo>
                  <a:pt x="29475" y="54"/>
                </a:lnTo>
                <a:lnTo>
                  <a:pt x="29317" y="54"/>
                </a:lnTo>
                <a:moveTo>
                  <a:pt x="29052" y="54"/>
                </a:moveTo>
                <a:lnTo>
                  <a:pt x="29052" y="0"/>
                </a:lnTo>
                <a:lnTo>
                  <a:pt x="29211" y="0"/>
                </a:lnTo>
                <a:lnTo>
                  <a:pt x="29211" y="54"/>
                </a:lnTo>
                <a:lnTo>
                  <a:pt x="29052" y="54"/>
                </a:lnTo>
                <a:moveTo>
                  <a:pt x="28787" y="54"/>
                </a:moveTo>
                <a:lnTo>
                  <a:pt x="28787" y="0"/>
                </a:lnTo>
                <a:lnTo>
                  <a:pt x="28946" y="0"/>
                </a:lnTo>
                <a:lnTo>
                  <a:pt x="28946" y="54"/>
                </a:lnTo>
                <a:lnTo>
                  <a:pt x="28787" y="54"/>
                </a:lnTo>
                <a:moveTo>
                  <a:pt x="28522" y="54"/>
                </a:moveTo>
                <a:lnTo>
                  <a:pt x="28522" y="0"/>
                </a:lnTo>
                <a:lnTo>
                  <a:pt x="28681" y="0"/>
                </a:lnTo>
                <a:lnTo>
                  <a:pt x="28681" y="54"/>
                </a:lnTo>
                <a:lnTo>
                  <a:pt x="28522" y="54"/>
                </a:lnTo>
                <a:moveTo>
                  <a:pt x="28257" y="54"/>
                </a:moveTo>
                <a:lnTo>
                  <a:pt x="28257" y="0"/>
                </a:lnTo>
                <a:lnTo>
                  <a:pt x="28416" y="0"/>
                </a:lnTo>
                <a:lnTo>
                  <a:pt x="28416" y="54"/>
                </a:lnTo>
                <a:lnTo>
                  <a:pt x="28257" y="54"/>
                </a:lnTo>
                <a:moveTo>
                  <a:pt x="27993" y="54"/>
                </a:moveTo>
                <a:lnTo>
                  <a:pt x="27993" y="0"/>
                </a:lnTo>
                <a:lnTo>
                  <a:pt x="28151" y="0"/>
                </a:lnTo>
                <a:lnTo>
                  <a:pt x="28151" y="54"/>
                </a:lnTo>
                <a:lnTo>
                  <a:pt x="27993" y="54"/>
                </a:lnTo>
                <a:moveTo>
                  <a:pt x="27728" y="54"/>
                </a:moveTo>
                <a:lnTo>
                  <a:pt x="27728" y="0"/>
                </a:lnTo>
                <a:lnTo>
                  <a:pt x="27887" y="0"/>
                </a:lnTo>
                <a:lnTo>
                  <a:pt x="27887" y="54"/>
                </a:lnTo>
                <a:lnTo>
                  <a:pt x="27728" y="54"/>
                </a:lnTo>
                <a:moveTo>
                  <a:pt x="27463" y="54"/>
                </a:moveTo>
                <a:lnTo>
                  <a:pt x="27463" y="0"/>
                </a:lnTo>
                <a:lnTo>
                  <a:pt x="27622" y="0"/>
                </a:lnTo>
                <a:lnTo>
                  <a:pt x="27622" y="54"/>
                </a:lnTo>
                <a:lnTo>
                  <a:pt x="27463" y="54"/>
                </a:lnTo>
                <a:moveTo>
                  <a:pt x="27198" y="54"/>
                </a:moveTo>
                <a:lnTo>
                  <a:pt x="27198" y="0"/>
                </a:lnTo>
                <a:lnTo>
                  <a:pt x="27357" y="0"/>
                </a:lnTo>
                <a:lnTo>
                  <a:pt x="27357" y="54"/>
                </a:lnTo>
                <a:lnTo>
                  <a:pt x="27198" y="54"/>
                </a:lnTo>
                <a:moveTo>
                  <a:pt x="26933" y="54"/>
                </a:moveTo>
                <a:lnTo>
                  <a:pt x="26933" y="0"/>
                </a:lnTo>
                <a:lnTo>
                  <a:pt x="27092" y="0"/>
                </a:lnTo>
                <a:lnTo>
                  <a:pt x="27092" y="54"/>
                </a:lnTo>
                <a:lnTo>
                  <a:pt x="26933" y="54"/>
                </a:lnTo>
                <a:moveTo>
                  <a:pt x="26669" y="54"/>
                </a:moveTo>
                <a:lnTo>
                  <a:pt x="26669" y="0"/>
                </a:lnTo>
                <a:lnTo>
                  <a:pt x="26827" y="0"/>
                </a:lnTo>
                <a:lnTo>
                  <a:pt x="26827" y="54"/>
                </a:lnTo>
                <a:lnTo>
                  <a:pt x="26669" y="54"/>
                </a:lnTo>
                <a:moveTo>
                  <a:pt x="26404" y="54"/>
                </a:moveTo>
                <a:lnTo>
                  <a:pt x="26404" y="0"/>
                </a:lnTo>
                <a:lnTo>
                  <a:pt x="26562" y="0"/>
                </a:lnTo>
                <a:lnTo>
                  <a:pt x="26562" y="54"/>
                </a:lnTo>
                <a:lnTo>
                  <a:pt x="26404" y="54"/>
                </a:lnTo>
                <a:moveTo>
                  <a:pt x="26139" y="54"/>
                </a:moveTo>
                <a:lnTo>
                  <a:pt x="26139" y="0"/>
                </a:lnTo>
                <a:lnTo>
                  <a:pt x="26298" y="0"/>
                </a:lnTo>
                <a:lnTo>
                  <a:pt x="26298" y="54"/>
                </a:lnTo>
                <a:lnTo>
                  <a:pt x="26139" y="54"/>
                </a:lnTo>
                <a:moveTo>
                  <a:pt x="25874" y="54"/>
                </a:moveTo>
                <a:lnTo>
                  <a:pt x="25874" y="0"/>
                </a:lnTo>
                <a:lnTo>
                  <a:pt x="26033" y="0"/>
                </a:lnTo>
                <a:lnTo>
                  <a:pt x="26033" y="54"/>
                </a:lnTo>
                <a:lnTo>
                  <a:pt x="25874" y="54"/>
                </a:lnTo>
                <a:moveTo>
                  <a:pt x="25609" y="54"/>
                </a:moveTo>
                <a:lnTo>
                  <a:pt x="25609" y="0"/>
                </a:lnTo>
                <a:lnTo>
                  <a:pt x="25768" y="0"/>
                </a:lnTo>
                <a:lnTo>
                  <a:pt x="25768" y="54"/>
                </a:lnTo>
                <a:lnTo>
                  <a:pt x="25609" y="54"/>
                </a:lnTo>
                <a:moveTo>
                  <a:pt x="25345" y="54"/>
                </a:moveTo>
                <a:lnTo>
                  <a:pt x="25345" y="0"/>
                </a:lnTo>
                <a:lnTo>
                  <a:pt x="25503" y="0"/>
                </a:lnTo>
                <a:lnTo>
                  <a:pt x="25503" y="54"/>
                </a:lnTo>
                <a:lnTo>
                  <a:pt x="25345" y="54"/>
                </a:lnTo>
                <a:moveTo>
                  <a:pt x="25080" y="54"/>
                </a:moveTo>
                <a:lnTo>
                  <a:pt x="25080" y="0"/>
                </a:lnTo>
                <a:lnTo>
                  <a:pt x="25238" y="0"/>
                </a:lnTo>
                <a:lnTo>
                  <a:pt x="25238" y="54"/>
                </a:lnTo>
                <a:lnTo>
                  <a:pt x="25080" y="54"/>
                </a:lnTo>
                <a:moveTo>
                  <a:pt x="24815" y="54"/>
                </a:moveTo>
                <a:lnTo>
                  <a:pt x="24815" y="0"/>
                </a:lnTo>
                <a:lnTo>
                  <a:pt x="24974" y="0"/>
                </a:lnTo>
                <a:lnTo>
                  <a:pt x="24974" y="54"/>
                </a:lnTo>
                <a:lnTo>
                  <a:pt x="24815" y="54"/>
                </a:lnTo>
                <a:moveTo>
                  <a:pt x="24550" y="54"/>
                </a:moveTo>
                <a:lnTo>
                  <a:pt x="24550" y="0"/>
                </a:lnTo>
                <a:lnTo>
                  <a:pt x="24709" y="0"/>
                </a:lnTo>
                <a:lnTo>
                  <a:pt x="24709" y="54"/>
                </a:lnTo>
                <a:lnTo>
                  <a:pt x="24550" y="54"/>
                </a:lnTo>
                <a:moveTo>
                  <a:pt x="24285" y="54"/>
                </a:moveTo>
                <a:lnTo>
                  <a:pt x="24285" y="0"/>
                </a:lnTo>
                <a:lnTo>
                  <a:pt x="24444" y="0"/>
                </a:lnTo>
                <a:lnTo>
                  <a:pt x="24444" y="54"/>
                </a:lnTo>
                <a:lnTo>
                  <a:pt x="24285" y="54"/>
                </a:lnTo>
                <a:moveTo>
                  <a:pt x="24021" y="54"/>
                </a:moveTo>
                <a:lnTo>
                  <a:pt x="24021" y="0"/>
                </a:lnTo>
                <a:lnTo>
                  <a:pt x="24179" y="0"/>
                </a:lnTo>
                <a:lnTo>
                  <a:pt x="24179" y="54"/>
                </a:lnTo>
                <a:lnTo>
                  <a:pt x="24021" y="54"/>
                </a:lnTo>
                <a:moveTo>
                  <a:pt x="23756" y="54"/>
                </a:moveTo>
                <a:lnTo>
                  <a:pt x="23756" y="0"/>
                </a:lnTo>
                <a:lnTo>
                  <a:pt x="23914" y="0"/>
                </a:lnTo>
                <a:lnTo>
                  <a:pt x="23914" y="54"/>
                </a:lnTo>
                <a:lnTo>
                  <a:pt x="23756" y="54"/>
                </a:lnTo>
                <a:moveTo>
                  <a:pt x="23491" y="54"/>
                </a:moveTo>
                <a:lnTo>
                  <a:pt x="23491" y="0"/>
                </a:lnTo>
                <a:lnTo>
                  <a:pt x="23650" y="0"/>
                </a:lnTo>
                <a:lnTo>
                  <a:pt x="23650" y="54"/>
                </a:lnTo>
                <a:lnTo>
                  <a:pt x="23491" y="54"/>
                </a:lnTo>
                <a:moveTo>
                  <a:pt x="23226" y="54"/>
                </a:moveTo>
                <a:lnTo>
                  <a:pt x="23226" y="0"/>
                </a:lnTo>
                <a:lnTo>
                  <a:pt x="23385" y="0"/>
                </a:lnTo>
                <a:lnTo>
                  <a:pt x="23385" y="54"/>
                </a:lnTo>
                <a:lnTo>
                  <a:pt x="23226" y="54"/>
                </a:lnTo>
                <a:moveTo>
                  <a:pt x="22961" y="54"/>
                </a:moveTo>
                <a:lnTo>
                  <a:pt x="22961" y="0"/>
                </a:lnTo>
                <a:lnTo>
                  <a:pt x="23120" y="0"/>
                </a:lnTo>
                <a:lnTo>
                  <a:pt x="23120" y="54"/>
                </a:lnTo>
                <a:lnTo>
                  <a:pt x="22961" y="54"/>
                </a:lnTo>
                <a:moveTo>
                  <a:pt x="22696" y="54"/>
                </a:moveTo>
                <a:lnTo>
                  <a:pt x="22696" y="0"/>
                </a:lnTo>
                <a:lnTo>
                  <a:pt x="22855" y="0"/>
                </a:lnTo>
                <a:lnTo>
                  <a:pt x="22855" y="54"/>
                </a:lnTo>
                <a:lnTo>
                  <a:pt x="22696" y="54"/>
                </a:lnTo>
                <a:moveTo>
                  <a:pt x="22432" y="54"/>
                </a:moveTo>
                <a:lnTo>
                  <a:pt x="22432" y="0"/>
                </a:lnTo>
                <a:lnTo>
                  <a:pt x="22590" y="0"/>
                </a:lnTo>
                <a:lnTo>
                  <a:pt x="22590" y="54"/>
                </a:lnTo>
                <a:lnTo>
                  <a:pt x="22432" y="54"/>
                </a:lnTo>
                <a:moveTo>
                  <a:pt x="22167" y="54"/>
                </a:moveTo>
                <a:lnTo>
                  <a:pt x="22167" y="0"/>
                </a:lnTo>
                <a:lnTo>
                  <a:pt x="22326" y="0"/>
                </a:lnTo>
                <a:lnTo>
                  <a:pt x="22326" y="54"/>
                </a:lnTo>
                <a:lnTo>
                  <a:pt x="22167" y="54"/>
                </a:lnTo>
                <a:moveTo>
                  <a:pt x="21902" y="54"/>
                </a:moveTo>
                <a:lnTo>
                  <a:pt x="21902" y="0"/>
                </a:lnTo>
                <a:lnTo>
                  <a:pt x="22061" y="0"/>
                </a:lnTo>
                <a:lnTo>
                  <a:pt x="22061" y="54"/>
                </a:lnTo>
                <a:lnTo>
                  <a:pt x="21902" y="54"/>
                </a:lnTo>
                <a:moveTo>
                  <a:pt x="21637" y="54"/>
                </a:moveTo>
                <a:lnTo>
                  <a:pt x="21637" y="0"/>
                </a:lnTo>
                <a:lnTo>
                  <a:pt x="21796" y="0"/>
                </a:lnTo>
                <a:lnTo>
                  <a:pt x="21796" y="54"/>
                </a:lnTo>
                <a:lnTo>
                  <a:pt x="21637" y="54"/>
                </a:lnTo>
                <a:moveTo>
                  <a:pt x="21372" y="54"/>
                </a:moveTo>
                <a:lnTo>
                  <a:pt x="21372" y="0"/>
                </a:lnTo>
                <a:lnTo>
                  <a:pt x="21531" y="0"/>
                </a:lnTo>
                <a:lnTo>
                  <a:pt x="21531" y="54"/>
                </a:lnTo>
                <a:lnTo>
                  <a:pt x="21372" y="54"/>
                </a:lnTo>
                <a:moveTo>
                  <a:pt x="21108" y="54"/>
                </a:moveTo>
                <a:lnTo>
                  <a:pt x="21108" y="0"/>
                </a:lnTo>
                <a:lnTo>
                  <a:pt x="21266" y="0"/>
                </a:lnTo>
                <a:lnTo>
                  <a:pt x="21266" y="54"/>
                </a:lnTo>
                <a:lnTo>
                  <a:pt x="21108" y="54"/>
                </a:lnTo>
                <a:moveTo>
                  <a:pt x="20843" y="54"/>
                </a:moveTo>
                <a:lnTo>
                  <a:pt x="20843" y="0"/>
                </a:lnTo>
                <a:lnTo>
                  <a:pt x="21002" y="0"/>
                </a:lnTo>
                <a:lnTo>
                  <a:pt x="21002" y="54"/>
                </a:lnTo>
                <a:lnTo>
                  <a:pt x="20843" y="54"/>
                </a:lnTo>
                <a:moveTo>
                  <a:pt x="20578" y="54"/>
                </a:moveTo>
                <a:lnTo>
                  <a:pt x="20578" y="0"/>
                </a:lnTo>
                <a:lnTo>
                  <a:pt x="20737" y="0"/>
                </a:lnTo>
                <a:lnTo>
                  <a:pt x="20737" y="54"/>
                </a:lnTo>
                <a:lnTo>
                  <a:pt x="20578" y="54"/>
                </a:lnTo>
                <a:moveTo>
                  <a:pt x="20313" y="54"/>
                </a:moveTo>
                <a:lnTo>
                  <a:pt x="20313" y="0"/>
                </a:lnTo>
                <a:lnTo>
                  <a:pt x="20472" y="0"/>
                </a:lnTo>
                <a:lnTo>
                  <a:pt x="20472" y="54"/>
                </a:lnTo>
                <a:lnTo>
                  <a:pt x="20313" y="54"/>
                </a:lnTo>
                <a:moveTo>
                  <a:pt x="20048" y="54"/>
                </a:moveTo>
                <a:lnTo>
                  <a:pt x="20048" y="0"/>
                </a:lnTo>
                <a:lnTo>
                  <a:pt x="20207" y="0"/>
                </a:lnTo>
                <a:lnTo>
                  <a:pt x="20207" y="54"/>
                </a:lnTo>
                <a:lnTo>
                  <a:pt x="20048" y="54"/>
                </a:lnTo>
                <a:moveTo>
                  <a:pt x="19784" y="54"/>
                </a:moveTo>
                <a:lnTo>
                  <a:pt x="19784" y="0"/>
                </a:lnTo>
                <a:lnTo>
                  <a:pt x="19942" y="0"/>
                </a:lnTo>
                <a:lnTo>
                  <a:pt x="19942" y="54"/>
                </a:lnTo>
                <a:lnTo>
                  <a:pt x="19784" y="54"/>
                </a:lnTo>
                <a:moveTo>
                  <a:pt x="19519" y="54"/>
                </a:moveTo>
                <a:lnTo>
                  <a:pt x="19519" y="0"/>
                </a:lnTo>
                <a:lnTo>
                  <a:pt x="19678" y="0"/>
                </a:lnTo>
                <a:lnTo>
                  <a:pt x="19678" y="54"/>
                </a:lnTo>
                <a:lnTo>
                  <a:pt x="19519" y="54"/>
                </a:lnTo>
                <a:moveTo>
                  <a:pt x="19254" y="54"/>
                </a:moveTo>
                <a:lnTo>
                  <a:pt x="19254" y="0"/>
                </a:lnTo>
                <a:lnTo>
                  <a:pt x="19413" y="0"/>
                </a:lnTo>
                <a:lnTo>
                  <a:pt x="19413" y="54"/>
                </a:lnTo>
                <a:lnTo>
                  <a:pt x="19254" y="54"/>
                </a:lnTo>
                <a:moveTo>
                  <a:pt x="18989" y="54"/>
                </a:moveTo>
                <a:lnTo>
                  <a:pt x="18989" y="0"/>
                </a:lnTo>
                <a:lnTo>
                  <a:pt x="19148" y="0"/>
                </a:lnTo>
                <a:lnTo>
                  <a:pt x="19148" y="54"/>
                </a:lnTo>
                <a:lnTo>
                  <a:pt x="18989" y="54"/>
                </a:lnTo>
                <a:moveTo>
                  <a:pt x="18724" y="54"/>
                </a:moveTo>
                <a:lnTo>
                  <a:pt x="18724" y="0"/>
                </a:lnTo>
                <a:lnTo>
                  <a:pt x="18883" y="0"/>
                </a:lnTo>
                <a:lnTo>
                  <a:pt x="18883" y="54"/>
                </a:lnTo>
                <a:lnTo>
                  <a:pt x="18724" y="54"/>
                </a:lnTo>
                <a:moveTo>
                  <a:pt x="18460" y="54"/>
                </a:moveTo>
                <a:lnTo>
                  <a:pt x="18460" y="0"/>
                </a:lnTo>
                <a:lnTo>
                  <a:pt x="18618" y="0"/>
                </a:lnTo>
                <a:lnTo>
                  <a:pt x="18618" y="54"/>
                </a:lnTo>
                <a:lnTo>
                  <a:pt x="18460" y="54"/>
                </a:lnTo>
                <a:moveTo>
                  <a:pt x="18195" y="54"/>
                </a:moveTo>
                <a:lnTo>
                  <a:pt x="18195" y="0"/>
                </a:lnTo>
                <a:lnTo>
                  <a:pt x="18354" y="0"/>
                </a:lnTo>
                <a:lnTo>
                  <a:pt x="18354" y="54"/>
                </a:lnTo>
                <a:lnTo>
                  <a:pt x="18195" y="54"/>
                </a:lnTo>
                <a:moveTo>
                  <a:pt x="17930" y="54"/>
                </a:moveTo>
                <a:lnTo>
                  <a:pt x="17930" y="0"/>
                </a:lnTo>
                <a:lnTo>
                  <a:pt x="18089" y="0"/>
                </a:lnTo>
                <a:lnTo>
                  <a:pt x="18089" y="54"/>
                </a:lnTo>
                <a:lnTo>
                  <a:pt x="17930" y="54"/>
                </a:lnTo>
                <a:moveTo>
                  <a:pt x="17665" y="54"/>
                </a:moveTo>
                <a:lnTo>
                  <a:pt x="17665" y="0"/>
                </a:lnTo>
                <a:lnTo>
                  <a:pt x="17824" y="0"/>
                </a:lnTo>
                <a:lnTo>
                  <a:pt x="17824" y="54"/>
                </a:lnTo>
                <a:lnTo>
                  <a:pt x="17665" y="54"/>
                </a:lnTo>
                <a:moveTo>
                  <a:pt x="17400" y="54"/>
                </a:moveTo>
                <a:lnTo>
                  <a:pt x="17400" y="0"/>
                </a:lnTo>
                <a:lnTo>
                  <a:pt x="17559" y="0"/>
                </a:lnTo>
                <a:lnTo>
                  <a:pt x="17559" y="54"/>
                </a:lnTo>
                <a:lnTo>
                  <a:pt x="17400" y="54"/>
                </a:lnTo>
                <a:moveTo>
                  <a:pt x="17136" y="54"/>
                </a:moveTo>
                <a:lnTo>
                  <a:pt x="17136" y="0"/>
                </a:lnTo>
                <a:lnTo>
                  <a:pt x="17294" y="0"/>
                </a:lnTo>
                <a:lnTo>
                  <a:pt x="17294" y="54"/>
                </a:lnTo>
                <a:lnTo>
                  <a:pt x="17136" y="54"/>
                </a:lnTo>
                <a:moveTo>
                  <a:pt x="16871" y="54"/>
                </a:moveTo>
                <a:lnTo>
                  <a:pt x="16871" y="0"/>
                </a:lnTo>
                <a:lnTo>
                  <a:pt x="17030" y="0"/>
                </a:lnTo>
                <a:lnTo>
                  <a:pt x="17030" y="54"/>
                </a:lnTo>
                <a:lnTo>
                  <a:pt x="16871" y="54"/>
                </a:lnTo>
                <a:moveTo>
                  <a:pt x="16606" y="54"/>
                </a:moveTo>
                <a:lnTo>
                  <a:pt x="16606" y="0"/>
                </a:lnTo>
                <a:lnTo>
                  <a:pt x="16765" y="0"/>
                </a:lnTo>
                <a:lnTo>
                  <a:pt x="16765" y="54"/>
                </a:lnTo>
                <a:lnTo>
                  <a:pt x="16606" y="54"/>
                </a:lnTo>
                <a:moveTo>
                  <a:pt x="16341" y="54"/>
                </a:moveTo>
                <a:lnTo>
                  <a:pt x="16341" y="0"/>
                </a:lnTo>
                <a:lnTo>
                  <a:pt x="16500" y="0"/>
                </a:lnTo>
                <a:lnTo>
                  <a:pt x="16500" y="54"/>
                </a:lnTo>
                <a:lnTo>
                  <a:pt x="16341" y="54"/>
                </a:lnTo>
                <a:moveTo>
                  <a:pt x="16076" y="54"/>
                </a:moveTo>
                <a:lnTo>
                  <a:pt x="16076" y="0"/>
                </a:lnTo>
                <a:lnTo>
                  <a:pt x="16235" y="0"/>
                </a:lnTo>
                <a:lnTo>
                  <a:pt x="16235" y="54"/>
                </a:lnTo>
                <a:lnTo>
                  <a:pt x="16076" y="54"/>
                </a:lnTo>
                <a:moveTo>
                  <a:pt x="15812" y="54"/>
                </a:moveTo>
                <a:lnTo>
                  <a:pt x="15812" y="0"/>
                </a:lnTo>
                <a:lnTo>
                  <a:pt x="15970" y="0"/>
                </a:lnTo>
                <a:lnTo>
                  <a:pt x="15970" y="54"/>
                </a:lnTo>
                <a:lnTo>
                  <a:pt x="15812" y="54"/>
                </a:lnTo>
                <a:moveTo>
                  <a:pt x="15547" y="54"/>
                </a:moveTo>
                <a:lnTo>
                  <a:pt x="15547" y="0"/>
                </a:lnTo>
                <a:lnTo>
                  <a:pt x="15706" y="0"/>
                </a:lnTo>
                <a:lnTo>
                  <a:pt x="15706" y="54"/>
                </a:lnTo>
                <a:lnTo>
                  <a:pt x="15547" y="54"/>
                </a:lnTo>
                <a:moveTo>
                  <a:pt x="15282" y="54"/>
                </a:moveTo>
                <a:lnTo>
                  <a:pt x="15282" y="0"/>
                </a:lnTo>
                <a:lnTo>
                  <a:pt x="15441" y="0"/>
                </a:lnTo>
                <a:lnTo>
                  <a:pt x="15441" y="54"/>
                </a:lnTo>
                <a:lnTo>
                  <a:pt x="15282" y="54"/>
                </a:lnTo>
                <a:moveTo>
                  <a:pt x="15017" y="54"/>
                </a:moveTo>
                <a:lnTo>
                  <a:pt x="15017" y="0"/>
                </a:lnTo>
                <a:lnTo>
                  <a:pt x="15176" y="0"/>
                </a:lnTo>
                <a:lnTo>
                  <a:pt x="15176" y="54"/>
                </a:lnTo>
                <a:lnTo>
                  <a:pt x="15017" y="54"/>
                </a:lnTo>
                <a:moveTo>
                  <a:pt x="14752" y="54"/>
                </a:moveTo>
                <a:lnTo>
                  <a:pt x="14752" y="0"/>
                </a:lnTo>
                <a:lnTo>
                  <a:pt x="14911" y="0"/>
                </a:lnTo>
                <a:lnTo>
                  <a:pt x="14911" y="54"/>
                </a:lnTo>
                <a:lnTo>
                  <a:pt x="14752" y="54"/>
                </a:lnTo>
                <a:moveTo>
                  <a:pt x="14488" y="54"/>
                </a:moveTo>
                <a:lnTo>
                  <a:pt x="14488" y="0"/>
                </a:lnTo>
                <a:lnTo>
                  <a:pt x="14646" y="0"/>
                </a:lnTo>
                <a:lnTo>
                  <a:pt x="14646" y="54"/>
                </a:lnTo>
                <a:lnTo>
                  <a:pt x="14488" y="54"/>
                </a:lnTo>
                <a:moveTo>
                  <a:pt x="14223" y="54"/>
                </a:moveTo>
                <a:lnTo>
                  <a:pt x="14223" y="0"/>
                </a:lnTo>
                <a:lnTo>
                  <a:pt x="14382" y="0"/>
                </a:lnTo>
                <a:lnTo>
                  <a:pt x="14382" y="54"/>
                </a:lnTo>
                <a:lnTo>
                  <a:pt x="14223" y="54"/>
                </a:lnTo>
                <a:moveTo>
                  <a:pt x="13958" y="54"/>
                </a:moveTo>
                <a:lnTo>
                  <a:pt x="13958" y="0"/>
                </a:lnTo>
                <a:lnTo>
                  <a:pt x="14117" y="0"/>
                </a:lnTo>
                <a:lnTo>
                  <a:pt x="14117" y="54"/>
                </a:lnTo>
                <a:lnTo>
                  <a:pt x="13958" y="54"/>
                </a:lnTo>
                <a:moveTo>
                  <a:pt x="13693" y="54"/>
                </a:moveTo>
                <a:lnTo>
                  <a:pt x="13693" y="0"/>
                </a:lnTo>
                <a:lnTo>
                  <a:pt x="13852" y="0"/>
                </a:lnTo>
                <a:lnTo>
                  <a:pt x="13852" y="54"/>
                </a:lnTo>
                <a:lnTo>
                  <a:pt x="13693" y="54"/>
                </a:lnTo>
                <a:moveTo>
                  <a:pt x="13428" y="54"/>
                </a:moveTo>
                <a:lnTo>
                  <a:pt x="13428" y="0"/>
                </a:lnTo>
                <a:lnTo>
                  <a:pt x="13587" y="0"/>
                </a:lnTo>
                <a:lnTo>
                  <a:pt x="13587" y="54"/>
                </a:lnTo>
                <a:lnTo>
                  <a:pt x="13428" y="54"/>
                </a:lnTo>
                <a:moveTo>
                  <a:pt x="13164" y="54"/>
                </a:moveTo>
                <a:lnTo>
                  <a:pt x="13164" y="0"/>
                </a:lnTo>
                <a:lnTo>
                  <a:pt x="13322" y="0"/>
                </a:lnTo>
                <a:lnTo>
                  <a:pt x="13322" y="54"/>
                </a:lnTo>
                <a:lnTo>
                  <a:pt x="13164" y="54"/>
                </a:lnTo>
                <a:moveTo>
                  <a:pt x="12898" y="54"/>
                </a:moveTo>
                <a:lnTo>
                  <a:pt x="12898" y="0"/>
                </a:lnTo>
                <a:lnTo>
                  <a:pt x="13056" y="0"/>
                </a:lnTo>
                <a:lnTo>
                  <a:pt x="13056" y="54"/>
                </a:lnTo>
                <a:lnTo>
                  <a:pt x="12898" y="54"/>
                </a:lnTo>
                <a:moveTo>
                  <a:pt x="12633" y="54"/>
                </a:moveTo>
                <a:lnTo>
                  <a:pt x="12633" y="0"/>
                </a:lnTo>
                <a:lnTo>
                  <a:pt x="12792" y="0"/>
                </a:lnTo>
                <a:lnTo>
                  <a:pt x="12792" y="54"/>
                </a:lnTo>
                <a:lnTo>
                  <a:pt x="12633" y="54"/>
                </a:lnTo>
                <a:moveTo>
                  <a:pt x="12368" y="54"/>
                </a:moveTo>
                <a:lnTo>
                  <a:pt x="12368" y="0"/>
                </a:lnTo>
                <a:lnTo>
                  <a:pt x="12527" y="0"/>
                </a:lnTo>
                <a:lnTo>
                  <a:pt x="12527" y="54"/>
                </a:lnTo>
                <a:lnTo>
                  <a:pt x="12368" y="54"/>
                </a:lnTo>
                <a:moveTo>
                  <a:pt x="12103" y="54"/>
                </a:moveTo>
                <a:lnTo>
                  <a:pt x="12103" y="0"/>
                </a:lnTo>
                <a:lnTo>
                  <a:pt x="12262" y="0"/>
                </a:lnTo>
                <a:lnTo>
                  <a:pt x="12262" y="54"/>
                </a:lnTo>
                <a:lnTo>
                  <a:pt x="12103" y="54"/>
                </a:lnTo>
                <a:moveTo>
                  <a:pt x="11839" y="54"/>
                </a:moveTo>
                <a:lnTo>
                  <a:pt x="11839" y="0"/>
                </a:lnTo>
                <a:lnTo>
                  <a:pt x="11997" y="0"/>
                </a:lnTo>
                <a:lnTo>
                  <a:pt x="11997" y="54"/>
                </a:lnTo>
                <a:lnTo>
                  <a:pt x="11839" y="54"/>
                </a:lnTo>
                <a:moveTo>
                  <a:pt x="11574" y="54"/>
                </a:moveTo>
                <a:lnTo>
                  <a:pt x="11574" y="0"/>
                </a:lnTo>
                <a:lnTo>
                  <a:pt x="11732" y="0"/>
                </a:lnTo>
                <a:lnTo>
                  <a:pt x="11732" y="54"/>
                </a:lnTo>
                <a:lnTo>
                  <a:pt x="11574" y="54"/>
                </a:lnTo>
                <a:moveTo>
                  <a:pt x="11309" y="54"/>
                </a:moveTo>
                <a:lnTo>
                  <a:pt x="11309" y="0"/>
                </a:lnTo>
                <a:lnTo>
                  <a:pt x="11468" y="0"/>
                </a:lnTo>
                <a:lnTo>
                  <a:pt x="11468" y="54"/>
                </a:lnTo>
                <a:lnTo>
                  <a:pt x="11309" y="54"/>
                </a:lnTo>
                <a:moveTo>
                  <a:pt x="11044" y="54"/>
                </a:moveTo>
                <a:lnTo>
                  <a:pt x="11044" y="0"/>
                </a:lnTo>
                <a:lnTo>
                  <a:pt x="11203" y="0"/>
                </a:lnTo>
                <a:lnTo>
                  <a:pt x="11203" y="54"/>
                </a:lnTo>
                <a:lnTo>
                  <a:pt x="11044" y="54"/>
                </a:lnTo>
                <a:moveTo>
                  <a:pt x="10779" y="54"/>
                </a:moveTo>
                <a:lnTo>
                  <a:pt x="10779" y="0"/>
                </a:lnTo>
                <a:lnTo>
                  <a:pt x="10938" y="0"/>
                </a:lnTo>
                <a:lnTo>
                  <a:pt x="10938" y="54"/>
                </a:lnTo>
                <a:lnTo>
                  <a:pt x="10779" y="54"/>
                </a:lnTo>
                <a:moveTo>
                  <a:pt x="10515" y="54"/>
                </a:moveTo>
                <a:lnTo>
                  <a:pt x="10515" y="0"/>
                </a:lnTo>
                <a:lnTo>
                  <a:pt x="10673" y="0"/>
                </a:lnTo>
                <a:lnTo>
                  <a:pt x="10673" y="54"/>
                </a:lnTo>
                <a:lnTo>
                  <a:pt x="10515" y="54"/>
                </a:lnTo>
                <a:moveTo>
                  <a:pt x="10250" y="54"/>
                </a:moveTo>
                <a:lnTo>
                  <a:pt x="10250" y="0"/>
                </a:lnTo>
                <a:lnTo>
                  <a:pt x="10408" y="0"/>
                </a:lnTo>
                <a:lnTo>
                  <a:pt x="10408" y="54"/>
                </a:lnTo>
                <a:lnTo>
                  <a:pt x="10250" y="54"/>
                </a:lnTo>
                <a:moveTo>
                  <a:pt x="9985" y="54"/>
                </a:moveTo>
                <a:lnTo>
                  <a:pt x="9985" y="0"/>
                </a:lnTo>
                <a:lnTo>
                  <a:pt x="10144" y="0"/>
                </a:lnTo>
                <a:lnTo>
                  <a:pt x="10144" y="54"/>
                </a:lnTo>
                <a:lnTo>
                  <a:pt x="9985" y="54"/>
                </a:lnTo>
                <a:moveTo>
                  <a:pt x="9720" y="54"/>
                </a:moveTo>
                <a:lnTo>
                  <a:pt x="9720" y="0"/>
                </a:lnTo>
                <a:lnTo>
                  <a:pt x="9879" y="0"/>
                </a:lnTo>
                <a:lnTo>
                  <a:pt x="9879" y="54"/>
                </a:lnTo>
                <a:lnTo>
                  <a:pt x="9720" y="54"/>
                </a:lnTo>
                <a:moveTo>
                  <a:pt x="9455" y="54"/>
                </a:moveTo>
                <a:lnTo>
                  <a:pt x="9455" y="0"/>
                </a:lnTo>
                <a:lnTo>
                  <a:pt x="9614" y="0"/>
                </a:lnTo>
                <a:lnTo>
                  <a:pt x="9614" y="54"/>
                </a:lnTo>
                <a:lnTo>
                  <a:pt x="9455" y="54"/>
                </a:lnTo>
                <a:moveTo>
                  <a:pt x="9190" y="54"/>
                </a:moveTo>
                <a:lnTo>
                  <a:pt x="9190" y="0"/>
                </a:lnTo>
                <a:lnTo>
                  <a:pt x="9349" y="0"/>
                </a:lnTo>
                <a:lnTo>
                  <a:pt x="9349" y="54"/>
                </a:lnTo>
                <a:lnTo>
                  <a:pt x="9190" y="54"/>
                </a:lnTo>
                <a:moveTo>
                  <a:pt x="8926" y="54"/>
                </a:moveTo>
                <a:lnTo>
                  <a:pt x="8926" y="0"/>
                </a:lnTo>
                <a:lnTo>
                  <a:pt x="9084" y="0"/>
                </a:lnTo>
                <a:lnTo>
                  <a:pt x="9084" y="54"/>
                </a:lnTo>
                <a:lnTo>
                  <a:pt x="8926" y="54"/>
                </a:lnTo>
                <a:moveTo>
                  <a:pt x="8661" y="54"/>
                </a:moveTo>
                <a:lnTo>
                  <a:pt x="8661" y="0"/>
                </a:lnTo>
                <a:lnTo>
                  <a:pt x="8820" y="0"/>
                </a:lnTo>
                <a:lnTo>
                  <a:pt x="8820" y="54"/>
                </a:lnTo>
                <a:lnTo>
                  <a:pt x="8661" y="54"/>
                </a:lnTo>
                <a:moveTo>
                  <a:pt x="8396" y="54"/>
                </a:moveTo>
                <a:lnTo>
                  <a:pt x="8396" y="0"/>
                </a:lnTo>
                <a:lnTo>
                  <a:pt x="8555" y="0"/>
                </a:lnTo>
                <a:lnTo>
                  <a:pt x="8555" y="54"/>
                </a:lnTo>
                <a:lnTo>
                  <a:pt x="8396" y="54"/>
                </a:lnTo>
                <a:moveTo>
                  <a:pt x="8131" y="54"/>
                </a:moveTo>
                <a:lnTo>
                  <a:pt x="8131" y="0"/>
                </a:lnTo>
                <a:lnTo>
                  <a:pt x="8290" y="0"/>
                </a:lnTo>
                <a:lnTo>
                  <a:pt x="8290" y="54"/>
                </a:lnTo>
                <a:lnTo>
                  <a:pt x="8131" y="54"/>
                </a:lnTo>
                <a:moveTo>
                  <a:pt x="7866" y="54"/>
                </a:moveTo>
                <a:lnTo>
                  <a:pt x="7866" y="0"/>
                </a:lnTo>
                <a:lnTo>
                  <a:pt x="8025" y="0"/>
                </a:lnTo>
                <a:lnTo>
                  <a:pt x="8025" y="54"/>
                </a:lnTo>
                <a:lnTo>
                  <a:pt x="7866" y="54"/>
                </a:lnTo>
                <a:moveTo>
                  <a:pt x="7602" y="54"/>
                </a:moveTo>
                <a:lnTo>
                  <a:pt x="7602" y="0"/>
                </a:lnTo>
                <a:lnTo>
                  <a:pt x="7760" y="0"/>
                </a:lnTo>
                <a:lnTo>
                  <a:pt x="7760" y="54"/>
                </a:lnTo>
                <a:lnTo>
                  <a:pt x="7602" y="54"/>
                </a:lnTo>
                <a:moveTo>
                  <a:pt x="7337" y="54"/>
                </a:moveTo>
                <a:lnTo>
                  <a:pt x="7337" y="0"/>
                </a:lnTo>
                <a:lnTo>
                  <a:pt x="7496" y="0"/>
                </a:lnTo>
                <a:lnTo>
                  <a:pt x="7496" y="54"/>
                </a:lnTo>
                <a:lnTo>
                  <a:pt x="7337" y="54"/>
                </a:lnTo>
                <a:moveTo>
                  <a:pt x="7072" y="54"/>
                </a:moveTo>
                <a:lnTo>
                  <a:pt x="7072" y="0"/>
                </a:lnTo>
                <a:lnTo>
                  <a:pt x="7231" y="0"/>
                </a:lnTo>
                <a:lnTo>
                  <a:pt x="7231" y="54"/>
                </a:lnTo>
                <a:lnTo>
                  <a:pt x="7072" y="54"/>
                </a:lnTo>
                <a:moveTo>
                  <a:pt x="6807" y="54"/>
                </a:moveTo>
                <a:lnTo>
                  <a:pt x="6807" y="0"/>
                </a:lnTo>
                <a:lnTo>
                  <a:pt x="6966" y="0"/>
                </a:lnTo>
                <a:lnTo>
                  <a:pt x="6966" y="54"/>
                </a:lnTo>
                <a:lnTo>
                  <a:pt x="6807" y="54"/>
                </a:lnTo>
                <a:moveTo>
                  <a:pt x="6542" y="54"/>
                </a:moveTo>
                <a:lnTo>
                  <a:pt x="6542" y="0"/>
                </a:lnTo>
                <a:lnTo>
                  <a:pt x="6701" y="0"/>
                </a:lnTo>
                <a:lnTo>
                  <a:pt x="6701" y="54"/>
                </a:lnTo>
                <a:lnTo>
                  <a:pt x="6542" y="54"/>
                </a:lnTo>
                <a:moveTo>
                  <a:pt x="6278" y="54"/>
                </a:moveTo>
                <a:lnTo>
                  <a:pt x="6278" y="0"/>
                </a:lnTo>
                <a:lnTo>
                  <a:pt x="6436" y="0"/>
                </a:lnTo>
                <a:lnTo>
                  <a:pt x="6436" y="54"/>
                </a:lnTo>
                <a:lnTo>
                  <a:pt x="6278" y="54"/>
                </a:lnTo>
                <a:moveTo>
                  <a:pt x="6013" y="54"/>
                </a:moveTo>
                <a:lnTo>
                  <a:pt x="6013" y="0"/>
                </a:lnTo>
                <a:lnTo>
                  <a:pt x="6172" y="0"/>
                </a:lnTo>
                <a:lnTo>
                  <a:pt x="6172" y="54"/>
                </a:lnTo>
                <a:lnTo>
                  <a:pt x="6013" y="54"/>
                </a:lnTo>
                <a:moveTo>
                  <a:pt x="5748" y="54"/>
                </a:moveTo>
                <a:lnTo>
                  <a:pt x="5748" y="0"/>
                </a:lnTo>
                <a:lnTo>
                  <a:pt x="5907" y="0"/>
                </a:lnTo>
                <a:lnTo>
                  <a:pt x="5907" y="54"/>
                </a:lnTo>
                <a:lnTo>
                  <a:pt x="5748" y="54"/>
                </a:lnTo>
                <a:moveTo>
                  <a:pt x="5483" y="54"/>
                </a:moveTo>
                <a:lnTo>
                  <a:pt x="5483" y="0"/>
                </a:lnTo>
                <a:lnTo>
                  <a:pt x="5642" y="0"/>
                </a:lnTo>
                <a:lnTo>
                  <a:pt x="5642" y="54"/>
                </a:lnTo>
                <a:lnTo>
                  <a:pt x="5483" y="54"/>
                </a:lnTo>
                <a:moveTo>
                  <a:pt x="5218" y="54"/>
                </a:moveTo>
                <a:lnTo>
                  <a:pt x="5218" y="0"/>
                </a:lnTo>
                <a:lnTo>
                  <a:pt x="5377" y="0"/>
                </a:lnTo>
                <a:lnTo>
                  <a:pt x="5377" y="54"/>
                </a:lnTo>
                <a:lnTo>
                  <a:pt x="5218" y="54"/>
                </a:lnTo>
                <a:moveTo>
                  <a:pt x="4954" y="54"/>
                </a:moveTo>
                <a:lnTo>
                  <a:pt x="4954" y="0"/>
                </a:lnTo>
                <a:lnTo>
                  <a:pt x="5112" y="0"/>
                </a:lnTo>
                <a:lnTo>
                  <a:pt x="5112" y="54"/>
                </a:lnTo>
                <a:lnTo>
                  <a:pt x="4954" y="54"/>
                </a:lnTo>
                <a:moveTo>
                  <a:pt x="4689" y="54"/>
                </a:moveTo>
                <a:lnTo>
                  <a:pt x="4689" y="0"/>
                </a:lnTo>
                <a:lnTo>
                  <a:pt x="4848" y="0"/>
                </a:lnTo>
                <a:lnTo>
                  <a:pt x="4848" y="54"/>
                </a:lnTo>
                <a:lnTo>
                  <a:pt x="4689" y="54"/>
                </a:lnTo>
                <a:moveTo>
                  <a:pt x="4424" y="54"/>
                </a:moveTo>
                <a:lnTo>
                  <a:pt x="4424" y="0"/>
                </a:lnTo>
                <a:lnTo>
                  <a:pt x="4583" y="0"/>
                </a:lnTo>
                <a:lnTo>
                  <a:pt x="4583" y="54"/>
                </a:lnTo>
                <a:lnTo>
                  <a:pt x="4424" y="54"/>
                </a:lnTo>
                <a:moveTo>
                  <a:pt x="4159" y="54"/>
                </a:moveTo>
                <a:lnTo>
                  <a:pt x="4159" y="0"/>
                </a:lnTo>
                <a:lnTo>
                  <a:pt x="4318" y="0"/>
                </a:lnTo>
                <a:lnTo>
                  <a:pt x="4318" y="54"/>
                </a:lnTo>
                <a:lnTo>
                  <a:pt x="4159" y="54"/>
                </a:lnTo>
                <a:moveTo>
                  <a:pt x="3894" y="54"/>
                </a:moveTo>
                <a:lnTo>
                  <a:pt x="3894" y="0"/>
                </a:lnTo>
                <a:lnTo>
                  <a:pt x="4053" y="0"/>
                </a:lnTo>
                <a:lnTo>
                  <a:pt x="4053" y="54"/>
                </a:lnTo>
                <a:lnTo>
                  <a:pt x="3894" y="54"/>
                </a:lnTo>
                <a:moveTo>
                  <a:pt x="3630" y="54"/>
                </a:moveTo>
                <a:lnTo>
                  <a:pt x="3630" y="0"/>
                </a:lnTo>
                <a:lnTo>
                  <a:pt x="3788" y="0"/>
                </a:lnTo>
                <a:lnTo>
                  <a:pt x="3788" y="54"/>
                </a:lnTo>
                <a:lnTo>
                  <a:pt x="3630" y="54"/>
                </a:lnTo>
                <a:moveTo>
                  <a:pt x="3365" y="54"/>
                </a:moveTo>
                <a:lnTo>
                  <a:pt x="3365" y="0"/>
                </a:lnTo>
                <a:lnTo>
                  <a:pt x="3524" y="0"/>
                </a:lnTo>
                <a:lnTo>
                  <a:pt x="3524" y="54"/>
                </a:lnTo>
                <a:lnTo>
                  <a:pt x="3365" y="54"/>
                </a:lnTo>
                <a:moveTo>
                  <a:pt x="3100" y="54"/>
                </a:moveTo>
                <a:lnTo>
                  <a:pt x="3100" y="0"/>
                </a:lnTo>
                <a:lnTo>
                  <a:pt x="3259" y="0"/>
                </a:lnTo>
                <a:lnTo>
                  <a:pt x="3259" y="54"/>
                </a:lnTo>
                <a:lnTo>
                  <a:pt x="3100" y="54"/>
                </a:lnTo>
                <a:moveTo>
                  <a:pt x="2835" y="54"/>
                </a:moveTo>
                <a:lnTo>
                  <a:pt x="2835" y="0"/>
                </a:lnTo>
                <a:lnTo>
                  <a:pt x="2994" y="0"/>
                </a:lnTo>
                <a:lnTo>
                  <a:pt x="2994" y="54"/>
                </a:lnTo>
                <a:lnTo>
                  <a:pt x="2835" y="54"/>
                </a:lnTo>
                <a:moveTo>
                  <a:pt x="2570" y="54"/>
                </a:moveTo>
                <a:lnTo>
                  <a:pt x="2570" y="0"/>
                </a:lnTo>
                <a:lnTo>
                  <a:pt x="2729" y="0"/>
                </a:lnTo>
                <a:lnTo>
                  <a:pt x="2729" y="54"/>
                </a:lnTo>
                <a:lnTo>
                  <a:pt x="2570" y="54"/>
                </a:lnTo>
                <a:moveTo>
                  <a:pt x="2306" y="54"/>
                </a:moveTo>
                <a:lnTo>
                  <a:pt x="2306" y="0"/>
                </a:lnTo>
                <a:lnTo>
                  <a:pt x="2464" y="0"/>
                </a:lnTo>
                <a:lnTo>
                  <a:pt x="2464" y="54"/>
                </a:lnTo>
                <a:lnTo>
                  <a:pt x="2306" y="54"/>
                </a:lnTo>
                <a:moveTo>
                  <a:pt x="2041" y="54"/>
                </a:moveTo>
                <a:lnTo>
                  <a:pt x="2041" y="0"/>
                </a:lnTo>
                <a:lnTo>
                  <a:pt x="2200" y="0"/>
                </a:lnTo>
                <a:lnTo>
                  <a:pt x="2200" y="54"/>
                </a:lnTo>
                <a:lnTo>
                  <a:pt x="2041" y="54"/>
                </a:lnTo>
                <a:moveTo>
                  <a:pt x="1776" y="54"/>
                </a:moveTo>
                <a:lnTo>
                  <a:pt x="1776" y="0"/>
                </a:lnTo>
                <a:lnTo>
                  <a:pt x="1935" y="0"/>
                </a:lnTo>
                <a:lnTo>
                  <a:pt x="1935" y="54"/>
                </a:lnTo>
                <a:lnTo>
                  <a:pt x="1776" y="54"/>
                </a:lnTo>
                <a:moveTo>
                  <a:pt x="1511" y="54"/>
                </a:moveTo>
                <a:lnTo>
                  <a:pt x="1511" y="0"/>
                </a:lnTo>
                <a:lnTo>
                  <a:pt x="1670" y="0"/>
                </a:lnTo>
                <a:lnTo>
                  <a:pt x="1670" y="54"/>
                </a:lnTo>
                <a:lnTo>
                  <a:pt x="1511" y="54"/>
                </a:lnTo>
                <a:moveTo>
                  <a:pt x="1246" y="54"/>
                </a:moveTo>
                <a:lnTo>
                  <a:pt x="1246" y="0"/>
                </a:lnTo>
                <a:lnTo>
                  <a:pt x="1405" y="0"/>
                </a:lnTo>
                <a:lnTo>
                  <a:pt x="1405" y="54"/>
                </a:lnTo>
                <a:lnTo>
                  <a:pt x="1246" y="54"/>
                </a:lnTo>
                <a:moveTo>
                  <a:pt x="982" y="54"/>
                </a:moveTo>
                <a:lnTo>
                  <a:pt x="982" y="0"/>
                </a:lnTo>
                <a:lnTo>
                  <a:pt x="1140" y="0"/>
                </a:lnTo>
                <a:lnTo>
                  <a:pt x="1140" y="54"/>
                </a:lnTo>
                <a:lnTo>
                  <a:pt x="982" y="54"/>
                </a:lnTo>
                <a:moveTo>
                  <a:pt x="717" y="54"/>
                </a:moveTo>
                <a:lnTo>
                  <a:pt x="717" y="0"/>
                </a:lnTo>
                <a:lnTo>
                  <a:pt x="876" y="0"/>
                </a:lnTo>
                <a:lnTo>
                  <a:pt x="876" y="54"/>
                </a:lnTo>
                <a:lnTo>
                  <a:pt x="717" y="54"/>
                </a:lnTo>
                <a:moveTo>
                  <a:pt x="452" y="54"/>
                </a:moveTo>
                <a:lnTo>
                  <a:pt x="452" y="0"/>
                </a:lnTo>
                <a:lnTo>
                  <a:pt x="611" y="0"/>
                </a:lnTo>
                <a:lnTo>
                  <a:pt x="611" y="54"/>
                </a:lnTo>
                <a:lnTo>
                  <a:pt x="452" y="54"/>
                </a:lnTo>
                <a:moveTo>
                  <a:pt x="187" y="54"/>
                </a:moveTo>
                <a:cubicBezTo>
                  <a:pt x="186" y="54"/>
                  <a:pt x="184" y="54"/>
                  <a:pt x="183" y="54"/>
                </a:cubicBezTo>
                <a:lnTo>
                  <a:pt x="182" y="0"/>
                </a:lnTo>
                <a:cubicBezTo>
                  <a:pt x="184" y="0"/>
                  <a:pt x="185" y="0"/>
                  <a:pt x="187" y="0"/>
                </a:cubicBezTo>
                <a:lnTo>
                  <a:pt x="346" y="0"/>
                </a:lnTo>
                <a:lnTo>
                  <a:pt x="346" y="54"/>
                </a:lnTo>
                <a:lnTo>
                  <a:pt x="187" y="54"/>
                </a:lnTo>
                <a:moveTo>
                  <a:pt x="37" y="116"/>
                </a:moveTo>
                <a:lnTo>
                  <a:pt x="0" y="79"/>
                </a:lnTo>
                <a:cubicBezTo>
                  <a:pt x="20" y="59"/>
                  <a:pt x="43" y="41"/>
                  <a:pt x="68" y="29"/>
                </a:cubicBezTo>
                <a:lnTo>
                  <a:pt x="92" y="77"/>
                </a:lnTo>
                <a:cubicBezTo>
                  <a:pt x="72" y="87"/>
                  <a:pt x="54" y="100"/>
                  <a:pt x="37" y="116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695880" y="6321240"/>
            <a:ext cx="10801800" cy="41760"/>
          </a:xfrm>
          <a:custGeom>
            <a:avLst/>
            <a:gdLst/>
            <a:ahLst/>
            <a:rect l="0" t="0" r="r" b="b"/>
            <a:pathLst>
              <a:path w="30005" h="116">
                <a:moveTo>
                  <a:pt x="102" y="46"/>
                </a:moveTo>
                <a:cubicBezTo>
                  <a:pt x="122" y="55"/>
                  <a:pt x="143" y="60"/>
                  <a:pt x="164" y="62"/>
                </a:cubicBezTo>
                <a:lnTo>
                  <a:pt x="159" y="115"/>
                </a:lnTo>
                <a:cubicBezTo>
                  <a:pt x="133" y="112"/>
                  <a:pt x="107" y="106"/>
                  <a:pt x="82" y="96"/>
                </a:cubicBezTo>
                <a:cubicBezTo>
                  <a:pt x="51" y="83"/>
                  <a:pt x="24" y="65"/>
                  <a:pt x="0" y="41"/>
                </a:cubicBezTo>
                <a:lnTo>
                  <a:pt x="37" y="3"/>
                </a:lnTo>
                <a:cubicBezTo>
                  <a:pt x="56" y="21"/>
                  <a:pt x="78" y="35"/>
                  <a:pt x="102" y="46"/>
                </a:cubicBezTo>
                <a:moveTo>
                  <a:pt x="426" y="63"/>
                </a:moveTo>
                <a:lnTo>
                  <a:pt x="426" y="116"/>
                </a:lnTo>
                <a:lnTo>
                  <a:pt x="267" y="116"/>
                </a:lnTo>
                <a:lnTo>
                  <a:pt x="267" y="63"/>
                </a:lnTo>
                <a:lnTo>
                  <a:pt x="426" y="63"/>
                </a:lnTo>
                <a:moveTo>
                  <a:pt x="691" y="63"/>
                </a:moveTo>
                <a:lnTo>
                  <a:pt x="691" y="116"/>
                </a:lnTo>
                <a:lnTo>
                  <a:pt x="532" y="116"/>
                </a:lnTo>
                <a:lnTo>
                  <a:pt x="532" y="63"/>
                </a:lnTo>
                <a:lnTo>
                  <a:pt x="691" y="63"/>
                </a:lnTo>
                <a:moveTo>
                  <a:pt x="955" y="63"/>
                </a:moveTo>
                <a:lnTo>
                  <a:pt x="955" y="116"/>
                </a:lnTo>
                <a:lnTo>
                  <a:pt x="797" y="116"/>
                </a:lnTo>
                <a:lnTo>
                  <a:pt x="797" y="63"/>
                </a:lnTo>
                <a:lnTo>
                  <a:pt x="955" y="63"/>
                </a:lnTo>
                <a:moveTo>
                  <a:pt x="1220" y="63"/>
                </a:moveTo>
                <a:lnTo>
                  <a:pt x="1220" y="116"/>
                </a:lnTo>
                <a:lnTo>
                  <a:pt x="1061" y="116"/>
                </a:lnTo>
                <a:lnTo>
                  <a:pt x="1061" y="63"/>
                </a:lnTo>
                <a:lnTo>
                  <a:pt x="1220" y="63"/>
                </a:lnTo>
                <a:moveTo>
                  <a:pt x="1485" y="63"/>
                </a:moveTo>
                <a:lnTo>
                  <a:pt x="1485" y="116"/>
                </a:lnTo>
                <a:lnTo>
                  <a:pt x="1326" y="116"/>
                </a:lnTo>
                <a:lnTo>
                  <a:pt x="1326" y="63"/>
                </a:lnTo>
                <a:lnTo>
                  <a:pt x="1485" y="63"/>
                </a:lnTo>
                <a:moveTo>
                  <a:pt x="1750" y="63"/>
                </a:moveTo>
                <a:lnTo>
                  <a:pt x="1750" y="116"/>
                </a:lnTo>
                <a:lnTo>
                  <a:pt x="1591" y="116"/>
                </a:lnTo>
                <a:lnTo>
                  <a:pt x="1591" y="63"/>
                </a:lnTo>
                <a:lnTo>
                  <a:pt x="1750" y="63"/>
                </a:lnTo>
                <a:moveTo>
                  <a:pt x="2015" y="63"/>
                </a:moveTo>
                <a:lnTo>
                  <a:pt x="2015" y="116"/>
                </a:lnTo>
                <a:lnTo>
                  <a:pt x="1856" y="116"/>
                </a:lnTo>
                <a:lnTo>
                  <a:pt x="1856" y="63"/>
                </a:lnTo>
                <a:lnTo>
                  <a:pt x="2015" y="63"/>
                </a:lnTo>
                <a:moveTo>
                  <a:pt x="2279" y="63"/>
                </a:moveTo>
                <a:lnTo>
                  <a:pt x="2279" y="116"/>
                </a:lnTo>
                <a:lnTo>
                  <a:pt x="2121" y="116"/>
                </a:lnTo>
                <a:lnTo>
                  <a:pt x="2121" y="63"/>
                </a:lnTo>
                <a:lnTo>
                  <a:pt x="2279" y="63"/>
                </a:lnTo>
                <a:moveTo>
                  <a:pt x="2544" y="63"/>
                </a:moveTo>
                <a:lnTo>
                  <a:pt x="2544" y="116"/>
                </a:lnTo>
                <a:lnTo>
                  <a:pt x="2385" y="116"/>
                </a:lnTo>
                <a:lnTo>
                  <a:pt x="2385" y="63"/>
                </a:lnTo>
                <a:lnTo>
                  <a:pt x="2544" y="63"/>
                </a:lnTo>
                <a:moveTo>
                  <a:pt x="2809" y="63"/>
                </a:moveTo>
                <a:lnTo>
                  <a:pt x="2809" y="116"/>
                </a:lnTo>
                <a:lnTo>
                  <a:pt x="2650" y="116"/>
                </a:lnTo>
                <a:lnTo>
                  <a:pt x="2650" y="63"/>
                </a:lnTo>
                <a:lnTo>
                  <a:pt x="2809" y="63"/>
                </a:lnTo>
                <a:moveTo>
                  <a:pt x="3074" y="63"/>
                </a:moveTo>
                <a:lnTo>
                  <a:pt x="3074" y="116"/>
                </a:lnTo>
                <a:lnTo>
                  <a:pt x="2915" y="116"/>
                </a:lnTo>
                <a:lnTo>
                  <a:pt x="2915" y="63"/>
                </a:lnTo>
                <a:lnTo>
                  <a:pt x="3074" y="63"/>
                </a:lnTo>
                <a:moveTo>
                  <a:pt x="3339" y="63"/>
                </a:moveTo>
                <a:lnTo>
                  <a:pt x="3339" y="116"/>
                </a:lnTo>
                <a:lnTo>
                  <a:pt x="3180" y="116"/>
                </a:lnTo>
                <a:lnTo>
                  <a:pt x="3180" y="63"/>
                </a:lnTo>
                <a:lnTo>
                  <a:pt x="3339" y="63"/>
                </a:lnTo>
                <a:moveTo>
                  <a:pt x="3603" y="63"/>
                </a:moveTo>
                <a:lnTo>
                  <a:pt x="3603" y="116"/>
                </a:lnTo>
                <a:lnTo>
                  <a:pt x="3445" y="116"/>
                </a:lnTo>
                <a:lnTo>
                  <a:pt x="3445" y="63"/>
                </a:lnTo>
                <a:lnTo>
                  <a:pt x="3603" y="63"/>
                </a:lnTo>
                <a:moveTo>
                  <a:pt x="3868" y="63"/>
                </a:moveTo>
                <a:lnTo>
                  <a:pt x="3868" y="116"/>
                </a:lnTo>
                <a:lnTo>
                  <a:pt x="3709" y="116"/>
                </a:lnTo>
                <a:lnTo>
                  <a:pt x="3709" y="63"/>
                </a:lnTo>
                <a:lnTo>
                  <a:pt x="3868" y="63"/>
                </a:lnTo>
                <a:moveTo>
                  <a:pt x="4133" y="63"/>
                </a:moveTo>
                <a:lnTo>
                  <a:pt x="4133" y="116"/>
                </a:lnTo>
                <a:lnTo>
                  <a:pt x="3974" y="116"/>
                </a:lnTo>
                <a:lnTo>
                  <a:pt x="3974" y="63"/>
                </a:lnTo>
                <a:lnTo>
                  <a:pt x="4133" y="63"/>
                </a:lnTo>
                <a:moveTo>
                  <a:pt x="4398" y="63"/>
                </a:moveTo>
                <a:lnTo>
                  <a:pt x="4398" y="116"/>
                </a:lnTo>
                <a:lnTo>
                  <a:pt x="4239" y="116"/>
                </a:lnTo>
                <a:lnTo>
                  <a:pt x="4239" y="63"/>
                </a:lnTo>
                <a:lnTo>
                  <a:pt x="4398" y="63"/>
                </a:lnTo>
                <a:moveTo>
                  <a:pt x="4663" y="63"/>
                </a:moveTo>
                <a:lnTo>
                  <a:pt x="4663" y="116"/>
                </a:lnTo>
                <a:lnTo>
                  <a:pt x="4504" y="116"/>
                </a:lnTo>
                <a:lnTo>
                  <a:pt x="4504" y="63"/>
                </a:lnTo>
                <a:lnTo>
                  <a:pt x="4663" y="63"/>
                </a:lnTo>
                <a:moveTo>
                  <a:pt x="4927" y="63"/>
                </a:moveTo>
                <a:lnTo>
                  <a:pt x="4927" y="116"/>
                </a:lnTo>
                <a:lnTo>
                  <a:pt x="4769" y="116"/>
                </a:lnTo>
                <a:lnTo>
                  <a:pt x="4769" y="63"/>
                </a:lnTo>
                <a:lnTo>
                  <a:pt x="4927" y="63"/>
                </a:lnTo>
                <a:moveTo>
                  <a:pt x="5192" y="63"/>
                </a:moveTo>
                <a:lnTo>
                  <a:pt x="5192" y="116"/>
                </a:lnTo>
                <a:lnTo>
                  <a:pt x="5033" y="116"/>
                </a:lnTo>
                <a:lnTo>
                  <a:pt x="5033" y="63"/>
                </a:lnTo>
                <a:lnTo>
                  <a:pt x="5192" y="63"/>
                </a:lnTo>
                <a:moveTo>
                  <a:pt x="5457" y="63"/>
                </a:moveTo>
                <a:lnTo>
                  <a:pt x="5457" y="116"/>
                </a:lnTo>
                <a:lnTo>
                  <a:pt x="5298" y="116"/>
                </a:lnTo>
                <a:lnTo>
                  <a:pt x="5298" y="63"/>
                </a:lnTo>
                <a:lnTo>
                  <a:pt x="5457" y="63"/>
                </a:lnTo>
                <a:moveTo>
                  <a:pt x="5722" y="63"/>
                </a:moveTo>
                <a:lnTo>
                  <a:pt x="5722" y="116"/>
                </a:lnTo>
                <a:lnTo>
                  <a:pt x="5563" y="116"/>
                </a:lnTo>
                <a:lnTo>
                  <a:pt x="5563" y="63"/>
                </a:lnTo>
                <a:lnTo>
                  <a:pt x="5722" y="63"/>
                </a:lnTo>
                <a:moveTo>
                  <a:pt x="5987" y="63"/>
                </a:moveTo>
                <a:lnTo>
                  <a:pt x="5987" y="116"/>
                </a:lnTo>
                <a:lnTo>
                  <a:pt x="5828" y="116"/>
                </a:lnTo>
                <a:lnTo>
                  <a:pt x="5828" y="63"/>
                </a:lnTo>
                <a:lnTo>
                  <a:pt x="5987" y="63"/>
                </a:lnTo>
                <a:moveTo>
                  <a:pt x="6251" y="63"/>
                </a:moveTo>
                <a:lnTo>
                  <a:pt x="6251" y="116"/>
                </a:lnTo>
                <a:lnTo>
                  <a:pt x="6093" y="116"/>
                </a:lnTo>
                <a:lnTo>
                  <a:pt x="6093" y="63"/>
                </a:lnTo>
                <a:lnTo>
                  <a:pt x="6251" y="63"/>
                </a:lnTo>
                <a:moveTo>
                  <a:pt x="6516" y="63"/>
                </a:moveTo>
                <a:lnTo>
                  <a:pt x="6516" y="116"/>
                </a:lnTo>
                <a:lnTo>
                  <a:pt x="6357" y="116"/>
                </a:lnTo>
                <a:lnTo>
                  <a:pt x="6357" y="63"/>
                </a:lnTo>
                <a:lnTo>
                  <a:pt x="6516" y="63"/>
                </a:lnTo>
                <a:moveTo>
                  <a:pt x="6781" y="63"/>
                </a:moveTo>
                <a:lnTo>
                  <a:pt x="6781" y="116"/>
                </a:lnTo>
                <a:lnTo>
                  <a:pt x="6622" y="116"/>
                </a:lnTo>
                <a:lnTo>
                  <a:pt x="6622" y="63"/>
                </a:lnTo>
                <a:lnTo>
                  <a:pt x="6781" y="63"/>
                </a:lnTo>
                <a:moveTo>
                  <a:pt x="7046" y="63"/>
                </a:moveTo>
                <a:lnTo>
                  <a:pt x="7046" y="116"/>
                </a:lnTo>
                <a:lnTo>
                  <a:pt x="6887" y="116"/>
                </a:lnTo>
                <a:lnTo>
                  <a:pt x="6887" y="63"/>
                </a:lnTo>
                <a:lnTo>
                  <a:pt x="7046" y="63"/>
                </a:lnTo>
                <a:moveTo>
                  <a:pt x="7311" y="63"/>
                </a:moveTo>
                <a:lnTo>
                  <a:pt x="7311" y="116"/>
                </a:lnTo>
                <a:lnTo>
                  <a:pt x="7152" y="116"/>
                </a:lnTo>
                <a:lnTo>
                  <a:pt x="7152" y="63"/>
                </a:lnTo>
                <a:lnTo>
                  <a:pt x="7311" y="63"/>
                </a:lnTo>
                <a:moveTo>
                  <a:pt x="7575" y="63"/>
                </a:moveTo>
                <a:lnTo>
                  <a:pt x="7575" y="116"/>
                </a:lnTo>
                <a:lnTo>
                  <a:pt x="7417" y="116"/>
                </a:lnTo>
                <a:lnTo>
                  <a:pt x="7417" y="63"/>
                </a:lnTo>
                <a:lnTo>
                  <a:pt x="7575" y="63"/>
                </a:lnTo>
                <a:moveTo>
                  <a:pt x="7840" y="63"/>
                </a:moveTo>
                <a:lnTo>
                  <a:pt x="7840" y="116"/>
                </a:lnTo>
                <a:lnTo>
                  <a:pt x="7681" y="116"/>
                </a:lnTo>
                <a:lnTo>
                  <a:pt x="7681" y="63"/>
                </a:lnTo>
                <a:lnTo>
                  <a:pt x="7840" y="63"/>
                </a:lnTo>
                <a:moveTo>
                  <a:pt x="8105" y="63"/>
                </a:moveTo>
                <a:lnTo>
                  <a:pt x="8105" y="116"/>
                </a:lnTo>
                <a:lnTo>
                  <a:pt x="7946" y="116"/>
                </a:lnTo>
                <a:lnTo>
                  <a:pt x="7946" y="63"/>
                </a:lnTo>
                <a:lnTo>
                  <a:pt x="8105" y="63"/>
                </a:lnTo>
                <a:moveTo>
                  <a:pt x="8370" y="63"/>
                </a:moveTo>
                <a:lnTo>
                  <a:pt x="8370" y="116"/>
                </a:lnTo>
                <a:lnTo>
                  <a:pt x="8211" y="116"/>
                </a:lnTo>
                <a:lnTo>
                  <a:pt x="8211" y="63"/>
                </a:lnTo>
                <a:lnTo>
                  <a:pt x="8370" y="63"/>
                </a:lnTo>
                <a:moveTo>
                  <a:pt x="8635" y="63"/>
                </a:moveTo>
                <a:lnTo>
                  <a:pt x="8635" y="116"/>
                </a:lnTo>
                <a:lnTo>
                  <a:pt x="8476" y="116"/>
                </a:lnTo>
                <a:lnTo>
                  <a:pt x="8476" y="63"/>
                </a:lnTo>
                <a:lnTo>
                  <a:pt x="8635" y="63"/>
                </a:lnTo>
                <a:moveTo>
                  <a:pt x="8899" y="63"/>
                </a:moveTo>
                <a:lnTo>
                  <a:pt x="8899" y="116"/>
                </a:lnTo>
                <a:lnTo>
                  <a:pt x="8741" y="116"/>
                </a:lnTo>
                <a:lnTo>
                  <a:pt x="8741" y="63"/>
                </a:lnTo>
                <a:lnTo>
                  <a:pt x="8899" y="63"/>
                </a:lnTo>
                <a:moveTo>
                  <a:pt x="9164" y="63"/>
                </a:moveTo>
                <a:lnTo>
                  <a:pt x="9164" y="116"/>
                </a:lnTo>
                <a:lnTo>
                  <a:pt x="9005" y="116"/>
                </a:lnTo>
                <a:lnTo>
                  <a:pt x="9005" y="63"/>
                </a:lnTo>
                <a:lnTo>
                  <a:pt x="9164" y="63"/>
                </a:lnTo>
                <a:moveTo>
                  <a:pt x="9429" y="63"/>
                </a:moveTo>
                <a:lnTo>
                  <a:pt x="9429" y="116"/>
                </a:lnTo>
                <a:lnTo>
                  <a:pt x="9270" y="116"/>
                </a:lnTo>
                <a:lnTo>
                  <a:pt x="9270" y="63"/>
                </a:lnTo>
                <a:lnTo>
                  <a:pt x="9429" y="63"/>
                </a:lnTo>
                <a:moveTo>
                  <a:pt x="9694" y="63"/>
                </a:moveTo>
                <a:lnTo>
                  <a:pt x="9694" y="116"/>
                </a:lnTo>
                <a:lnTo>
                  <a:pt x="9535" y="116"/>
                </a:lnTo>
                <a:lnTo>
                  <a:pt x="9535" y="63"/>
                </a:lnTo>
                <a:lnTo>
                  <a:pt x="9694" y="63"/>
                </a:lnTo>
                <a:moveTo>
                  <a:pt x="9959" y="63"/>
                </a:moveTo>
                <a:lnTo>
                  <a:pt x="9959" y="116"/>
                </a:lnTo>
                <a:lnTo>
                  <a:pt x="9800" y="116"/>
                </a:lnTo>
                <a:lnTo>
                  <a:pt x="9800" y="63"/>
                </a:lnTo>
                <a:lnTo>
                  <a:pt x="9959" y="63"/>
                </a:lnTo>
                <a:moveTo>
                  <a:pt x="10223" y="63"/>
                </a:moveTo>
                <a:lnTo>
                  <a:pt x="10223" y="116"/>
                </a:lnTo>
                <a:lnTo>
                  <a:pt x="10065" y="116"/>
                </a:lnTo>
                <a:lnTo>
                  <a:pt x="10065" y="63"/>
                </a:lnTo>
                <a:lnTo>
                  <a:pt x="10223" y="63"/>
                </a:lnTo>
                <a:moveTo>
                  <a:pt x="10488" y="63"/>
                </a:moveTo>
                <a:lnTo>
                  <a:pt x="10488" y="116"/>
                </a:lnTo>
                <a:lnTo>
                  <a:pt x="10330" y="116"/>
                </a:lnTo>
                <a:lnTo>
                  <a:pt x="10330" y="63"/>
                </a:lnTo>
                <a:lnTo>
                  <a:pt x="10488" y="63"/>
                </a:lnTo>
                <a:moveTo>
                  <a:pt x="10753" y="63"/>
                </a:moveTo>
                <a:lnTo>
                  <a:pt x="10753" y="116"/>
                </a:lnTo>
                <a:lnTo>
                  <a:pt x="10594" y="116"/>
                </a:lnTo>
                <a:lnTo>
                  <a:pt x="10594" y="63"/>
                </a:lnTo>
                <a:lnTo>
                  <a:pt x="10753" y="63"/>
                </a:lnTo>
                <a:moveTo>
                  <a:pt x="11018" y="63"/>
                </a:moveTo>
                <a:lnTo>
                  <a:pt x="11018" y="116"/>
                </a:lnTo>
                <a:lnTo>
                  <a:pt x="10859" y="116"/>
                </a:lnTo>
                <a:lnTo>
                  <a:pt x="10859" y="63"/>
                </a:lnTo>
                <a:lnTo>
                  <a:pt x="11018" y="63"/>
                </a:lnTo>
                <a:moveTo>
                  <a:pt x="11283" y="63"/>
                </a:moveTo>
                <a:lnTo>
                  <a:pt x="11283" y="116"/>
                </a:lnTo>
                <a:lnTo>
                  <a:pt x="11124" y="116"/>
                </a:lnTo>
                <a:lnTo>
                  <a:pt x="11124" y="63"/>
                </a:lnTo>
                <a:lnTo>
                  <a:pt x="11283" y="63"/>
                </a:lnTo>
                <a:moveTo>
                  <a:pt x="11547" y="63"/>
                </a:moveTo>
                <a:lnTo>
                  <a:pt x="11547" y="116"/>
                </a:lnTo>
                <a:lnTo>
                  <a:pt x="11389" y="116"/>
                </a:lnTo>
                <a:lnTo>
                  <a:pt x="11389" y="63"/>
                </a:lnTo>
                <a:lnTo>
                  <a:pt x="11547" y="63"/>
                </a:lnTo>
                <a:moveTo>
                  <a:pt x="11812" y="63"/>
                </a:moveTo>
                <a:lnTo>
                  <a:pt x="11812" y="116"/>
                </a:lnTo>
                <a:lnTo>
                  <a:pt x="11654" y="116"/>
                </a:lnTo>
                <a:lnTo>
                  <a:pt x="11654" y="63"/>
                </a:lnTo>
                <a:lnTo>
                  <a:pt x="11812" y="63"/>
                </a:lnTo>
                <a:moveTo>
                  <a:pt x="12077" y="63"/>
                </a:moveTo>
                <a:lnTo>
                  <a:pt x="12077" y="116"/>
                </a:lnTo>
                <a:lnTo>
                  <a:pt x="11918" y="116"/>
                </a:lnTo>
                <a:lnTo>
                  <a:pt x="11918" y="63"/>
                </a:lnTo>
                <a:lnTo>
                  <a:pt x="12077" y="63"/>
                </a:lnTo>
                <a:moveTo>
                  <a:pt x="12342" y="63"/>
                </a:moveTo>
                <a:lnTo>
                  <a:pt x="12342" y="116"/>
                </a:lnTo>
                <a:lnTo>
                  <a:pt x="12183" y="116"/>
                </a:lnTo>
                <a:lnTo>
                  <a:pt x="12183" y="63"/>
                </a:lnTo>
                <a:lnTo>
                  <a:pt x="12342" y="63"/>
                </a:lnTo>
                <a:moveTo>
                  <a:pt x="12607" y="63"/>
                </a:moveTo>
                <a:lnTo>
                  <a:pt x="12607" y="116"/>
                </a:lnTo>
                <a:lnTo>
                  <a:pt x="12448" y="116"/>
                </a:lnTo>
                <a:lnTo>
                  <a:pt x="12448" y="63"/>
                </a:lnTo>
                <a:lnTo>
                  <a:pt x="12607" y="63"/>
                </a:lnTo>
                <a:moveTo>
                  <a:pt x="12871" y="63"/>
                </a:moveTo>
                <a:lnTo>
                  <a:pt x="12871" y="116"/>
                </a:lnTo>
                <a:lnTo>
                  <a:pt x="12713" y="116"/>
                </a:lnTo>
                <a:lnTo>
                  <a:pt x="12713" y="63"/>
                </a:lnTo>
                <a:lnTo>
                  <a:pt x="12871" y="63"/>
                </a:lnTo>
                <a:moveTo>
                  <a:pt x="13137" y="63"/>
                </a:moveTo>
                <a:lnTo>
                  <a:pt x="13137" y="116"/>
                </a:lnTo>
                <a:lnTo>
                  <a:pt x="12978" y="116"/>
                </a:lnTo>
                <a:lnTo>
                  <a:pt x="12978" y="63"/>
                </a:lnTo>
                <a:lnTo>
                  <a:pt x="13137" y="63"/>
                </a:lnTo>
                <a:moveTo>
                  <a:pt x="13402" y="63"/>
                </a:moveTo>
                <a:lnTo>
                  <a:pt x="13402" y="116"/>
                </a:lnTo>
                <a:lnTo>
                  <a:pt x="13243" y="116"/>
                </a:lnTo>
                <a:lnTo>
                  <a:pt x="13243" y="63"/>
                </a:lnTo>
                <a:lnTo>
                  <a:pt x="13402" y="63"/>
                </a:lnTo>
                <a:moveTo>
                  <a:pt x="13667" y="63"/>
                </a:moveTo>
                <a:lnTo>
                  <a:pt x="13667" y="116"/>
                </a:lnTo>
                <a:lnTo>
                  <a:pt x="13508" y="116"/>
                </a:lnTo>
                <a:lnTo>
                  <a:pt x="13508" y="63"/>
                </a:lnTo>
                <a:lnTo>
                  <a:pt x="13667" y="63"/>
                </a:lnTo>
                <a:moveTo>
                  <a:pt x="13932" y="63"/>
                </a:moveTo>
                <a:lnTo>
                  <a:pt x="13932" y="116"/>
                </a:lnTo>
                <a:lnTo>
                  <a:pt x="13773" y="116"/>
                </a:lnTo>
                <a:lnTo>
                  <a:pt x="13773" y="63"/>
                </a:lnTo>
                <a:lnTo>
                  <a:pt x="13932" y="63"/>
                </a:lnTo>
                <a:moveTo>
                  <a:pt x="14197" y="63"/>
                </a:moveTo>
                <a:lnTo>
                  <a:pt x="14197" y="116"/>
                </a:lnTo>
                <a:lnTo>
                  <a:pt x="14038" y="116"/>
                </a:lnTo>
                <a:lnTo>
                  <a:pt x="14038" y="63"/>
                </a:lnTo>
                <a:lnTo>
                  <a:pt x="14197" y="63"/>
                </a:lnTo>
                <a:moveTo>
                  <a:pt x="14461" y="63"/>
                </a:moveTo>
                <a:lnTo>
                  <a:pt x="14461" y="116"/>
                </a:lnTo>
                <a:lnTo>
                  <a:pt x="14303" y="116"/>
                </a:lnTo>
                <a:lnTo>
                  <a:pt x="14303" y="63"/>
                </a:lnTo>
                <a:lnTo>
                  <a:pt x="14461" y="63"/>
                </a:lnTo>
                <a:moveTo>
                  <a:pt x="14726" y="63"/>
                </a:moveTo>
                <a:lnTo>
                  <a:pt x="14726" y="116"/>
                </a:lnTo>
                <a:lnTo>
                  <a:pt x="14567" y="116"/>
                </a:lnTo>
                <a:lnTo>
                  <a:pt x="14567" y="63"/>
                </a:lnTo>
                <a:lnTo>
                  <a:pt x="14726" y="63"/>
                </a:lnTo>
                <a:moveTo>
                  <a:pt x="14991" y="63"/>
                </a:moveTo>
                <a:lnTo>
                  <a:pt x="14991" y="116"/>
                </a:lnTo>
                <a:lnTo>
                  <a:pt x="14832" y="116"/>
                </a:lnTo>
                <a:lnTo>
                  <a:pt x="14832" y="63"/>
                </a:lnTo>
                <a:lnTo>
                  <a:pt x="14991" y="63"/>
                </a:lnTo>
                <a:moveTo>
                  <a:pt x="15256" y="63"/>
                </a:moveTo>
                <a:lnTo>
                  <a:pt x="15256" y="116"/>
                </a:lnTo>
                <a:lnTo>
                  <a:pt x="15097" y="116"/>
                </a:lnTo>
                <a:lnTo>
                  <a:pt x="15097" y="63"/>
                </a:lnTo>
                <a:lnTo>
                  <a:pt x="15256" y="63"/>
                </a:lnTo>
                <a:moveTo>
                  <a:pt x="15521" y="63"/>
                </a:moveTo>
                <a:lnTo>
                  <a:pt x="15521" y="116"/>
                </a:lnTo>
                <a:lnTo>
                  <a:pt x="15362" y="116"/>
                </a:lnTo>
                <a:lnTo>
                  <a:pt x="15362" y="63"/>
                </a:lnTo>
                <a:lnTo>
                  <a:pt x="15521" y="63"/>
                </a:lnTo>
                <a:moveTo>
                  <a:pt x="15785" y="63"/>
                </a:moveTo>
                <a:lnTo>
                  <a:pt x="15785" y="116"/>
                </a:lnTo>
                <a:lnTo>
                  <a:pt x="15627" y="116"/>
                </a:lnTo>
                <a:lnTo>
                  <a:pt x="15627" y="63"/>
                </a:lnTo>
                <a:lnTo>
                  <a:pt x="15785" y="63"/>
                </a:lnTo>
                <a:moveTo>
                  <a:pt x="16050" y="63"/>
                </a:moveTo>
                <a:lnTo>
                  <a:pt x="16050" y="116"/>
                </a:lnTo>
                <a:lnTo>
                  <a:pt x="15891" y="116"/>
                </a:lnTo>
                <a:lnTo>
                  <a:pt x="15891" y="63"/>
                </a:lnTo>
                <a:lnTo>
                  <a:pt x="16050" y="63"/>
                </a:lnTo>
                <a:moveTo>
                  <a:pt x="16315" y="63"/>
                </a:moveTo>
                <a:lnTo>
                  <a:pt x="16315" y="116"/>
                </a:lnTo>
                <a:lnTo>
                  <a:pt x="16156" y="116"/>
                </a:lnTo>
                <a:lnTo>
                  <a:pt x="16156" y="63"/>
                </a:lnTo>
                <a:lnTo>
                  <a:pt x="16315" y="63"/>
                </a:lnTo>
                <a:moveTo>
                  <a:pt x="16580" y="63"/>
                </a:moveTo>
                <a:lnTo>
                  <a:pt x="16580" y="116"/>
                </a:lnTo>
                <a:lnTo>
                  <a:pt x="16421" y="116"/>
                </a:lnTo>
                <a:lnTo>
                  <a:pt x="16421" y="63"/>
                </a:lnTo>
                <a:lnTo>
                  <a:pt x="16580" y="63"/>
                </a:lnTo>
                <a:moveTo>
                  <a:pt x="16845" y="63"/>
                </a:moveTo>
                <a:lnTo>
                  <a:pt x="16845" y="116"/>
                </a:lnTo>
                <a:lnTo>
                  <a:pt x="16686" y="116"/>
                </a:lnTo>
                <a:lnTo>
                  <a:pt x="16686" y="63"/>
                </a:lnTo>
                <a:lnTo>
                  <a:pt x="16845" y="63"/>
                </a:lnTo>
                <a:moveTo>
                  <a:pt x="17109" y="63"/>
                </a:moveTo>
                <a:lnTo>
                  <a:pt x="17109" y="116"/>
                </a:lnTo>
                <a:lnTo>
                  <a:pt x="16951" y="116"/>
                </a:lnTo>
                <a:lnTo>
                  <a:pt x="16951" y="63"/>
                </a:lnTo>
                <a:lnTo>
                  <a:pt x="17109" y="63"/>
                </a:lnTo>
                <a:moveTo>
                  <a:pt x="17374" y="63"/>
                </a:moveTo>
                <a:lnTo>
                  <a:pt x="17374" y="116"/>
                </a:lnTo>
                <a:lnTo>
                  <a:pt x="17215" y="116"/>
                </a:lnTo>
                <a:lnTo>
                  <a:pt x="17215" y="63"/>
                </a:lnTo>
                <a:lnTo>
                  <a:pt x="17374" y="63"/>
                </a:lnTo>
                <a:moveTo>
                  <a:pt x="17639" y="63"/>
                </a:moveTo>
                <a:lnTo>
                  <a:pt x="17639" y="116"/>
                </a:lnTo>
                <a:lnTo>
                  <a:pt x="17480" y="116"/>
                </a:lnTo>
                <a:lnTo>
                  <a:pt x="17480" y="63"/>
                </a:lnTo>
                <a:lnTo>
                  <a:pt x="17639" y="63"/>
                </a:lnTo>
                <a:moveTo>
                  <a:pt x="17904" y="63"/>
                </a:moveTo>
                <a:lnTo>
                  <a:pt x="17904" y="116"/>
                </a:lnTo>
                <a:lnTo>
                  <a:pt x="17745" y="116"/>
                </a:lnTo>
                <a:lnTo>
                  <a:pt x="17745" y="63"/>
                </a:lnTo>
                <a:lnTo>
                  <a:pt x="17904" y="63"/>
                </a:lnTo>
                <a:moveTo>
                  <a:pt x="18169" y="63"/>
                </a:moveTo>
                <a:lnTo>
                  <a:pt x="18169" y="116"/>
                </a:lnTo>
                <a:lnTo>
                  <a:pt x="18010" y="116"/>
                </a:lnTo>
                <a:lnTo>
                  <a:pt x="18010" y="63"/>
                </a:lnTo>
                <a:lnTo>
                  <a:pt x="18169" y="63"/>
                </a:lnTo>
                <a:moveTo>
                  <a:pt x="18433" y="63"/>
                </a:moveTo>
                <a:lnTo>
                  <a:pt x="18433" y="116"/>
                </a:lnTo>
                <a:lnTo>
                  <a:pt x="18275" y="116"/>
                </a:lnTo>
                <a:lnTo>
                  <a:pt x="18275" y="63"/>
                </a:lnTo>
                <a:lnTo>
                  <a:pt x="18433" y="63"/>
                </a:lnTo>
                <a:moveTo>
                  <a:pt x="18698" y="63"/>
                </a:moveTo>
                <a:lnTo>
                  <a:pt x="18698" y="116"/>
                </a:lnTo>
                <a:lnTo>
                  <a:pt x="18539" y="116"/>
                </a:lnTo>
                <a:lnTo>
                  <a:pt x="18539" y="63"/>
                </a:lnTo>
                <a:lnTo>
                  <a:pt x="18698" y="63"/>
                </a:lnTo>
                <a:moveTo>
                  <a:pt x="18963" y="63"/>
                </a:moveTo>
                <a:lnTo>
                  <a:pt x="18963" y="116"/>
                </a:lnTo>
                <a:lnTo>
                  <a:pt x="18804" y="116"/>
                </a:lnTo>
                <a:lnTo>
                  <a:pt x="18804" y="63"/>
                </a:lnTo>
                <a:lnTo>
                  <a:pt x="18963" y="63"/>
                </a:lnTo>
                <a:moveTo>
                  <a:pt x="19228" y="63"/>
                </a:moveTo>
                <a:lnTo>
                  <a:pt x="19228" y="116"/>
                </a:lnTo>
                <a:lnTo>
                  <a:pt x="19069" y="116"/>
                </a:lnTo>
                <a:lnTo>
                  <a:pt x="19069" y="63"/>
                </a:lnTo>
                <a:lnTo>
                  <a:pt x="19228" y="63"/>
                </a:lnTo>
                <a:moveTo>
                  <a:pt x="19493" y="63"/>
                </a:moveTo>
                <a:lnTo>
                  <a:pt x="19493" y="116"/>
                </a:lnTo>
                <a:lnTo>
                  <a:pt x="19334" y="116"/>
                </a:lnTo>
                <a:lnTo>
                  <a:pt x="19334" y="63"/>
                </a:lnTo>
                <a:lnTo>
                  <a:pt x="19493" y="63"/>
                </a:lnTo>
                <a:moveTo>
                  <a:pt x="19757" y="63"/>
                </a:moveTo>
                <a:lnTo>
                  <a:pt x="19757" y="116"/>
                </a:lnTo>
                <a:lnTo>
                  <a:pt x="19599" y="116"/>
                </a:lnTo>
                <a:lnTo>
                  <a:pt x="19599" y="63"/>
                </a:lnTo>
                <a:lnTo>
                  <a:pt x="19757" y="63"/>
                </a:lnTo>
                <a:moveTo>
                  <a:pt x="20022" y="63"/>
                </a:moveTo>
                <a:lnTo>
                  <a:pt x="20022" y="116"/>
                </a:lnTo>
                <a:lnTo>
                  <a:pt x="19863" y="116"/>
                </a:lnTo>
                <a:lnTo>
                  <a:pt x="19863" y="63"/>
                </a:lnTo>
                <a:lnTo>
                  <a:pt x="20022" y="63"/>
                </a:lnTo>
                <a:moveTo>
                  <a:pt x="20287" y="63"/>
                </a:moveTo>
                <a:lnTo>
                  <a:pt x="20287" y="116"/>
                </a:lnTo>
                <a:lnTo>
                  <a:pt x="20128" y="116"/>
                </a:lnTo>
                <a:lnTo>
                  <a:pt x="20128" y="63"/>
                </a:lnTo>
                <a:lnTo>
                  <a:pt x="20287" y="63"/>
                </a:lnTo>
                <a:moveTo>
                  <a:pt x="20552" y="63"/>
                </a:moveTo>
                <a:lnTo>
                  <a:pt x="20552" y="116"/>
                </a:lnTo>
                <a:lnTo>
                  <a:pt x="20393" y="116"/>
                </a:lnTo>
                <a:lnTo>
                  <a:pt x="20393" y="63"/>
                </a:lnTo>
                <a:lnTo>
                  <a:pt x="20552" y="63"/>
                </a:lnTo>
                <a:moveTo>
                  <a:pt x="20817" y="63"/>
                </a:moveTo>
                <a:lnTo>
                  <a:pt x="20817" y="116"/>
                </a:lnTo>
                <a:lnTo>
                  <a:pt x="20658" y="116"/>
                </a:lnTo>
                <a:lnTo>
                  <a:pt x="20658" y="63"/>
                </a:lnTo>
                <a:lnTo>
                  <a:pt x="20817" y="63"/>
                </a:lnTo>
                <a:moveTo>
                  <a:pt x="21081" y="63"/>
                </a:moveTo>
                <a:lnTo>
                  <a:pt x="21081" y="116"/>
                </a:lnTo>
                <a:lnTo>
                  <a:pt x="20923" y="116"/>
                </a:lnTo>
                <a:lnTo>
                  <a:pt x="20923" y="63"/>
                </a:lnTo>
                <a:lnTo>
                  <a:pt x="21081" y="63"/>
                </a:lnTo>
                <a:moveTo>
                  <a:pt x="21346" y="63"/>
                </a:moveTo>
                <a:lnTo>
                  <a:pt x="21346" y="116"/>
                </a:lnTo>
                <a:lnTo>
                  <a:pt x="21187" y="116"/>
                </a:lnTo>
                <a:lnTo>
                  <a:pt x="21187" y="63"/>
                </a:lnTo>
                <a:lnTo>
                  <a:pt x="21346" y="63"/>
                </a:lnTo>
                <a:moveTo>
                  <a:pt x="21611" y="63"/>
                </a:moveTo>
                <a:lnTo>
                  <a:pt x="21611" y="116"/>
                </a:lnTo>
                <a:lnTo>
                  <a:pt x="21452" y="116"/>
                </a:lnTo>
                <a:lnTo>
                  <a:pt x="21452" y="63"/>
                </a:lnTo>
                <a:lnTo>
                  <a:pt x="21611" y="63"/>
                </a:lnTo>
                <a:moveTo>
                  <a:pt x="21876" y="63"/>
                </a:moveTo>
                <a:lnTo>
                  <a:pt x="21876" y="116"/>
                </a:lnTo>
                <a:lnTo>
                  <a:pt x="21717" y="116"/>
                </a:lnTo>
                <a:lnTo>
                  <a:pt x="21717" y="63"/>
                </a:lnTo>
                <a:lnTo>
                  <a:pt x="21876" y="63"/>
                </a:lnTo>
                <a:moveTo>
                  <a:pt x="22141" y="63"/>
                </a:moveTo>
                <a:lnTo>
                  <a:pt x="22141" y="116"/>
                </a:lnTo>
                <a:lnTo>
                  <a:pt x="21982" y="116"/>
                </a:lnTo>
                <a:lnTo>
                  <a:pt x="21982" y="63"/>
                </a:lnTo>
                <a:lnTo>
                  <a:pt x="22141" y="63"/>
                </a:lnTo>
                <a:moveTo>
                  <a:pt x="22405" y="63"/>
                </a:moveTo>
                <a:lnTo>
                  <a:pt x="22405" y="116"/>
                </a:lnTo>
                <a:lnTo>
                  <a:pt x="22247" y="116"/>
                </a:lnTo>
                <a:lnTo>
                  <a:pt x="22247" y="63"/>
                </a:lnTo>
                <a:lnTo>
                  <a:pt x="22405" y="63"/>
                </a:lnTo>
                <a:moveTo>
                  <a:pt x="22670" y="63"/>
                </a:moveTo>
                <a:lnTo>
                  <a:pt x="22670" y="116"/>
                </a:lnTo>
                <a:lnTo>
                  <a:pt x="22511" y="116"/>
                </a:lnTo>
                <a:lnTo>
                  <a:pt x="22511" y="63"/>
                </a:lnTo>
                <a:lnTo>
                  <a:pt x="22670" y="63"/>
                </a:lnTo>
                <a:moveTo>
                  <a:pt x="22935" y="63"/>
                </a:moveTo>
                <a:lnTo>
                  <a:pt x="22935" y="116"/>
                </a:lnTo>
                <a:lnTo>
                  <a:pt x="22776" y="116"/>
                </a:lnTo>
                <a:lnTo>
                  <a:pt x="22776" y="63"/>
                </a:lnTo>
                <a:lnTo>
                  <a:pt x="22935" y="63"/>
                </a:lnTo>
                <a:moveTo>
                  <a:pt x="23200" y="63"/>
                </a:moveTo>
                <a:lnTo>
                  <a:pt x="23200" y="116"/>
                </a:lnTo>
                <a:lnTo>
                  <a:pt x="23041" y="116"/>
                </a:lnTo>
                <a:lnTo>
                  <a:pt x="23041" y="63"/>
                </a:lnTo>
                <a:lnTo>
                  <a:pt x="23200" y="63"/>
                </a:lnTo>
                <a:moveTo>
                  <a:pt x="23465" y="63"/>
                </a:moveTo>
                <a:lnTo>
                  <a:pt x="23465" y="116"/>
                </a:lnTo>
                <a:lnTo>
                  <a:pt x="23306" y="116"/>
                </a:lnTo>
                <a:lnTo>
                  <a:pt x="23306" y="63"/>
                </a:lnTo>
                <a:lnTo>
                  <a:pt x="23465" y="63"/>
                </a:lnTo>
                <a:moveTo>
                  <a:pt x="23729" y="63"/>
                </a:moveTo>
                <a:lnTo>
                  <a:pt x="23729" y="116"/>
                </a:lnTo>
                <a:lnTo>
                  <a:pt x="23571" y="116"/>
                </a:lnTo>
                <a:lnTo>
                  <a:pt x="23571" y="63"/>
                </a:lnTo>
                <a:lnTo>
                  <a:pt x="23729" y="63"/>
                </a:lnTo>
                <a:moveTo>
                  <a:pt x="23994" y="63"/>
                </a:moveTo>
                <a:lnTo>
                  <a:pt x="23994" y="116"/>
                </a:lnTo>
                <a:lnTo>
                  <a:pt x="23835" y="116"/>
                </a:lnTo>
                <a:lnTo>
                  <a:pt x="23835" y="63"/>
                </a:lnTo>
                <a:lnTo>
                  <a:pt x="23994" y="63"/>
                </a:lnTo>
                <a:moveTo>
                  <a:pt x="24259" y="63"/>
                </a:moveTo>
                <a:lnTo>
                  <a:pt x="24259" y="116"/>
                </a:lnTo>
                <a:lnTo>
                  <a:pt x="24100" y="116"/>
                </a:lnTo>
                <a:lnTo>
                  <a:pt x="24100" y="63"/>
                </a:lnTo>
                <a:lnTo>
                  <a:pt x="24259" y="63"/>
                </a:lnTo>
                <a:moveTo>
                  <a:pt x="24524" y="63"/>
                </a:moveTo>
                <a:lnTo>
                  <a:pt x="24524" y="116"/>
                </a:lnTo>
                <a:lnTo>
                  <a:pt x="24365" y="116"/>
                </a:lnTo>
                <a:lnTo>
                  <a:pt x="24365" y="63"/>
                </a:lnTo>
                <a:lnTo>
                  <a:pt x="24524" y="63"/>
                </a:lnTo>
                <a:moveTo>
                  <a:pt x="24789" y="63"/>
                </a:moveTo>
                <a:lnTo>
                  <a:pt x="24789" y="116"/>
                </a:lnTo>
                <a:lnTo>
                  <a:pt x="24630" y="116"/>
                </a:lnTo>
                <a:lnTo>
                  <a:pt x="24630" y="63"/>
                </a:lnTo>
                <a:lnTo>
                  <a:pt x="24789" y="63"/>
                </a:lnTo>
                <a:moveTo>
                  <a:pt x="25053" y="63"/>
                </a:moveTo>
                <a:lnTo>
                  <a:pt x="25053" y="116"/>
                </a:lnTo>
                <a:lnTo>
                  <a:pt x="24895" y="116"/>
                </a:lnTo>
                <a:lnTo>
                  <a:pt x="24895" y="63"/>
                </a:lnTo>
                <a:lnTo>
                  <a:pt x="25053" y="63"/>
                </a:lnTo>
                <a:moveTo>
                  <a:pt x="25318" y="63"/>
                </a:moveTo>
                <a:lnTo>
                  <a:pt x="25318" y="116"/>
                </a:lnTo>
                <a:lnTo>
                  <a:pt x="25160" y="116"/>
                </a:lnTo>
                <a:lnTo>
                  <a:pt x="25160" y="63"/>
                </a:lnTo>
                <a:lnTo>
                  <a:pt x="25318" y="63"/>
                </a:lnTo>
                <a:moveTo>
                  <a:pt x="25583" y="63"/>
                </a:moveTo>
                <a:lnTo>
                  <a:pt x="25583" y="116"/>
                </a:lnTo>
                <a:lnTo>
                  <a:pt x="25424" y="116"/>
                </a:lnTo>
                <a:lnTo>
                  <a:pt x="25424" y="63"/>
                </a:lnTo>
                <a:lnTo>
                  <a:pt x="25583" y="63"/>
                </a:lnTo>
                <a:moveTo>
                  <a:pt x="25848" y="63"/>
                </a:moveTo>
                <a:lnTo>
                  <a:pt x="25848" y="116"/>
                </a:lnTo>
                <a:lnTo>
                  <a:pt x="25689" y="116"/>
                </a:lnTo>
                <a:lnTo>
                  <a:pt x="25689" y="63"/>
                </a:lnTo>
                <a:lnTo>
                  <a:pt x="25848" y="63"/>
                </a:lnTo>
                <a:moveTo>
                  <a:pt x="26113" y="63"/>
                </a:moveTo>
                <a:lnTo>
                  <a:pt x="26113" y="116"/>
                </a:lnTo>
                <a:lnTo>
                  <a:pt x="25954" y="116"/>
                </a:lnTo>
                <a:lnTo>
                  <a:pt x="25954" y="63"/>
                </a:lnTo>
                <a:lnTo>
                  <a:pt x="26113" y="63"/>
                </a:lnTo>
                <a:moveTo>
                  <a:pt x="26377" y="63"/>
                </a:moveTo>
                <a:lnTo>
                  <a:pt x="26377" y="116"/>
                </a:lnTo>
                <a:lnTo>
                  <a:pt x="26219" y="116"/>
                </a:lnTo>
                <a:lnTo>
                  <a:pt x="26219" y="63"/>
                </a:lnTo>
                <a:lnTo>
                  <a:pt x="26377" y="63"/>
                </a:lnTo>
                <a:moveTo>
                  <a:pt x="26642" y="63"/>
                </a:moveTo>
                <a:lnTo>
                  <a:pt x="26642" y="116"/>
                </a:lnTo>
                <a:lnTo>
                  <a:pt x="26484" y="116"/>
                </a:lnTo>
                <a:lnTo>
                  <a:pt x="26484" y="63"/>
                </a:lnTo>
                <a:lnTo>
                  <a:pt x="26642" y="63"/>
                </a:lnTo>
                <a:moveTo>
                  <a:pt x="26907" y="63"/>
                </a:moveTo>
                <a:lnTo>
                  <a:pt x="26907" y="116"/>
                </a:lnTo>
                <a:lnTo>
                  <a:pt x="26748" y="116"/>
                </a:lnTo>
                <a:lnTo>
                  <a:pt x="26748" y="63"/>
                </a:lnTo>
                <a:lnTo>
                  <a:pt x="26907" y="63"/>
                </a:lnTo>
                <a:moveTo>
                  <a:pt x="27172" y="63"/>
                </a:moveTo>
                <a:lnTo>
                  <a:pt x="27172" y="116"/>
                </a:lnTo>
                <a:lnTo>
                  <a:pt x="27013" y="116"/>
                </a:lnTo>
                <a:lnTo>
                  <a:pt x="27013" y="63"/>
                </a:lnTo>
                <a:lnTo>
                  <a:pt x="27172" y="63"/>
                </a:lnTo>
                <a:moveTo>
                  <a:pt x="27437" y="63"/>
                </a:moveTo>
                <a:lnTo>
                  <a:pt x="27437" y="116"/>
                </a:lnTo>
                <a:lnTo>
                  <a:pt x="27278" y="116"/>
                </a:lnTo>
                <a:lnTo>
                  <a:pt x="27278" y="63"/>
                </a:lnTo>
                <a:lnTo>
                  <a:pt x="27437" y="63"/>
                </a:lnTo>
                <a:moveTo>
                  <a:pt x="27702" y="63"/>
                </a:moveTo>
                <a:lnTo>
                  <a:pt x="27702" y="116"/>
                </a:lnTo>
                <a:lnTo>
                  <a:pt x="27543" y="116"/>
                </a:lnTo>
                <a:lnTo>
                  <a:pt x="27543" y="63"/>
                </a:lnTo>
                <a:lnTo>
                  <a:pt x="27702" y="63"/>
                </a:lnTo>
                <a:moveTo>
                  <a:pt x="27966" y="63"/>
                </a:moveTo>
                <a:lnTo>
                  <a:pt x="27966" y="116"/>
                </a:lnTo>
                <a:lnTo>
                  <a:pt x="27808" y="116"/>
                </a:lnTo>
                <a:lnTo>
                  <a:pt x="27808" y="63"/>
                </a:lnTo>
                <a:lnTo>
                  <a:pt x="27966" y="63"/>
                </a:lnTo>
                <a:moveTo>
                  <a:pt x="28231" y="63"/>
                </a:moveTo>
                <a:lnTo>
                  <a:pt x="28231" y="116"/>
                </a:lnTo>
                <a:lnTo>
                  <a:pt x="28072" y="116"/>
                </a:lnTo>
                <a:lnTo>
                  <a:pt x="28072" y="63"/>
                </a:lnTo>
                <a:lnTo>
                  <a:pt x="28231" y="63"/>
                </a:lnTo>
                <a:moveTo>
                  <a:pt x="28496" y="63"/>
                </a:moveTo>
                <a:lnTo>
                  <a:pt x="28496" y="116"/>
                </a:lnTo>
                <a:lnTo>
                  <a:pt x="28337" y="116"/>
                </a:lnTo>
                <a:lnTo>
                  <a:pt x="28337" y="63"/>
                </a:lnTo>
                <a:lnTo>
                  <a:pt x="28496" y="63"/>
                </a:lnTo>
                <a:moveTo>
                  <a:pt x="28761" y="63"/>
                </a:moveTo>
                <a:lnTo>
                  <a:pt x="28761" y="116"/>
                </a:lnTo>
                <a:lnTo>
                  <a:pt x="28602" y="116"/>
                </a:lnTo>
                <a:lnTo>
                  <a:pt x="28602" y="63"/>
                </a:lnTo>
                <a:lnTo>
                  <a:pt x="28761" y="63"/>
                </a:lnTo>
                <a:moveTo>
                  <a:pt x="29026" y="63"/>
                </a:moveTo>
                <a:lnTo>
                  <a:pt x="29026" y="116"/>
                </a:lnTo>
                <a:lnTo>
                  <a:pt x="28867" y="116"/>
                </a:lnTo>
                <a:lnTo>
                  <a:pt x="28867" y="63"/>
                </a:lnTo>
                <a:lnTo>
                  <a:pt x="29026" y="63"/>
                </a:lnTo>
                <a:moveTo>
                  <a:pt x="29290" y="63"/>
                </a:moveTo>
                <a:lnTo>
                  <a:pt x="29290" y="116"/>
                </a:lnTo>
                <a:lnTo>
                  <a:pt x="29132" y="116"/>
                </a:lnTo>
                <a:lnTo>
                  <a:pt x="29132" y="63"/>
                </a:lnTo>
                <a:lnTo>
                  <a:pt x="29290" y="63"/>
                </a:lnTo>
                <a:moveTo>
                  <a:pt x="29555" y="63"/>
                </a:moveTo>
                <a:lnTo>
                  <a:pt x="29555" y="116"/>
                </a:lnTo>
                <a:lnTo>
                  <a:pt x="29396" y="116"/>
                </a:lnTo>
                <a:lnTo>
                  <a:pt x="29396" y="63"/>
                </a:lnTo>
                <a:lnTo>
                  <a:pt x="29555" y="63"/>
                </a:lnTo>
                <a:moveTo>
                  <a:pt x="29817" y="63"/>
                </a:moveTo>
                <a:cubicBezTo>
                  <a:pt x="29818" y="63"/>
                  <a:pt x="29819" y="63"/>
                  <a:pt x="29820" y="63"/>
                </a:cubicBezTo>
                <a:lnTo>
                  <a:pt x="29820" y="116"/>
                </a:lnTo>
                <a:cubicBezTo>
                  <a:pt x="29819" y="116"/>
                  <a:pt x="29818" y="116"/>
                  <a:pt x="29817" y="116"/>
                </a:cubicBezTo>
                <a:lnTo>
                  <a:pt x="29661" y="116"/>
                </a:lnTo>
                <a:lnTo>
                  <a:pt x="29661" y="63"/>
                </a:lnTo>
                <a:lnTo>
                  <a:pt x="29817" y="63"/>
                </a:lnTo>
                <a:moveTo>
                  <a:pt x="29967" y="0"/>
                </a:moveTo>
                <a:lnTo>
                  <a:pt x="30005" y="37"/>
                </a:lnTo>
                <a:cubicBezTo>
                  <a:pt x="29984" y="59"/>
                  <a:pt x="29960" y="76"/>
                  <a:pt x="29934" y="89"/>
                </a:cubicBezTo>
                <a:lnTo>
                  <a:pt x="29911" y="40"/>
                </a:lnTo>
                <a:cubicBezTo>
                  <a:pt x="29932" y="30"/>
                  <a:pt x="29951" y="16"/>
                  <a:pt x="29967" y="0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11483640" y="5730120"/>
            <a:ext cx="41760" cy="604800"/>
          </a:xfrm>
          <a:custGeom>
            <a:avLst/>
            <a:gdLst/>
            <a:ahLst/>
            <a:rect l="0" t="0" r="r" b="b"/>
            <a:pathLst>
              <a:path w="116" h="1680">
                <a:moveTo>
                  <a:pt x="0" y="1643"/>
                </a:moveTo>
                <a:cubicBezTo>
                  <a:pt x="18" y="1625"/>
                  <a:pt x="32" y="1605"/>
                  <a:pt x="42" y="1583"/>
                </a:cubicBezTo>
                <a:lnTo>
                  <a:pt x="91" y="1606"/>
                </a:lnTo>
                <a:cubicBezTo>
                  <a:pt x="77" y="1633"/>
                  <a:pt x="59" y="1658"/>
                  <a:pt x="38" y="1680"/>
                </a:cubicBezTo>
                <a:lnTo>
                  <a:pt x="0" y="1643"/>
                </a:lnTo>
                <a:moveTo>
                  <a:pt x="62" y="1333"/>
                </a:moveTo>
                <a:lnTo>
                  <a:pt x="116" y="1333"/>
                </a:lnTo>
                <a:lnTo>
                  <a:pt x="116" y="1491"/>
                </a:lnTo>
                <a:lnTo>
                  <a:pt x="62" y="1491"/>
                </a:lnTo>
                <a:lnTo>
                  <a:pt x="62" y="1333"/>
                </a:lnTo>
                <a:moveTo>
                  <a:pt x="62" y="1068"/>
                </a:moveTo>
                <a:lnTo>
                  <a:pt x="116" y="1068"/>
                </a:lnTo>
                <a:lnTo>
                  <a:pt x="116" y="1227"/>
                </a:lnTo>
                <a:lnTo>
                  <a:pt x="62" y="1227"/>
                </a:lnTo>
                <a:lnTo>
                  <a:pt x="62" y="1068"/>
                </a:lnTo>
                <a:moveTo>
                  <a:pt x="62" y="803"/>
                </a:moveTo>
                <a:lnTo>
                  <a:pt x="116" y="803"/>
                </a:lnTo>
                <a:lnTo>
                  <a:pt x="116" y="962"/>
                </a:lnTo>
                <a:lnTo>
                  <a:pt x="62" y="962"/>
                </a:lnTo>
                <a:lnTo>
                  <a:pt x="62" y="803"/>
                </a:lnTo>
                <a:moveTo>
                  <a:pt x="62" y="538"/>
                </a:moveTo>
                <a:lnTo>
                  <a:pt x="116" y="538"/>
                </a:lnTo>
                <a:lnTo>
                  <a:pt x="116" y="697"/>
                </a:lnTo>
                <a:lnTo>
                  <a:pt x="62" y="697"/>
                </a:lnTo>
                <a:lnTo>
                  <a:pt x="62" y="538"/>
                </a:lnTo>
                <a:moveTo>
                  <a:pt x="62" y="273"/>
                </a:moveTo>
                <a:lnTo>
                  <a:pt x="116" y="273"/>
                </a:lnTo>
                <a:lnTo>
                  <a:pt x="116" y="432"/>
                </a:lnTo>
                <a:lnTo>
                  <a:pt x="62" y="432"/>
                </a:lnTo>
                <a:lnTo>
                  <a:pt x="62" y="273"/>
                </a:lnTo>
                <a:moveTo>
                  <a:pt x="62" y="91"/>
                </a:moveTo>
                <a:cubicBezTo>
                  <a:pt x="62" y="66"/>
                  <a:pt x="58" y="42"/>
                  <a:pt x="50" y="18"/>
                </a:cubicBezTo>
                <a:lnTo>
                  <a:pt x="100" y="0"/>
                </a:lnTo>
                <a:cubicBezTo>
                  <a:pt x="111" y="30"/>
                  <a:pt x="116" y="60"/>
                  <a:pt x="116" y="91"/>
                </a:cubicBezTo>
                <a:lnTo>
                  <a:pt x="116" y="167"/>
                </a:lnTo>
                <a:lnTo>
                  <a:pt x="62" y="167"/>
                </a:lnTo>
                <a:lnTo>
                  <a:pt x="62" y="91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655200" y="5655600"/>
            <a:ext cx="10881720" cy="718560"/>
          </a:xfrm>
          <a:custGeom>
            <a:avLst/>
            <a:gdLst/>
            <a:ahLst/>
            <a:rect l="0" t="0" r="r" b="b"/>
            <a:pathLst>
              <a:path w="30227" h="1996">
                <a:moveTo>
                  <a:pt x="561" y="0"/>
                </a:moveTo>
                <a:lnTo>
                  <a:pt x="720" y="0"/>
                </a:lnTo>
                <a:lnTo>
                  <a:pt x="720" y="117"/>
                </a:lnTo>
                <a:lnTo>
                  <a:pt x="561" y="117"/>
                </a:lnTo>
                <a:lnTo>
                  <a:pt x="561" y="0"/>
                </a:lnTo>
                <a:moveTo>
                  <a:pt x="826" y="0"/>
                </a:moveTo>
                <a:lnTo>
                  <a:pt x="985" y="0"/>
                </a:lnTo>
                <a:lnTo>
                  <a:pt x="985" y="117"/>
                </a:lnTo>
                <a:lnTo>
                  <a:pt x="826" y="117"/>
                </a:lnTo>
                <a:lnTo>
                  <a:pt x="826" y="0"/>
                </a:lnTo>
                <a:moveTo>
                  <a:pt x="1091" y="0"/>
                </a:moveTo>
                <a:lnTo>
                  <a:pt x="1249" y="0"/>
                </a:lnTo>
                <a:lnTo>
                  <a:pt x="1249" y="117"/>
                </a:lnTo>
                <a:lnTo>
                  <a:pt x="1091" y="117"/>
                </a:lnTo>
                <a:lnTo>
                  <a:pt x="1091" y="0"/>
                </a:lnTo>
                <a:moveTo>
                  <a:pt x="1355" y="0"/>
                </a:moveTo>
                <a:lnTo>
                  <a:pt x="1514" y="0"/>
                </a:lnTo>
                <a:lnTo>
                  <a:pt x="1514" y="117"/>
                </a:lnTo>
                <a:lnTo>
                  <a:pt x="1355" y="117"/>
                </a:lnTo>
                <a:lnTo>
                  <a:pt x="1355" y="0"/>
                </a:lnTo>
                <a:moveTo>
                  <a:pt x="1620" y="0"/>
                </a:moveTo>
                <a:lnTo>
                  <a:pt x="1779" y="0"/>
                </a:lnTo>
                <a:lnTo>
                  <a:pt x="1779" y="117"/>
                </a:lnTo>
                <a:lnTo>
                  <a:pt x="1620" y="117"/>
                </a:lnTo>
                <a:lnTo>
                  <a:pt x="1620" y="0"/>
                </a:lnTo>
                <a:moveTo>
                  <a:pt x="1885" y="0"/>
                </a:moveTo>
                <a:lnTo>
                  <a:pt x="2044" y="0"/>
                </a:lnTo>
                <a:lnTo>
                  <a:pt x="2044" y="117"/>
                </a:lnTo>
                <a:lnTo>
                  <a:pt x="1885" y="117"/>
                </a:lnTo>
                <a:lnTo>
                  <a:pt x="1885" y="0"/>
                </a:lnTo>
                <a:moveTo>
                  <a:pt x="2150" y="0"/>
                </a:moveTo>
                <a:lnTo>
                  <a:pt x="2309" y="0"/>
                </a:lnTo>
                <a:lnTo>
                  <a:pt x="2309" y="117"/>
                </a:lnTo>
                <a:lnTo>
                  <a:pt x="2150" y="117"/>
                </a:lnTo>
                <a:lnTo>
                  <a:pt x="2150" y="0"/>
                </a:lnTo>
                <a:moveTo>
                  <a:pt x="2415" y="0"/>
                </a:moveTo>
                <a:lnTo>
                  <a:pt x="2573" y="0"/>
                </a:lnTo>
                <a:lnTo>
                  <a:pt x="2573" y="117"/>
                </a:lnTo>
                <a:lnTo>
                  <a:pt x="2415" y="117"/>
                </a:lnTo>
                <a:lnTo>
                  <a:pt x="2415" y="0"/>
                </a:lnTo>
                <a:moveTo>
                  <a:pt x="2679" y="0"/>
                </a:moveTo>
                <a:lnTo>
                  <a:pt x="2838" y="0"/>
                </a:lnTo>
                <a:lnTo>
                  <a:pt x="2838" y="117"/>
                </a:lnTo>
                <a:lnTo>
                  <a:pt x="2679" y="117"/>
                </a:lnTo>
                <a:lnTo>
                  <a:pt x="2679" y="0"/>
                </a:lnTo>
                <a:moveTo>
                  <a:pt x="2944" y="0"/>
                </a:moveTo>
                <a:lnTo>
                  <a:pt x="3103" y="0"/>
                </a:lnTo>
                <a:lnTo>
                  <a:pt x="3103" y="117"/>
                </a:lnTo>
                <a:lnTo>
                  <a:pt x="2944" y="117"/>
                </a:lnTo>
                <a:lnTo>
                  <a:pt x="2944" y="0"/>
                </a:lnTo>
                <a:moveTo>
                  <a:pt x="3209" y="0"/>
                </a:moveTo>
                <a:lnTo>
                  <a:pt x="3368" y="0"/>
                </a:lnTo>
                <a:lnTo>
                  <a:pt x="3368" y="117"/>
                </a:lnTo>
                <a:lnTo>
                  <a:pt x="3209" y="117"/>
                </a:lnTo>
                <a:lnTo>
                  <a:pt x="3209" y="0"/>
                </a:lnTo>
                <a:moveTo>
                  <a:pt x="3474" y="0"/>
                </a:moveTo>
                <a:lnTo>
                  <a:pt x="3633" y="0"/>
                </a:lnTo>
                <a:lnTo>
                  <a:pt x="3633" y="117"/>
                </a:lnTo>
                <a:lnTo>
                  <a:pt x="3474" y="117"/>
                </a:lnTo>
                <a:lnTo>
                  <a:pt x="3474" y="0"/>
                </a:lnTo>
                <a:moveTo>
                  <a:pt x="3739" y="0"/>
                </a:moveTo>
                <a:lnTo>
                  <a:pt x="3897" y="0"/>
                </a:lnTo>
                <a:lnTo>
                  <a:pt x="3897" y="117"/>
                </a:lnTo>
                <a:lnTo>
                  <a:pt x="3739" y="117"/>
                </a:lnTo>
                <a:lnTo>
                  <a:pt x="3739" y="0"/>
                </a:lnTo>
                <a:moveTo>
                  <a:pt x="4003" y="0"/>
                </a:moveTo>
                <a:lnTo>
                  <a:pt x="4162" y="0"/>
                </a:lnTo>
                <a:lnTo>
                  <a:pt x="4162" y="117"/>
                </a:lnTo>
                <a:lnTo>
                  <a:pt x="4003" y="117"/>
                </a:lnTo>
                <a:lnTo>
                  <a:pt x="4003" y="0"/>
                </a:lnTo>
                <a:moveTo>
                  <a:pt x="4268" y="0"/>
                </a:moveTo>
                <a:lnTo>
                  <a:pt x="4427" y="0"/>
                </a:lnTo>
                <a:lnTo>
                  <a:pt x="4427" y="117"/>
                </a:lnTo>
                <a:lnTo>
                  <a:pt x="4268" y="117"/>
                </a:lnTo>
                <a:lnTo>
                  <a:pt x="4268" y="0"/>
                </a:lnTo>
                <a:moveTo>
                  <a:pt x="4533" y="0"/>
                </a:moveTo>
                <a:lnTo>
                  <a:pt x="4692" y="0"/>
                </a:lnTo>
                <a:lnTo>
                  <a:pt x="4692" y="117"/>
                </a:lnTo>
                <a:lnTo>
                  <a:pt x="4533" y="117"/>
                </a:lnTo>
                <a:lnTo>
                  <a:pt x="4533" y="0"/>
                </a:lnTo>
                <a:moveTo>
                  <a:pt x="4798" y="0"/>
                </a:moveTo>
                <a:lnTo>
                  <a:pt x="4957" y="0"/>
                </a:lnTo>
                <a:lnTo>
                  <a:pt x="4957" y="117"/>
                </a:lnTo>
                <a:lnTo>
                  <a:pt x="4798" y="117"/>
                </a:lnTo>
                <a:lnTo>
                  <a:pt x="4798" y="0"/>
                </a:lnTo>
                <a:moveTo>
                  <a:pt x="5063" y="0"/>
                </a:moveTo>
                <a:lnTo>
                  <a:pt x="5221" y="0"/>
                </a:lnTo>
                <a:lnTo>
                  <a:pt x="5221" y="117"/>
                </a:lnTo>
                <a:lnTo>
                  <a:pt x="5063" y="117"/>
                </a:lnTo>
                <a:lnTo>
                  <a:pt x="5063" y="0"/>
                </a:lnTo>
                <a:moveTo>
                  <a:pt x="5327" y="0"/>
                </a:moveTo>
                <a:lnTo>
                  <a:pt x="5486" y="0"/>
                </a:lnTo>
                <a:lnTo>
                  <a:pt x="5486" y="117"/>
                </a:lnTo>
                <a:lnTo>
                  <a:pt x="5327" y="117"/>
                </a:lnTo>
                <a:lnTo>
                  <a:pt x="5327" y="0"/>
                </a:lnTo>
                <a:moveTo>
                  <a:pt x="5592" y="0"/>
                </a:moveTo>
                <a:lnTo>
                  <a:pt x="5751" y="0"/>
                </a:lnTo>
                <a:lnTo>
                  <a:pt x="5751" y="117"/>
                </a:lnTo>
                <a:lnTo>
                  <a:pt x="5592" y="117"/>
                </a:lnTo>
                <a:lnTo>
                  <a:pt x="5592" y="0"/>
                </a:lnTo>
                <a:moveTo>
                  <a:pt x="5857" y="0"/>
                </a:moveTo>
                <a:lnTo>
                  <a:pt x="6016" y="0"/>
                </a:lnTo>
                <a:lnTo>
                  <a:pt x="6016" y="117"/>
                </a:lnTo>
                <a:lnTo>
                  <a:pt x="5857" y="117"/>
                </a:lnTo>
                <a:lnTo>
                  <a:pt x="5857" y="0"/>
                </a:lnTo>
                <a:moveTo>
                  <a:pt x="6122" y="0"/>
                </a:moveTo>
                <a:lnTo>
                  <a:pt x="6281" y="0"/>
                </a:lnTo>
                <a:lnTo>
                  <a:pt x="6281" y="117"/>
                </a:lnTo>
                <a:lnTo>
                  <a:pt x="6122" y="117"/>
                </a:lnTo>
                <a:lnTo>
                  <a:pt x="6122" y="0"/>
                </a:lnTo>
                <a:moveTo>
                  <a:pt x="6387" y="0"/>
                </a:moveTo>
                <a:lnTo>
                  <a:pt x="6545" y="0"/>
                </a:lnTo>
                <a:lnTo>
                  <a:pt x="6545" y="117"/>
                </a:lnTo>
                <a:lnTo>
                  <a:pt x="6387" y="117"/>
                </a:lnTo>
                <a:lnTo>
                  <a:pt x="6387" y="0"/>
                </a:lnTo>
                <a:moveTo>
                  <a:pt x="6651" y="0"/>
                </a:moveTo>
                <a:lnTo>
                  <a:pt x="6810" y="0"/>
                </a:lnTo>
                <a:lnTo>
                  <a:pt x="6810" y="117"/>
                </a:lnTo>
                <a:lnTo>
                  <a:pt x="6651" y="117"/>
                </a:lnTo>
                <a:lnTo>
                  <a:pt x="6651" y="0"/>
                </a:lnTo>
                <a:moveTo>
                  <a:pt x="6916" y="0"/>
                </a:moveTo>
                <a:lnTo>
                  <a:pt x="7075" y="0"/>
                </a:lnTo>
                <a:lnTo>
                  <a:pt x="7075" y="117"/>
                </a:lnTo>
                <a:lnTo>
                  <a:pt x="6916" y="117"/>
                </a:lnTo>
                <a:lnTo>
                  <a:pt x="6916" y="0"/>
                </a:lnTo>
                <a:moveTo>
                  <a:pt x="7181" y="0"/>
                </a:moveTo>
                <a:lnTo>
                  <a:pt x="7340" y="0"/>
                </a:lnTo>
                <a:lnTo>
                  <a:pt x="7340" y="117"/>
                </a:lnTo>
                <a:lnTo>
                  <a:pt x="7181" y="117"/>
                </a:lnTo>
                <a:lnTo>
                  <a:pt x="7181" y="0"/>
                </a:lnTo>
                <a:moveTo>
                  <a:pt x="7446" y="0"/>
                </a:moveTo>
                <a:lnTo>
                  <a:pt x="7605" y="0"/>
                </a:lnTo>
                <a:lnTo>
                  <a:pt x="7605" y="117"/>
                </a:lnTo>
                <a:lnTo>
                  <a:pt x="7446" y="117"/>
                </a:lnTo>
                <a:lnTo>
                  <a:pt x="7446" y="0"/>
                </a:lnTo>
                <a:moveTo>
                  <a:pt x="7711" y="0"/>
                </a:moveTo>
                <a:lnTo>
                  <a:pt x="7869" y="0"/>
                </a:lnTo>
                <a:lnTo>
                  <a:pt x="7869" y="117"/>
                </a:lnTo>
                <a:lnTo>
                  <a:pt x="7711" y="117"/>
                </a:lnTo>
                <a:lnTo>
                  <a:pt x="7711" y="0"/>
                </a:lnTo>
                <a:moveTo>
                  <a:pt x="7975" y="0"/>
                </a:moveTo>
                <a:lnTo>
                  <a:pt x="8134" y="0"/>
                </a:lnTo>
                <a:lnTo>
                  <a:pt x="8134" y="117"/>
                </a:lnTo>
                <a:lnTo>
                  <a:pt x="7975" y="117"/>
                </a:lnTo>
                <a:lnTo>
                  <a:pt x="7975" y="0"/>
                </a:lnTo>
                <a:moveTo>
                  <a:pt x="8240" y="0"/>
                </a:moveTo>
                <a:lnTo>
                  <a:pt x="8399" y="0"/>
                </a:lnTo>
                <a:lnTo>
                  <a:pt x="8399" y="117"/>
                </a:lnTo>
                <a:lnTo>
                  <a:pt x="8240" y="117"/>
                </a:lnTo>
                <a:lnTo>
                  <a:pt x="8240" y="0"/>
                </a:lnTo>
                <a:moveTo>
                  <a:pt x="8505" y="0"/>
                </a:moveTo>
                <a:lnTo>
                  <a:pt x="8664" y="0"/>
                </a:lnTo>
                <a:lnTo>
                  <a:pt x="8664" y="117"/>
                </a:lnTo>
                <a:lnTo>
                  <a:pt x="8505" y="117"/>
                </a:lnTo>
                <a:lnTo>
                  <a:pt x="8505" y="0"/>
                </a:lnTo>
                <a:moveTo>
                  <a:pt x="8770" y="0"/>
                </a:moveTo>
                <a:lnTo>
                  <a:pt x="8929" y="0"/>
                </a:lnTo>
                <a:lnTo>
                  <a:pt x="8929" y="117"/>
                </a:lnTo>
                <a:lnTo>
                  <a:pt x="8770" y="117"/>
                </a:lnTo>
                <a:lnTo>
                  <a:pt x="8770" y="0"/>
                </a:lnTo>
                <a:moveTo>
                  <a:pt x="9035" y="0"/>
                </a:moveTo>
                <a:lnTo>
                  <a:pt x="9193" y="0"/>
                </a:lnTo>
                <a:lnTo>
                  <a:pt x="9193" y="117"/>
                </a:lnTo>
                <a:lnTo>
                  <a:pt x="9035" y="117"/>
                </a:lnTo>
                <a:lnTo>
                  <a:pt x="9035" y="0"/>
                </a:lnTo>
                <a:moveTo>
                  <a:pt x="9299" y="0"/>
                </a:moveTo>
                <a:lnTo>
                  <a:pt x="9458" y="0"/>
                </a:lnTo>
                <a:lnTo>
                  <a:pt x="9458" y="117"/>
                </a:lnTo>
                <a:lnTo>
                  <a:pt x="9299" y="117"/>
                </a:lnTo>
                <a:lnTo>
                  <a:pt x="9299" y="0"/>
                </a:lnTo>
                <a:moveTo>
                  <a:pt x="9564" y="0"/>
                </a:moveTo>
                <a:lnTo>
                  <a:pt x="9723" y="0"/>
                </a:lnTo>
                <a:lnTo>
                  <a:pt x="9723" y="117"/>
                </a:lnTo>
                <a:lnTo>
                  <a:pt x="9564" y="117"/>
                </a:lnTo>
                <a:lnTo>
                  <a:pt x="9564" y="0"/>
                </a:lnTo>
                <a:moveTo>
                  <a:pt x="9829" y="0"/>
                </a:moveTo>
                <a:lnTo>
                  <a:pt x="9988" y="0"/>
                </a:lnTo>
                <a:lnTo>
                  <a:pt x="9988" y="117"/>
                </a:lnTo>
                <a:lnTo>
                  <a:pt x="9829" y="117"/>
                </a:lnTo>
                <a:lnTo>
                  <a:pt x="9829" y="0"/>
                </a:lnTo>
                <a:moveTo>
                  <a:pt x="10094" y="0"/>
                </a:moveTo>
                <a:lnTo>
                  <a:pt x="10253" y="0"/>
                </a:lnTo>
                <a:lnTo>
                  <a:pt x="10253" y="117"/>
                </a:lnTo>
                <a:lnTo>
                  <a:pt x="10094" y="117"/>
                </a:lnTo>
                <a:lnTo>
                  <a:pt x="10094" y="0"/>
                </a:lnTo>
                <a:moveTo>
                  <a:pt x="10359" y="0"/>
                </a:moveTo>
                <a:lnTo>
                  <a:pt x="10517" y="0"/>
                </a:lnTo>
                <a:lnTo>
                  <a:pt x="10517" y="117"/>
                </a:lnTo>
                <a:lnTo>
                  <a:pt x="10359" y="117"/>
                </a:lnTo>
                <a:lnTo>
                  <a:pt x="10359" y="0"/>
                </a:lnTo>
                <a:moveTo>
                  <a:pt x="10624" y="0"/>
                </a:moveTo>
                <a:lnTo>
                  <a:pt x="10782" y="0"/>
                </a:lnTo>
                <a:lnTo>
                  <a:pt x="10782" y="117"/>
                </a:lnTo>
                <a:lnTo>
                  <a:pt x="10624" y="117"/>
                </a:lnTo>
                <a:lnTo>
                  <a:pt x="10624" y="0"/>
                </a:lnTo>
                <a:moveTo>
                  <a:pt x="10888" y="0"/>
                </a:moveTo>
                <a:lnTo>
                  <a:pt x="11047" y="0"/>
                </a:lnTo>
                <a:lnTo>
                  <a:pt x="11047" y="117"/>
                </a:lnTo>
                <a:lnTo>
                  <a:pt x="10888" y="117"/>
                </a:lnTo>
                <a:lnTo>
                  <a:pt x="10888" y="0"/>
                </a:lnTo>
                <a:moveTo>
                  <a:pt x="11153" y="0"/>
                </a:moveTo>
                <a:lnTo>
                  <a:pt x="11312" y="0"/>
                </a:lnTo>
                <a:lnTo>
                  <a:pt x="11312" y="117"/>
                </a:lnTo>
                <a:lnTo>
                  <a:pt x="11153" y="117"/>
                </a:lnTo>
                <a:lnTo>
                  <a:pt x="11153" y="0"/>
                </a:lnTo>
                <a:moveTo>
                  <a:pt x="11418" y="0"/>
                </a:moveTo>
                <a:lnTo>
                  <a:pt x="11577" y="0"/>
                </a:lnTo>
                <a:lnTo>
                  <a:pt x="11577" y="117"/>
                </a:lnTo>
                <a:lnTo>
                  <a:pt x="11418" y="117"/>
                </a:lnTo>
                <a:lnTo>
                  <a:pt x="11418" y="0"/>
                </a:lnTo>
                <a:moveTo>
                  <a:pt x="11683" y="0"/>
                </a:moveTo>
                <a:lnTo>
                  <a:pt x="11841" y="0"/>
                </a:lnTo>
                <a:lnTo>
                  <a:pt x="11841" y="117"/>
                </a:lnTo>
                <a:lnTo>
                  <a:pt x="11683" y="117"/>
                </a:lnTo>
                <a:lnTo>
                  <a:pt x="11683" y="0"/>
                </a:lnTo>
                <a:moveTo>
                  <a:pt x="11948" y="0"/>
                </a:moveTo>
                <a:lnTo>
                  <a:pt x="12106" y="0"/>
                </a:lnTo>
                <a:lnTo>
                  <a:pt x="12106" y="117"/>
                </a:lnTo>
                <a:lnTo>
                  <a:pt x="11948" y="117"/>
                </a:lnTo>
                <a:lnTo>
                  <a:pt x="11948" y="0"/>
                </a:lnTo>
                <a:moveTo>
                  <a:pt x="12212" y="0"/>
                </a:moveTo>
                <a:lnTo>
                  <a:pt x="12371" y="0"/>
                </a:lnTo>
                <a:lnTo>
                  <a:pt x="12371" y="117"/>
                </a:lnTo>
                <a:lnTo>
                  <a:pt x="12212" y="117"/>
                </a:lnTo>
                <a:lnTo>
                  <a:pt x="12212" y="0"/>
                </a:lnTo>
                <a:moveTo>
                  <a:pt x="12477" y="0"/>
                </a:moveTo>
                <a:lnTo>
                  <a:pt x="12636" y="0"/>
                </a:lnTo>
                <a:lnTo>
                  <a:pt x="12636" y="117"/>
                </a:lnTo>
                <a:lnTo>
                  <a:pt x="12477" y="117"/>
                </a:lnTo>
                <a:lnTo>
                  <a:pt x="12477" y="0"/>
                </a:lnTo>
                <a:moveTo>
                  <a:pt x="12742" y="0"/>
                </a:moveTo>
                <a:lnTo>
                  <a:pt x="12901" y="0"/>
                </a:lnTo>
                <a:lnTo>
                  <a:pt x="12901" y="117"/>
                </a:lnTo>
                <a:lnTo>
                  <a:pt x="12742" y="117"/>
                </a:lnTo>
                <a:lnTo>
                  <a:pt x="12742" y="0"/>
                </a:lnTo>
                <a:moveTo>
                  <a:pt x="13007" y="0"/>
                </a:moveTo>
                <a:lnTo>
                  <a:pt x="13165" y="0"/>
                </a:lnTo>
                <a:lnTo>
                  <a:pt x="13165" y="117"/>
                </a:lnTo>
                <a:lnTo>
                  <a:pt x="13007" y="117"/>
                </a:lnTo>
                <a:lnTo>
                  <a:pt x="13007" y="0"/>
                </a:lnTo>
                <a:moveTo>
                  <a:pt x="13272" y="0"/>
                </a:moveTo>
                <a:lnTo>
                  <a:pt x="13431" y="0"/>
                </a:lnTo>
                <a:lnTo>
                  <a:pt x="13431" y="117"/>
                </a:lnTo>
                <a:lnTo>
                  <a:pt x="13272" y="117"/>
                </a:lnTo>
                <a:lnTo>
                  <a:pt x="13272" y="0"/>
                </a:lnTo>
                <a:moveTo>
                  <a:pt x="13537" y="0"/>
                </a:moveTo>
                <a:lnTo>
                  <a:pt x="13696" y="0"/>
                </a:lnTo>
                <a:lnTo>
                  <a:pt x="13696" y="117"/>
                </a:lnTo>
                <a:lnTo>
                  <a:pt x="13537" y="117"/>
                </a:lnTo>
                <a:lnTo>
                  <a:pt x="13537" y="0"/>
                </a:lnTo>
                <a:moveTo>
                  <a:pt x="13802" y="0"/>
                </a:moveTo>
                <a:lnTo>
                  <a:pt x="13961" y="0"/>
                </a:lnTo>
                <a:lnTo>
                  <a:pt x="13961" y="117"/>
                </a:lnTo>
                <a:lnTo>
                  <a:pt x="13802" y="117"/>
                </a:lnTo>
                <a:lnTo>
                  <a:pt x="13802" y="0"/>
                </a:lnTo>
                <a:moveTo>
                  <a:pt x="14067" y="0"/>
                </a:moveTo>
                <a:lnTo>
                  <a:pt x="14226" y="0"/>
                </a:lnTo>
                <a:lnTo>
                  <a:pt x="14226" y="117"/>
                </a:lnTo>
                <a:lnTo>
                  <a:pt x="14067" y="117"/>
                </a:lnTo>
                <a:lnTo>
                  <a:pt x="14067" y="0"/>
                </a:lnTo>
                <a:moveTo>
                  <a:pt x="14332" y="0"/>
                </a:moveTo>
                <a:lnTo>
                  <a:pt x="14491" y="0"/>
                </a:lnTo>
                <a:lnTo>
                  <a:pt x="14491" y="117"/>
                </a:lnTo>
                <a:lnTo>
                  <a:pt x="14332" y="117"/>
                </a:lnTo>
                <a:lnTo>
                  <a:pt x="14332" y="0"/>
                </a:lnTo>
                <a:moveTo>
                  <a:pt x="14597" y="0"/>
                </a:moveTo>
                <a:lnTo>
                  <a:pt x="14755" y="0"/>
                </a:lnTo>
                <a:lnTo>
                  <a:pt x="14755" y="117"/>
                </a:lnTo>
                <a:lnTo>
                  <a:pt x="14597" y="117"/>
                </a:lnTo>
                <a:lnTo>
                  <a:pt x="14597" y="0"/>
                </a:lnTo>
                <a:moveTo>
                  <a:pt x="14861" y="0"/>
                </a:moveTo>
                <a:lnTo>
                  <a:pt x="15020" y="0"/>
                </a:lnTo>
                <a:lnTo>
                  <a:pt x="15020" y="117"/>
                </a:lnTo>
                <a:lnTo>
                  <a:pt x="14861" y="117"/>
                </a:lnTo>
                <a:lnTo>
                  <a:pt x="14861" y="0"/>
                </a:lnTo>
                <a:moveTo>
                  <a:pt x="15126" y="0"/>
                </a:moveTo>
                <a:lnTo>
                  <a:pt x="15285" y="0"/>
                </a:lnTo>
                <a:lnTo>
                  <a:pt x="15285" y="117"/>
                </a:lnTo>
                <a:lnTo>
                  <a:pt x="15126" y="117"/>
                </a:lnTo>
                <a:lnTo>
                  <a:pt x="15126" y="0"/>
                </a:lnTo>
                <a:moveTo>
                  <a:pt x="15391" y="0"/>
                </a:moveTo>
                <a:lnTo>
                  <a:pt x="15550" y="0"/>
                </a:lnTo>
                <a:lnTo>
                  <a:pt x="15550" y="117"/>
                </a:lnTo>
                <a:lnTo>
                  <a:pt x="15391" y="117"/>
                </a:lnTo>
                <a:lnTo>
                  <a:pt x="15391" y="0"/>
                </a:lnTo>
                <a:moveTo>
                  <a:pt x="15656" y="0"/>
                </a:moveTo>
                <a:lnTo>
                  <a:pt x="15815" y="0"/>
                </a:lnTo>
                <a:lnTo>
                  <a:pt x="15815" y="117"/>
                </a:lnTo>
                <a:lnTo>
                  <a:pt x="15656" y="117"/>
                </a:lnTo>
                <a:lnTo>
                  <a:pt x="15656" y="0"/>
                </a:lnTo>
                <a:moveTo>
                  <a:pt x="15921" y="0"/>
                </a:moveTo>
                <a:lnTo>
                  <a:pt x="16079" y="0"/>
                </a:lnTo>
                <a:lnTo>
                  <a:pt x="16079" y="117"/>
                </a:lnTo>
                <a:lnTo>
                  <a:pt x="15921" y="117"/>
                </a:lnTo>
                <a:lnTo>
                  <a:pt x="15921" y="0"/>
                </a:lnTo>
                <a:moveTo>
                  <a:pt x="16185" y="0"/>
                </a:moveTo>
                <a:lnTo>
                  <a:pt x="16344" y="0"/>
                </a:lnTo>
                <a:lnTo>
                  <a:pt x="16344" y="117"/>
                </a:lnTo>
                <a:lnTo>
                  <a:pt x="16185" y="117"/>
                </a:lnTo>
                <a:lnTo>
                  <a:pt x="16185" y="0"/>
                </a:lnTo>
                <a:moveTo>
                  <a:pt x="16450" y="0"/>
                </a:moveTo>
                <a:lnTo>
                  <a:pt x="16609" y="0"/>
                </a:lnTo>
                <a:lnTo>
                  <a:pt x="16609" y="117"/>
                </a:lnTo>
                <a:lnTo>
                  <a:pt x="16450" y="117"/>
                </a:lnTo>
                <a:lnTo>
                  <a:pt x="16450" y="0"/>
                </a:lnTo>
                <a:moveTo>
                  <a:pt x="16715" y="0"/>
                </a:moveTo>
                <a:lnTo>
                  <a:pt x="16874" y="0"/>
                </a:lnTo>
                <a:lnTo>
                  <a:pt x="16874" y="117"/>
                </a:lnTo>
                <a:lnTo>
                  <a:pt x="16715" y="117"/>
                </a:lnTo>
                <a:lnTo>
                  <a:pt x="16715" y="0"/>
                </a:lnTo>
                <a:moveTo>
                  <a:pt x="16980" y="0"/>
                </a:moveTo>
                <a:lnTo>
                  <a:pt x="17139" y="0"/>
                </a:lnTo>
                <a:lnTo>
                  <a:pt x="17139" y="117"/>
                </a:lnTo>
                <a:lnTo>
                  <a:pt x="16980" y="117"/>
                </a:lnTo>
                <a:lnTo>
                  <a:pt x="16980" y="0"/>
                </a:lnTo>
                <a:moveTo>
                  <a:pt x="17245" y="0"/>
                </a:moveTo>
                <a:lnTo>
                  <a:pt x="17403" y="0"/>
                </a:lnTo>
                <a:lnTo>
                  <a:pt x="17403" y="117"/>
                </a:lnTo>
                <a:lnTo>
                  <a:pt x="17245" y="117"/>
                </a:lnTo>
                <a:lnTo>
                  <a:pt x="17245" y="0"/>
                </a:lnTo>
                <a:moveTo>
                  <a:pt x="17509" y="0"/>
                </a:moveTo>
                <a:lnTo>
                  <a:pt x="17668" y="0"/>
                </a:lnTo>
                <a:lnTo>
                  <a:pt x="17668" y="117"/>
                </a:lnTo>
                <a:lnTo>
                  <a:pt x="17509" y="117"/>
                </a:lnTo>
                <a:lnTo>
                  <a:pt x="17509" y="0"/>
                </a:lnTo>
                <a:moveTo>
                  <a:pt x="17774" y="0"/>
                </a:moveTo>
                <a:lnTo>
                  <a:pt x="17933" y="0"/>
                </a:lnTo>
                <a:lnTo>
                  <a:pt x="17933" y="117"/>
                </a:lnTo>
                <a:lnTo>
                  <a:pt x="17774" y="117"/>
                </a:lnTo>
                <a:lnTo>
                  <a:pt x="17774" y="0"/>
                </a:lnTo>
                <a:moveTo>
                  <a:pt x="18039" y="0"/>
                </a:moveTo>
                <a:lnTo>
                  <a:pt x="18198" y="0"/>
                </a:lnTo>
                <a:lnTo>
                  <a:pt x="18198" y="117"/>
                </a:lnTo>
                <a:lnTo>
                  <a:pt x="18039" y="117"/>
                </a:lnTo>
                <a:lnTo>
                  <a:pt x="18039" y="0"/>
                </a:lnTo>
                <a:moveTo>
                  <a:pt x="18304" y="0"/>
                </a:moveTo>
                <a:lnTo>
                  <a:pt x="18463" y="0"/>
                </a:lnTo>
                <a:lnTo>
                  <a:pt x="18463" y="117"/>
                </a:lnTo>
                <a:lnTo>
                  <a:pt x="18304" y="117"/>
                </a:lnTo>
                <a:lnTo>
                  <a:pt x="18304" y="0"/>
                </a:lnTo>
                <a:moveTo>
                  <a:pt x="18569" y="0"/>
                </a:moveTo>
                <a:lnTo>
                  <a:pt x="18727" y="0"/>
                </a:lnTo>
                <a:lnTo>
                  <a:pt x="18727" y="117"/>
                </a:lnTo>
                <a:lnTo>
                  <a:pt x="18569" y="117"/>
                </a:lnTo>
                <a:lnTo>
                  <a:pt x="18569" y="0"/>
                </a:lnTo>
                <a:moveTo>
                  <a:pt x="18833" y="0"/>
                </a:moveTo>
                <a:lnTo>
                  <a:pt x="18992" y="0"/>
                </a:lnTo>
                <a:lnTo>
                  <a:pt x="18992" y="117"/>
                </a:lnTo>
                <a:lnTo>
                  <a:pt x="18833" y="117"/>
                </a:lnTo>
                <a:lnTo>
                  <a:pt x="18833" y="0"/>
                </a:lnTo>
                <a:moveTo>
                  <a:pt x="19098" y="0"/>
                </a:moveTo>
                <a:lnTo>
                  <a:pt x="19257" y="0"/>
                </a:lnTo>
                <a:lnTo>
                  <a:pt x="19257" y="117"/>
                </a:lnTo>
                <a:lnTo>
                  <a:pt x="19098" y="117"/>
                </a:lnTo>
                <a:lnTo>
                  <a:pt x="19098" y="0"/>
                </a:lnTo>
                <a:moveTo>
                  <a:pt x="19363" y="0"/>
                </a:moveTo>
                <a:lnTo>
                  <a:pt x="19522" y="0"/>
                </a:lnTo>
                <a:lnTo>
                  <a:pt x="19522" y="117"/>
                </a:lnTo>
                <a:lnTo>
                  <a:pt x="19363" y="117"/>
                </a:lnTo>
                <a:lnTo>
                  <a:pt x="19363" y="0"/>
                </a:lnTo>
                <a:moveTo>
                  <a:pt x="19628" y="0"/>
                </a:moveTo>
                <a:lnTo>
                  <a:pt x="19787" y="0"/>
                </a:lnTo>
                <a:lnTo>
                  <a:pt x="19787" y="117"/>
                </a:lnTo>
                <a:lnTo>
                  <a:pt x="19628" y="117"/>
                </a:lnTo>
                <a:lnTo>
                  <a:pt x="19628" y="0"/>
                </a:lnTo>
                <a:moveTo>
                  <a:pt x="19893" y="0"/>
                </a:moveTo>
                <a:lnTo>
                  <a:pt x="20051" y="0"/>
                </a:lnTo>
                <a:lnTo>
                  <a:pt x="20051" y="117"/>
                </a:lnTo>
                <a:lnTo>
                  <a:pt x="19893" y="117"/>
                </a:lnTo>
                <a:lnTo>
                  <a:pt x="19893" y="0"/>
                </a:lnTo>
                <a:moveTo>
                  <a:pt x="20157" y="0"/>
                </a:moveTo>
                <a:lnTo>
                  <a:pt x="20316" y="0"/>
                </a:lnTo>
                <a:lnTo>
                  <a:pt x="20316" y="117"/>
                </a:lnTo>
                <a:lnTo>
                  <a:pt x="20157" y="117"/>
                </a:lnTo>
                <a:lnTo>
                  <a:pt x="20157" y="0"/>
                </a:lnTo>
                <a:moveTo>
                  <a:pt x="20422" y="0"/>
                </a:moveTo>
                <a:lnTo>
                  <a:pt x="20581" y="0"/>
                </a:lnTo>
                <a:lnTo>
                  <a:pt x="20581" y="117"/>
                </a:lnTo>
                <a:lnTo>
                  <a:pt x="20422" y="117"/>
                </a:lnTo>
                <a:lnTo>
                  <a:pt x="20422" y="0"/>
                </a:lnTo>
                <a:moveTo>
                  <a:pt x="20687" y="0"/>
                </a:moveTo>
                <a:lnTo>
                  <a:pt x="20846" y="0"/>
                </a:lnTo>
                <a:lnTo>
                  <a:pt x="20846" y="117"/>
                </a:lnTo>
                <a:lnTo>
                  <a:pt x="20687" y="117"/>
                </a:lnTo>
                <a:lnTo>
                  <a:pt x="20687" y="0"/>
                </a:lnTo>
                <a:moveTo>
                  <a:pt x="20952" y="0"/>
                </a:moveTo>
                <a:lnTo>
                  <a:pt x="21111" y="0"/>
                </a:lnTo>
                <a:lnTo>
                  <a:pt x="21111" y="117"/>
                </a:lnTo>
                <a:lnTo>
                  <a:pt x="20952" y="117"/>
                </a:lnTo>
                <a:lnTo>
                  <a:pt x="20952" y="0"/>
                </a:lnTo>
                <a:moveTo>
                  <a:pt x="21217" y="0"/>
                </a:moveTo>
                <a:lnTo>
                  <a:pt x="21375" y="0"/>
                </a:lnTo>
                <a:lnTo>
                  <a:pt x="21375" y="117"/>
                </a:lnTo>
                <a:lnTo>
                  <a:pt x="21217" y="117"/>
                </a:lnTo>
                <a:lnTo>
                  <a:pt x="21217" y="0"/>
                </a:lnTo>
                <a:moveTo>
                  <a:pt x="21481" y="0"/>
                </a:moveTo>
                <a:lnTo>
                  <a:pt x="21640" y="0"/>
                </a:lnTo>
                <a:lnTo>
                  <a:pt x="21640" y="117"/>
                </a:lnTo>
                <a:lnTo>
                  <a:pt x="21481" y="117"/>
                </a:lnTo>
                <a:lnTo>
                  <a:pt x="21481" y="0"/>
                </a:lnTo>
                <a:moveTo>
                  <a:pt x="21746" y="0"/>
                </a:moveTo>
                <a:lnTo>
                  <a:pt x="21905" y="0"/>
                </a:lnTo>
                <a:lnTo>
                  <a:pt x="21905" y="117"/>
                </a:lnTo>
                <a:lnTo>
                  <a:pt x="21746" y="117"/>
                </a:lnTo>
                <a:lnTo>
                  <a:pt x="21746" y="0"/>
                </a:lnTo>
                <a:moveTo>
                  <a:pt x="22011" y="0"/>
                </a:moveTo>
                <a:lnTo>
                  <a:pt x="22170" y="0"/>
                </a:lnTo>
                <a:lnTo>
                  <a:pt x="22170" y="117"/>
                </a:lnTo>
                <a:lnTo>
                  <a:pt x="22011" y="117"/>
                </a:lnTo>
                <a:lnTo>
                  <a:pt x="22011" y="0"/>
                </a:lnTo>
                <a:moveTo>
                  <a:pt x="22276" y="0"/>
                </a:moveTo>
                <a:lnTo>
                  <a:pt x="22435" y="0"/>
                </a:lnTo>
                <a:lnTo>
                  <a:pt x="22435" y="117"/>
                </a:lnTo>
                <a:lnTo>
                  <a:pt x="22276" y="117"/>
                </a:lnTo>
                <a:lnTo>
                  <a:pt x="22276" y="0"/>
                </a:lnTo>
                <a:moveTo>
                  <a:pt x="22541" y="0"/>
                </a:moveTo>
                <a:lnTo>
                  <a:pt x="22699" y="0"/>
                </a:lnTo>
                <a:lnTo>
                  <a:pt x="22699" y="117"/>
                </a:lnTo>
                <a:lnTo>
                  <a:pt x="22541" y="117"/>
                </a:lnTo>
                <a:lnTo>
                  <a:pt x="22541" y="0"/>
                </a:lnTo>
                <a:moveTo>
                  <a:pt x="22805" y="0"/>
                </a:moveTo>
                <a:lnTo>
                  <a:pt x="22964" y="0"/>
                </a:lnTo>
                <a:lnTo>
                  <a:pt x="22964" y="117"/>
                </a:lnTo>
                <a:lnTo>
                  <a:pt x="22805" y="117"/>
                </a:lnTo>
                <a:lnTo>
                  <a:pt x="22805" y="0"/>
                </a:lnTo>
                <a:moveTo>
                  <a:pt x="23070" y="0"/>
                </a:moveTo>
                <a:lnTo>
                  <a:pt x="23229" y="0"/>
                </a:lnTo>
                <a:lnTo>
                  <a:pt x="23229" y="117"/>
                </a:lnTo>
                <a:lnTo>
                  <a:pt x="23070" y="117"/>
                </a:lnTo>
                <a:lnTo>
                  <a:pt x="23070" y="0"/>
                </a:lnTo>
                <a:moveTo>
                  <a:pt x="23335" y="0"/>
                </a:moveTo>
                <a:lnTo>
                  <a:pt x="23494" y="0"/>
                </a:lnTo>
                <a:lnTo>
                  <a:pt x="23494" y="117"/>
                </a:lnTo>
                <a:lnTo>
                  <a:pt x="23335" y="117"/>
                </a:lnTo>
                <a:lnTo>
                  <a:pt x="23335" y="0"/>
                </a:lnTo>
                <a:moveTo>
                  <a:pt x="23600" y="0"/>
                </a:moveTo>
                <a:lnTo>
                  <a:pt x="23759" y="0"/>
                </a:lnTo>
                <a:lnTo>
                  <a:pt x="23759" y="117"/>
                </a:lnTo>
                <a:lnTo>
                  <a:pt x="23600" y="117"/>
                </a:lnTo>
                <a:lnTo>
                  <a:pt x="23600" y="0"/>
                </a:lnTo>
                <a:moveTo>
                  <a:pt x="23865" y="0"/>
                </a:moveTo>
                <a:lnTo>
                  <a:pt x="24023" y="0"/>
                </a:lnTo>
                <a:lnTo>
                  <a:pt x="24023" y="117"/>
                </a:lnTo>
                <a:lnTo>
                  <a:pt x="23865" y="117"/>
                </a:lnTo>
                <a:lnTo>
                  <a:pt x="23865" y="0"/>
                </a:lnTo>
                <a:moveTo>
                  <a:pt x="24130" y="0"/>
                </a:moveTo>
                <a:lnTo>
                  <a:pt x="24288" y="0"/>
                </a:lnTo>
                <a:lnTo>
                  <a:pt x="24288" y="117"/>
                </a:lnTo>
                <a:lnTo>
                  <a:pt x="24130" y="117"/>
                </a:lnTo>
                <a:lnTo>
                  <a:pt x="24130" y="0"/>
                </a:lnTo>
                <a:moveTo>
                  <a:pt x="24394" y="0"/>
                </a:moveTo>
                <a:lnTo>
                  <a:pt x="24553" y="0"/>
                </a:lnTo>
                <a:lnTo>
                  <a:pt x="24553" y="117"/>
                </a:lnTo>
                <a:lnTo>
                  <a:pt x="24394" y="117"/>
                </a:lnTo>
                <a:lnTo>
                  <a:pt x="24394" y="0"/>
                </a:lnTo>
                <a:moveTo>
                  <a:pt x="24659" y="0"/>
                </a:moveTo>
                <a:lnTo>
                  <a:pt x="24818" y="0"/>
                </a:lnTo>
                <a:lnTo>
                  <a:pt x="24818" y="117"/>
                </a:lnTo>
                <a:lnTo>
                  <a:pt x="24659" y="117"/>
                </a:lnTo>
                <a:lnTo>
                  <a:pt x="24659" y="0"/>
                </a:lnTo>
                <a:moveTo>
                  <a:pt x="24924" y="0"/>
                </a:moveTo>
                <a:lnTo>
                  <a:pt x="25083" y="0"/>
                </a:lnTo>
                <a:lnTo>
                  <a:pt x="25083" y="117"/>
                </a:lnTo>
                <a:lnTo>
                  <a:pt x="24924" y="117"/>
                </a:lnTo>
                <a:lnTo>
                  <a:pt x="24924" y="0"/>
                </a:lnTo>
                <a:moveTo>
                  <a:pt x="25189" y="0"/>
                </a:moveTo>
                <a:lnTo>
                  <a:pt x="25347" y="0"/>
                </a:lnTo>
                <a:lnTo>
                  <a:pt x="25347" y="117"/>
                </a:lnTo>
                <a:lnTo>
                  <a:pt x="25189" y="117"/>
                </a:lnTo>
                <a:lnTo>
                  <a:pt x="25189" y="0"/>
                </a:lnTo>
                <a:moveTo>
                  <a:pt x="25454" y="0"/>
                </a:moveTo>
                <a:lnTo>
                  <a:pt x="25612" y="0"/>
                </a:lnTo>
                <a:lnTo>
                  <a:pt x="25612" y="117"/>
                </a:lnTo>
                <a:lnTo>
                  <a:pt x="25454" y="117"/>
                </a:lnTo>
                <a:lnTo>
                  <a:pt x="25454" y="0"/>
                </a:lnTo>
                <a:moveTo>
                  <a:pt x="25718" y="0"/>
                </a:moveTo>
                <a:lnTo>
                  <a:pt x="25877" y="0"/>
                </a:lnTo>
                <a:lnTo>
                  <a:pt x="25877" y="117"/>
                </a:lnTo>
                <a:lnTo>
                  <a:pt x="25718" y="117"/>
                </a:lnTo>
                <a:lnTo>
                  <a:pt x="25718" y="0"/>
                </a:lnTo>
                <a:moveTo>
                  <a:pt x="25983" y="0"/>
                </a:moveTo>
                <a:lnTo>
                  <a:pt x="26142" y="0"/>
                </a:lnTo>
                <a:lnTo>
                  <a:pt x="26142" y="117"/>
                </a:lnTo>
                <a:lnTo>
                  <a:pt x="25983" y="117"/>
                </a:lnTo>
                <a:lnTo>
                  <a:pt x="25983" y="0"/>
                </a:lnTo>
                <a:moveTo>
                  <a:pt x="26248" y="0"/>
                </a:moveTo>
                <a:lnTo>
                  <a:pt x="26407" y="0"/>
                </a:lnTo>
                <a:lnTo>
                  <a:pt x="26407" y="117"/>
                </a:lnTo>
                <a:lnTo>
                  <a:pt x="26248" y="117"/>
                </a:lnTo>
                <a:lnTo>
                  <a:pt x="26248" y="0"/>
                </a:lnTo>
                <a:moveTo>
                  <a:pt x="26513" y="0"/>
                </a:moveTo>
                <a:lnTo>
                  <a:pt x="26671" y="0"/>
                </a:lnTo>
                <a:lnTo>
                  <a:pt x="26671" y="117"/>
                </a:lnTo>
                <a:lnTo>
                  <a:pt x="26513" y="117"/>
                </a:lnTo>
                <a:lnTo>
                  <a:pt x="26513" y="0"/>
                </a:lnTo>
                <a:moveTo>
                  <a:pt x="26778" y="0"/>
                </a:moveTo>
                <a:lnTo>
                  <a:pt x="26936" y="0"/>
                </a:lnTo>
                <a:lnTo>
                  <a:pt x="26936" y="117"/>
                </a:lnTo>
                <a:lnTo>
                  <a:pt x="26778" y="117"/>
                </a:lnTo>
                <a:lnTo>
                  <a:pt x="26778" y="0"/>
                </a:lnTo>
                <a:moveTo>
                  <a:pt x="27042" y="0"/>
                </a:moveTo>
                <a:lnTo>
                  <a:pt x="27201" y="0"/>
                </a:lnTo>
                <a:lnTo>
                  <a:pt x="27201" y="117"/>
                </a:lnTo>
                <a:lnTo>
                  <a:pt x="27042" y="117"/>
                </a:lnTo>
                <a:lnTo>
                  <a:pt x="27042" y="0"/>
                </a:lnTo>
                <a:moveTo>
                  <a:pt x="27307" y="0"/>
                </a:moveTo>
                <a:lnTo>
                  <a:pt x="27466" y="0"/>
                </a:lnTo>
                <a:lnTo>
                  <a:pt x="27466" y="117"/>
                </a:lnTo>
                <a:lnTo>
                  <a:pt x="27307" y="117"/>
                </a:lnTo>
                <a:lnTo>
                  <a:pt x="27307" y="0"/>
                </a:lnTo>
                <a:moveTo>
                  <a:pt x="27572" y="0"/>
                </a:moveTo>
                <a:lnTo>
                  <a:pt x="27731" y="0"/>
                </a:lnTo>
                <a:lnTo>
                  <a:pt x="27731" y="117"/>
                </a:lnTo>
                <a:lnTo>
                  <a:pt x="27572" y="117"/>
                </a:lnTo>
                <a:lnTo>
                  <a:pt x="27572" y="0"/>
                </a:lnTo>
                <a:moveTo>
                  <a:pt x="27837" y="0"/>
                </a:moveTo>
                <a:lnTo>
                  <a:pt x="27996" y="0"/>
                </a:lnTo>
                <a:lnTo>
                  <a:pt x="27996" y="117"/>
                </a:lnTo>
                <a:lnTo>
                  <a:pt x="27837" y="117"/>
                </a:lnTo>
                <a:lnTo>
                  <a:pt x="27837" y="0"/>
                </a:lnTo>
                <a:moveTo>
                  <a:pt x="28102" y="0"/>
                </a:moveTo>
                <a:lnTo>
                  <a:pt x="28260" y="0"/>
                </a:lnTo>
                <a:lnTo>
                  <a:pt x="28260" y="117"/>
                </a:lnTo>
                <a:lnTo>
                  <a:pt x="28102" y="117"/>
                </a:lnTo>
                <a:lnTo>
                  <a:pt x="28102" y="0"/>
                </a:lnTo>
                <a:moveTo>
                  <a:pt x="28366" y="0"/>
                </a:moveTo>
                <a:lnTo>
                  <a:pt x="28525" y="0"/>
                </a:lnTo>
                <a:lnTo>
                  <a:pt x="28525" y="117"/>
                </a:lnTo>
                <a:lnTo>
                  <a:pt x="28366" y="117"/>
                </a:lnTo>
                <a:lnTo>
                  <a:pt x="28366" y="0"/>
                </a:lnTo>
                <a:moveTo>
                  <a:pt x="28631" y="0"/>
                </a:moveTo>
                <a:lnTo>
                  <a:pt x="28790" y="0"/>
                </a:lnTo>
                <a:lnTo>
                  <a:pt x="28790" y="117"/>
                </a:lnTo>
                <a:lnTo>
                  <a:pt x="28631" y="117"/>
                </a:lnTo>
                <a:lnTo>
                  <a:pt x="28631" y="0"/>
                </a:lnTo>
                <a:moveTo>
                  <a:pt x="28896" y="0"/>
                </a:moveTo>
                <a:lnTo>
                  <a:pt x="29055" y="0"/>
                </a:lnTo>
                <a:lnTo>
                  <a:pt x="29055" y="117"/>
                </a:lnTo>
                <a:lnTo>
                  <a:pt x="28896" y="117"/>
                </a:lnTo>
                <a:lnTo>
                  <a:pt x="28896" y="0"/>
                </a:lnTo>
                <a:moveTo>
                  <a:pt x="29161" y="0"/>
                </a:moveTo>
                <a:lnTo>
                  <a:pt x="29320" y="0"/>
                </a:lnTo>
                <a:lnTo>
                  <a:pt x="29320" y="117"/>
                </a:lnTo>
                <a:lnTo>
                  <a:pt x="29161" y="117"/>
                </a:lnTo>
                <a:lnTo>
                  <a:pt x="29161" y="0"/>
                </a:lnTo>
                <a:moveTo>
                  <a:pt x="29426" y="0"/>
                </a:moveTo>
                <a:lnTo>
                  <a:pt x="29584" y="0"/>
                </a:lnTo>
                <a:lnTo>
                  <a:pt x="29584" y="117"/>
                </a:lnTo>
                <a:lnTo>
                  <a:pt x="29426" y="117"/>
                </a:lnTo>
                <a:lnTo>
                  <a:pt x="29426" y="0"/>
                </a:lnTo>
                <a:moveTo>
                  <a:pt x="29690" y="0"/>
                </a:moveTo>
                <a:lnTo>
                  <a:pt x="29849" y="0"/>
                </a:lnTo>
                <a:lnTo>
                  <a:pt x="29849" y="117"/>
                </a:lnTo>
                <a:lnTo>
                  <a:pt x="29690" y="117"/>
                </a:lnTo>
                <a:lnTo>
                  <a:pt x="29690" y="0"/>
                </a:lnTo>
                <a:moveTo>
                  <a:pt x="29960" y="2"/>
                </a:moveTo>
                <a:cubicBezTo>
                  <a:pt x="30029" y="9"/>
                  <a:pt x="30088" y="37"/>
                  <a:pt x="30138" y="85"/>
                </a:cubicBezTo>
                <a:lnTo>
                  <a:pt x="30056" y="168"/>
                </a:lnTo>
                <a:cubicBezTo>
                  <a:pt x="30026" y="139"/>
                  <a:pt x="29990" y="122"/>
                  <a:pt x="29948" y="118"/>
                </a:cubicBezTo>
                <a:lnTo>
                  <a:pt x="29960" y="2"/>
                </a:lnTo>
                <a:moveTo>
                  <a:pt x="30209" y="196"/>
                </a:moveTo>
                <a:cubicBezTo>
                  <a:pt x="30221" y="229"/>
                  <a:pt x="30227" y="262"/>
                  <a:pt x="30227" y="297"/>
                </a:cubicBezTo>
                <a:lnTo>
                  <a:pt x="30227" y="373"/>
                </a:lnTo>
                <a:lnTo>
                  <a:pt x="30110" y="373"/>
                </a:lnTo>
                <a:lnTo>
                  <a:pt x="30110" y="297"/>
                </a:lnTo>
                <a:cubicBezTo>
                  <a:pt x="30110" y="276"/>
                  <a:pt x="30107" y="256"/>
                  <a:pt x="30100" y="236"/>
                </a:cubicBezTo>
                <a:lnTo>
                  <a:pt x="30209" y="196"/>
                </a:lnTo>
                <a:moveTo>
                  <a:pt x="30227" y="479"/>
                </a:moveTo>
                <a:lnTo>
                  <a:pt x="30227" y="638"/>
                </a:lnTo>
                <a:lnTo>
                  <a:pt x="30110" y="638"/>
                </a:lnTo>
                <a:lnTo>
                  <a:pt x="30110" y="479"/>
                </a:lnTo>
                <a:lnTo>
                  <a:pt x="30227" y="479"/>
                </a:lnTo>
                <a:moveTo>
                  <a:pt x="30227" y="744"/>
                </a:moveTo>
                <a:lnTo>
                  <a:pt x="30227" y="903"/>
                </a:lnTo>
                <a:lnTo>
                  <a:pt x="30110" y="903"/>
                </a:lnTo>
                <a:lnTo>
                  <a:pt x="30110" y="744"/>
                </a:lnTo>
                <a:lnTo>
                  <a:pt x="30227" y="744"/>
                </a:lnTo>
                <a:moveTo>
                  <a:pt x="30227" y="1009"/>
                </a:moveTo>
                <a:lnTo>
                  <a:pt x="30227" y="1168"/>
                </a:lnTo>
                <a:lnTo>
                  <a:pt x="30110" y="1168"/>
                </a:lnTo>
                <a:lnTo>
                  <a:pt x="30110" y="1009"/>
                </a:lnTo>
                <a:lnTo>
                  <a:pt x="30227" y="1009"/>
                </a:lnTo>
                <a:moveTo>
                  <a:pt x="30227" y="1275"/>
                </a:moveTo>
                <a:lnTo>
                  <a:pt x="30227" y="1434"/>
                </a:lnTo>
                <a:lnTo>
                  <a:pt x="30110" y="1434"/>
                </a:lnTo>
                <a:lnTo>
                  <a:pt x="30110" y="1275"/>
                </a:lnTo>
                <a:lnTo>
                  <a:pt x="30227" y="1275"/>
                </a:lnTo>
                <a:moveTo>
                  <a:pt x="30227" y="1540"/>
                </a:moveTo>
                <a:lnTo>
                  <a:pt x="30227" y="1698"/>
                </a:lnTo>
                <a:lnTo>
                  <a:pt x="30110" y="1698"/>
                </a:lnTo>
                <a:lnTo>
                  <a:pt x="30110" y="1540"/>
                </a:lnTo>
                <a:lnTo>
                  <a:pt x="30227" y="1540"/>
                </a:lnTo>
                <a:moveTo>
                  <a:pt x="30199" y="1826"/>
                </a:moveTo>
                <a:cubicBezTo>
                  <a:pt x="30169" y="1889"/>
                  <a:pt x="30123" y="1935"/>
                  <a:pt x="30061" y="1966"/>
                </a:cubicBezTo>
                <a:lnTo>
                  <a:pt x="30010" y="1862"/>
                </a:lnTo>
                <a:cubicBezTo>
                  <a:pt x="30048" y="1843"/>
                  <a:pt x="30075" y="1815"/>
                  <a:pt x="30093" y="1777"/>
                </a:cubicBezTo>
                <a:lnTo>
                  <a:pt x="30199" y="1826"/>
                </a:lnTo>
                <a:moveTo>
                  <a:pt x="29933" y="1996"/>
                </a:moveTo>
                <a:cubicBezTo>
                  <a:pt x="29932" y="1996"/>
                  <a:pt x="29931" y="1996"/>
                  <a:pt x="29930" y="1996"/>
                </a:cubicBezTo>
                <a:lnTo>
                  <a:pt x="29774" y="1996"/>
                </a:lnTo>
                <a:lnTo>
                  <a:pt x="29774" y="1880"/>
                </a:lnTo>
                <a:lnTo>
                  <a:pt x="29930" y="1880"/>
                </a:lnTo>
                <a:cubicBezTo>
                  <a:pt x="29931" y="1880"/>
                  <a:pt x="29932" y="1880"/>
                  <a:pt x="29932" y="1880"/>
                </a:cubicBezTo>
                <a:lnTo>
                  <a:pt x="29933" y="1996"/>
                </a:lnTo>
                <a:moveTo>
                  <a:pt x="29668" y="1996"/>
                </a:moveTo>
                <a:lnTo>
                  <a:pt x="29509" y="1996"/>
                </a:lnTo>
                <a:lnTo>
                  <a:pt x="29509" y="1880"/>
                </a:lnTo>
                <a:lnTo>
                  <a:pt x="29668" y="1880"/>
                </a:lnTo>
                <a:lnTo>
                  <a:pt x="29668" y="1996"/>
                </a:lnTo>
                <a:moveTo>
                  <a:pt x="29403" y="1996"/>
                </a:moveTo>
                <a:lnTo>
                  <a:pt x="29245" y="1996"/>
                </a:lnTo>
                <a:lnTo>
                  <a:pt x="29245" y="1880"/>
                </a:lnTo>
                <a:lnTo>
                  <a:pt x="29403" y="1880"/>
                </a:lnTo>
                <a:lnTo>
                  <a:pt x="29403" y="1996"/>
                </a:lnTo>
                <a:moveTo>
                  <a:pt x="29139" y="1996"/>
                </a:moveTo>
                <a:lnTo>
                  <a:pt x="28980" y="1996"/>
                </a:lnTo>
                <a:lnTo>
                  <a:pt x="28980" y="1880"/>
                </a:lnTo>
                <a:lnTo>
                  <a:pt x="29139" y="1880"/>
                </a:lnTo>
                <a:lnTo>
                  <a:pt x="29139" y="1996"/>
                </a:lnTo>
                <a:moveTo>
                  <a:pt x="28874" y="1996"/>
                </a:moveTo>
                <a:lnTo>
                  <a:pt x="28715" y="1996"/>
                </a:lnTo>
                <a:lnTo>
                  <a:pt x="28715" y="1880"/>
                </a:lnTo>
                <a:lnTo>
                  <a:pt x="28874" y="1880"/>
                </a:lnTo>
                <a:lnTo>
                  <a:pt x="28874" y="1996"/>
                </a:lnTo>
                <a:moveTo>
                  <a:pt x="28609" y="1996"/>
                </a:moveTo>
                <a:lnTo>
                  <a:pt x="28450" y="1996"/>
                </a:lnTo>
                <a:lnTo>
                  <a:pt x="28450" y="1880"/>
                </a:lnTo>
                <a:lnTo>
                  <a:pt x="28609" y="1880"/>
                </a:lnTo>
                <a:lnTo>
                  <a:pt x="28609" y="1996"/>
                </a:lnTo>
                <a:moveTo>
                  <a:pt x="28344" y="1996"/>
                </a:moveTo>
                <a:lnTo>
                  <a:pt x="28185" y="1996"/>
                </a:lnTo>
                <a:lnTo>
                  <a:pt x="28185" y="1880"/>
                </a:lnTo>
                <a:lnTo>
                  <a:pt x="28344" y="1880"/>
                </a:lnTo>
                <a:lnTo>
                  <a:pt x="28344" y="1996"/>
                </a:lnTo>
                <a:moveTo>
                  <a:pt x="28079" y="1996"/>
                </a:moveTo>
                <a:lnTo>
                  <a:pt x="27921" y="1996"/>
                </a:lnTo>
                <a:lnTo>
                  <a:pt x="27921" y="1880"/>
                </a:lnTo>
                <a:lnTo>
                  <a:pt x="28079" y="1880"/>
                </a:lnTo>
                <a:lnTo>
                  <a:pt x="28079" y="1996"/>
                </a:lnTo>
                <a:moveTo>
                  <a:pt x="27815" y="1996"/>
                </a:moveTo>
                <a:lnTo>
                  <a:pt x="27656" y="1996"/>
                </a:lnTo>
                <a:lnTo>
                  <a:pt x="27656" y="1880"/>
                </a:lnTo>
                <a:lnTo>
                  <a:pt x="27815" y="1880"/>
                </a:lnTo>
                <a:lnTo>
                  <a:pt x="27815" y="1996"/>
                </a:lnTo>
                <a:moveTo>
                  <a:pt x="27550" y="1996"/>
                </a:moveTo>
                <a:lnTo>
                  <a:pt x="27391" y="1996"/>
                </a:lnTo>
                <a:lnTo>
                  <a:pt x="27391" y="1880"/>
                </a:lnTo>
                <a:lnTo>
                  <a:pt x="27550" y="1880"/>
                </a:lnTo>
                <a:lnTo>
                  <a:pt x="27550" y="1996"/>
                </a:lnTo>
                <a:moveTo>
                  <a:pt x="27285" y="1996"/>
                </a:moveTo>
                <a:lnTo>
                  <a:pt x="27126" y="1996"/>
                </a:lnTo>
                <a:lnTo>
                  <a:pt x="27126" y="1880"/>
                </a:lnTo>
                <a:lnTo>
                  <a:pt x="27285" y="1880"/>
                </a:lnTo>
                <a:lnTo>
                  <a:pt x="27285" y="1996"/>
                </a:lnTo>
                <a:moveTo>
                  <a:pt x="27020" y="1996"/>
                </a:moveTo>
                <a:lnTo>
                  <a:pt x="26861" y="1996"/>
                </a:lnTo>
                <a:lnTo>
                  <a:pt x="26861" y="1880"/>
                </a:lnTo>
                <a:lnTo>
                  <a:pt x="27020" y="1880"/>
                </a:lnTo>
                <a:lnTo>
                  <a:pt x="27020" y="1996"/>
                </a:lnTo>
                <a:moveTo>
                  <a:pt x="26755" y="1996"/>
                </a:moveTo>
                <a:lnTo>
                  <a:pt x="26597" y="1996"/>
                </a:lnTo>
                <a:lnTo>
                  <a:pt x="26597" y="1880"/>
                </a:lnTo>
                <a:lnTo>
                  <a:pt x="26755" y="1880"/>
                </a:lnTo>
                <a:lnTo>
                  <a:pt x="26755" y="1996"/>
                </a:lnTo>
                <a:moveTo>
                  <a:pt x="26490" y="1996"/>
                </a:moveTo>
                <a:lnTo>
                  <a:pt x="26332" y="1996"/>
                </a:lnTo>
                <a:lnTo>
                  <a:pt x="26332" y="1880"/>
                </a:lnTo>
                <a:lnTo>
                  <a:pt x="26490" y="1880"/>
                </a:lnTo>
                <a:lnTo>
                  <a:pt x="26490" y="1996"/>
                </a:lnTo>
                <a:moveTo>
                  <a:pt x="26226" y="1996"/>
                </a:moveTo>
                <a:lnTo>
                  <a:pt x="26067" y="1996"/>
                </a:lnTo>
                <a:lnTo>
                  <a:pt x="26067" y="1880"/>
                </a:lnTo>
                <a:lnTo>
                  <a:pt x="26226" y="1880"/>
                </a:lnTo>
                <a:lnTo>
                  <a:pt x="26226" y="1996"/>
                </a:lnTo>
                <a:moveTo>
                  <a:pt x="25961" y="1996"/>
                </a:moveTo>
                <a:lnTo>
                  <a:pt x="25802" y="1996"/>
                </a:lnTo>
                <a:lnTo>
                  <a:pt x="25802" y="1880"/>
                </a:lnTo>
                <a:lnTo>
                  <a:pt x="25961" y="1880"/>
                </a:lnTo>
                <a:lnTo>
                  <a:pt x="25961" y="1996"/>
                </a:lnTo>
                <a:moveTo>
                  <a:pt x="25696" y="1996"/>
                </a:moveTo>
                <a:lnTo>
                  <a:pt x="25537" y="1996"/>
                </a:lnTo>
                <a:lnTo>
                  <a:pt x="25537" y="1880"/>
                </a:lnTo>
                <a:lnTo>
                  <a:pt x="25696" y="1880"/>
                </a:lnTo>
                <a:lnTo>
                  <a:pt x="25696" y="1996"/>
                </a:lnTo>
                <a:moveTo>
                  <a:pt x="25431" y="1996"/>
                </a:moveTo>
                <a:lnTo>
                  <a:pt x="25273" y="1996"/>
                </a:lnTo>
                <a:lnTo>
                  <a:pt x="25273" y="1880"/>
                </a:lnTo>
                <a:lnTo>
                  <a:pt x="25431" y="1880"/>
                </a:lnTo>
                <a:lnTo>
                  <a:pt x="25431" y="1996"/>
                </a:lnTo>
                <a:moveTo>
                  <a:pt x="25166" y="1996"/>
                </a:moveTo>
                <a:lnTo>
                  <a:pt x="25008" y="1996"/>
                </a:lnTo>
                <a:lnTo>
                  <a:pt x="25008" y="1880"/>
                </a:lnTo>
                <a:lnTo>
                  <a:pt x="25166" y="1880"/>
                </a:lnTo>
                <a:lnTo>
                  <a:pt x="25166" y="1996"/>
                </a:lnTo>
                <a:moveTo>
                  <a:pt x="24902" y="1996"/>
                </a:moveTo>
                <a:lnTo>
                  <a:pt x="24743" y="1996"/>
                </a:lnTo>
                <a:lnTo>
                  <a:pt x="24743" y="1880"/>
                </a:lnTo>
                <a:lnTo>
                  <a:pt x="24902" y="1880"/>
                </a:lnTo>
                <a:lnTo>
                  <a:pt x="24902" y="1996"/>
                </a:lnTo>
                <a:moveTo>
                  <a:pt x="24637" y="1996"/>
                </a:moveTo>
                <a:lnTo>
                  <a:pt x="24478" y="1996"/>
                </a:lnTo>
                <a:lnTo>
                  <a:pt x="24478" y="1880"/>
                </a:lnTo>
                <a:lnTo>
                  <a:pt x="24637" y="1880"/>
                </a:lnTo>
                <a:lnTo>
                  <a:pt x="24637" y="1996"/>
                </a:lnTo>
                <a:moveTo>
                  <a:pt x="24372" y="1996"/>
                </a:moveTo>
                <a:lnTo>
                  <a:pt x="24213" y="1996"/>
                </a:lnTo>
                <a:lnTo>
                  <a:pt x="24213" y="1880"/>
                </a:lnTo>
                <a:lnTo>
                  <a:pt x="24372" y="1880"/>
                </a:lnTo>
                <a:lnTo>
                  <a:pt x="24372" y="1996"/>
                </a:lnTo>
                <a:moveTo>
                  <a:pt x="24107" y="1996"/>
                </a:moveTo>
                <a:lnTo>
                  <a:pt x="23948" y="1996"/>
                </a:lnTo>
                <a:lnTo>
                  <a:pt x="23948" y="1880"/>
                </a:lnTo>
                <a:lnTo>
                  <a:pt x="24107" y="1880"/>
                </a:lnTo>
                <a:lnTo>
                  <a:pt x="24107" y="1996"/>
                </a:lnTo>
                <a:moveTo>
                  <a:pt x="23842" y="1996"/>
                </a:moveTo>
                <a:lnTo>
                  <a:pt x="23684" y="1996"/>
                </a:lnTo>
                <a:lnTo>
                  <a:pt x="23684" y="1880"/>
                </a:lnTo>
                <a:lnTo>
                  <a:pt x="23842" y="1880"/>
                </a:lnTo>
                <a:lnTo>
                  <a:pt x="23842" y="1996"/>
                </a:lnTo>
                <a:moveTo>
                  <a:pt x="23578" y="1996"/>
                </a:moveTo>
                <a:lnTo>
                  <a:pt x="23419" y="1996"/>
                </a:lnTo>
                <a:lnTo>
                  <a:pt x="23419" y="1880"/>
                </a:lnTo>
                <a:lnTo>
                  <a:pt x="23578" y="1880"/>
                </a:lnTo>
                <a:lnTo>
                  <a:pt x="23578" y="1996"/>
                </a:lnTo>
                <a:moveTo>
                  <a:pt x="23313" y="1996"/>
                </a:moveTo>
                <a:lnTo>
                  <a:pt x="23154" y="1996"/>
                </a:lnTo>
                <a:lnTo>
                  <a:pt x="23154" y="1880"/>
                </a:lnTo>
                <a:lnTo>
                  <a:pt x="23313" y="1880"/>
                </a:lnTo>
                <a:lnTo>
                  <a:pt x="23313" y="1996"/>
                </a:lnTo>
                <a:moveTo>
                  <a:pt x="23048" y="1996"/>
                </a:moveTo>
                <a:lnTo>
                  <a:pt x="22889" y="1996"/>
                </a:lnTo>
                <a:lnTo>
                  <a:pt x="22889" y="1880"/>
                </a:lnTo>
                <a:lnTo>
                  <a:pt x="23048" y="1880"/>
                </a:lnTo>
                <a:lnTo>
                  <a:pt x="23048" y="1996"/>
                </a:lnTo>
                <a:moveTo>
                  <a:pt x="22783" y="1996"/>
                </a:moveTo>
                <a:lnTo>
                  <a:pt x="22624" y="1996"/>
                </a:lnTo>
                <a:lnTo>
                  <a:pt x="22624" y="1880"/>
                </a:lnTo>
                <a:lnTo>
                  <a:pt x="22783" y="1880"/>
                </a:lnTo>
                <a:lnTo>
                  <a:pt x="22783" y="1996"/>
                </a:lnTo>
                <a:moveTo>
                  <a:pt x="22518" y="1996"/>
                </a:moveTo>
                <a:lnTo>
                  <a:pt x="22360" y="1996"/>
                </a:lnTo>
                <a:lnTo>
                  <a:pt x="22360" y="1880"/>
                </a:lnTo>
                <a:lnTo>
                  <a:pt x="22518" y="1880"/>
                </a:lnTo>
                <a:lnTo>
                  <a:pt x="22518" y="1996"/>
                </a:lnTo>
                <a:moveTo>
                  <a:pt x="22254" y="1996"/>
                </a:moveTo>
                <a:lnTo>
                  <a:pt x="22095" y="1996"/>
                </a:lnTo>
                <a:lnTo>
                  <a:pt x="22095" y="1880"/>
                </a:lnTo>
                <a:lnTo>
                  <a:pt x="22254" y="1880"/>
                </a:lnTo>
                <a:lnTo>
                  <a:pt x="22254" y="1996"/>
                </a:lnTo>
                <a:moveTo>
                  <a:pt x="21989" y="1996"/>
                </a:moveTo>
                <a:lnTo>
                  <a:pt x="21830" y="1996"/>
                </a:lnTo>
                <a:lnTo>
                  <a:pt x="21830" y="1880"/>
                </a:lnTo>
                <a:lnTo>
                  <a:pt x="21989" y="1880"/>
                </a:lnTo>
                <a:lnTo>
                  <a:pt x="21989" y="1996"/>
                </a:lnTo>
                <a:moveTo>
                  <a:pt x="21724" y="1996"/>
                </a:moveTo>
                <a:lnTo>
                  <a:pt x="21565" y="1996"/>
                </a:lnTo>
                <a:lnTo>
                  <a:pt x="21565" y="1880"/>
                </a:lnTo>
                <a:lnTo>
                  <a:pt x="21724" y="1880"/>
                </a:lnTo>
                <a:lnTo>
                  <a:pt x="21724" y="1996"/>
                </a:lnTo>
                <a:moveTo>
                  <a:pt x="21459" y="1996"/>
                </a:moveTo>
                <a:lnTo>
                  <a:pt x="21300" y="1996"/>
                </a:lnTo>
                <a:lnTo>
                  <a:pt x="21300" y="1880"/>
                </a:lnTo>
                <a:lnTo>
                  <a:pt x="21459" y="1880"/>
                </a:lnTo>
                <a:lnTo>
                  <a:pt x="21459" y="1996"/>
                </a:lnTo>
                <a:moveTo>
                  <a:pt x="21194" y="1996"/>
                </a:moveTo>
                <a:lnTo>
                  <a:pt x="21036" y="1996"/>
                </a:lnTo>
                <a:lnTo>
                  <a:pt x="21036" y="1880"/>
                </a:lnTo>
                <a:lnTo>
                  <a:pt x="21194" y="1880"/>
                </a:lnTo>
                <a:lnTo>
                  <a:pt x="21194" y="1996"/>
                </a:lnTo>
                <a:moveTo>
                  <a:pt x="20930" y="1996"/>
                </a:moveTo>
                <a:lnTo>
                  <a:pt x="20771" y="1996"/>
                </a:lnTo>
                <a:lnTo>
                  <a:pt x="20771" y="1880"/>
                </a:lnTo>
                <a:lnTo>
                  <a:pt x="20930" y="1880"/>
                </a:lnTo>
                <a:lnTo>
                  <a:pt x="20930" y="1996"/>
                </a:lnTo>
                <a:moveTo>
                  <a:pt x="20665" y="1996"/>
                </a:moveTo>
                <a:lnTo>
                  <a:pt x="20506" y="1996"/>
                </a:lnTo>
                <a:lnTo>
                  <a:pt x="20506" y="1880"/>
                </a:lnTo>
                <a:lnTo>
                  <a:pt x="20665" y="1880"/>
                </a:lnTo>
                <a:lnTo>
                  <a:pt x="20665" y="1996"/>
                </a:lnTo>
                <a:moveTo>
                  <a:pt x="20400" y="1996"/>
                </a:moveTo>
                <a:lnTo>
                  <a:pt x="20241" y="1996"/>
                </a:lnTo>
                <a:lnTo>
                  <a:pt x="20241" y="1880"/>
                </a:lnTo>
                <a:lnTo>
                  <a:pt x="20400" y="1880"/>
                </a:lnTo>
                <a:lnTo>
                  <a:pt x="20400" y="1996"/>
                </a:lnTo>
                <a:moveTo>
                  <a:pt x="20135" y="1996"/>
                </a:moveTo>
                <a:lnTo>
                  <a:pt x="19976" y="1996"/>
                </a:lnTo>
                <a:lnTo>
                  <a:pt x="19976" y="1880"/>
                </a:lnTo>
                <a:lnTo>
                  <a:pt x="20135" y="1880"/>
                </a:lnTo>
                <a:lnTo>
                  <a:pt x="20135" y="1996"/>
                </a:lnTo>
                <a:moveTo>
                  <a:pt x="19870" y="1996"/>
                </a:moveTo>
                <a:lnTo>
                  <a:pt x="19712" y="1996"/>
                </a:lnTo>
                <a:lnTo>
                  <a:pt x="19712" y="1880"/>
                </a:lnTo>
                <a:lnTo>
                  <a:pt x="19870" y="1880"/>
                </a:lnTo>
                <a:lnTo>
                  <a:pt x="19870" y="1996"/>
                </a:lnTo>
                <a:moveTo>
                  <a:pt x="19606" y="1996"/>
                </a:moveTo>
                <a:lnTo>
                  <a:pt x="19447" y="1996"/>
                </a:lnTo>
                <a:lnTo>
                  <a:pt x="19447" y="1880"/>
                </a:lnTo>
                <a:lnTo>
                  <a:pt x="19606" y="1880"/>
                </a:lnTo>
                <a:lnTo>
                  <a:pt x="19606" y="1996"/>
                </a:lnTo>
                <a:moveTo>
                  <a:pt x="19341" y="1996"/>
                </a:moveTo>
                <a:lnTo>
                  <a:pt x="19182" y="1996"/>
                </a:lnTo>
                <a:lnTo>
                  <a:pt x="19182" y="1880"/>
                </a:lnTo>
                <a:lnTo>
                  <a:pt x="19341" y="1880"/>
                </a:lnTo>
                <a:lnTo>
                  <a:pt x="19341" y="1996"/>
                </a:lnTo>
                <a:moveTo>
                  <a:pt x="19076" y="1996"/>
                </a:moveTo>
                <a:lnTo>
                  <a:pt x="18917" y="1996"/>
                </a:lnTo>
                <a:lnTo>
                  <a:pt x="18917" y="1880"/>
                </a:lnTo>
                <a:lnTo>
                  <a:pt x="19076" y="1880"/>
                </a:lnTo>
                <a:lnTo>
                  <a:pt x="19076" y="1996"/>
                </a:lnTo>
                <a:moveTo>
                  <a:pt x="18811" y="1996"/>
                </a:moveTo>
                <a:lnTo>
                  <a:pt x="18652" y="1996"/>
                </a:lnTo>
                <a:lnTo>
                  <a:pt x="18652" y="1880"/>
                </a:lnTo>
                <a:lnTo>
                  <a:pt x="18811" y="1880"/>
                </a:lnTo>
                <a:lnTo>
                  <a:pt x="18811" y="1996"/>
                </a:lnTo>
                <a:moveTo>
                  <a:pt x="18546" y="1996"/>
                </a:moveTo>
                <a:lnTo>
                  <a:pt x="18388" y="1996"/>
                </a:lnTo>
                <a:lnTo>
                  <a:pt x="18388" y="1880"/>
                </a:lnTo>
                <a:lnTo>
                  <a:pt x="18546" y="1880"/>
                </a:lnTo>
                <a:lnTo>
                  <a:pt x="18546" y="1996"/>
                </a:lnTo>
                <a:moveTo>
                  <a:pt x="18282" y="1996"/>
                </a:moveTo>
                <a:lnTo>
                  <a:pt x="18123" y="1996"/>
                </a:lnTo>
                <a:lnTo>
                  <a:pt x="18123" y="1880"/>
                </a:lnTo>
                <a:lnTo>
                  <a:pt x="18282" y="1880"/>
                </a:lnTo>
                <a:lnTo>
                  <a:pt x="18282" y="1996"/>
                </a:lnTo>
                <a:moveTo>
                  <a:pt x="18017" y="1996"/>
                </a:moveTo>
                <a:lnTo>
                  <a:pt x="17858" y="1996"/>
                </a:lnTo>
                <a:lnTo>
                  <a:pt x="17858" y="1880"/>
                </a:lnTo>
                <a:lnTo>
                  <a:pt x="18017" y="1880"/>
                </a:lnTo>
                <a:lnTo>
                  <a:pt x="18017" y="1996"/>
                </a:lnTo>
                <a:moveTo>
                  <a:pt x="17752" y="1996"/>
                </a:moveTo>
                <a:lnTo>
                  <a:pt x="17593" y="1996"/>
                </a:lnTo>
                <a:lnTo>
                  <a:pt x="17593" y="1880"/>
                </a:lnTo>
                <a:lnTo>
                  <a:pt x="17752" y="1880"/>
                </a:lnTo>
                <a:lnTo>
                  <a:pt x="17752" y="1996"/>
                </a:lnTo>
                <a:moveTo>
                  <a:pt x="17487" y="1996"/>
                </a:moveTo>
                <a:lnTo>
                  <a:pt x="17328" y="1996"/>
                </a:lnTo>
                <a:lnTo>
                  <a:pt x="17328" y="1880"/>
                </a:lnTo>
                <a:lnTo>
                  <a:pt x="17487" y="1880"/>
                </a:lnTo>
                <a:lnTo>
                  <a:pt x="17487" y="1996"/>
                </a:lnTo>
                <a:moveTo>
                  <a:pt x="17222" y="1996"/>
                </a:moveTo>
                <a:lnTo>
                  <a:pt x="17064" y="1996"/>
                </a:lnTo>
                <a:lnTo>
                  <a:pt x="17064" y="1880"/>
                </a:lnTo>
                <a:lnTo>
                  <a:pt x="17222" y="1880"/>
                </a:lnTo>
                <a:lnTo>
                  <a:pt x="17222" y="1996"/>
                </a:lnTo>
                <a:moveTo>
                  <a:pt x="16958" y="1996"/>
                </a:moveTo>
                <a:lnTo>
                  <a:pt x="16799" y="1996"/>
                </a:lnTo>
                <a:lnTo>
                  <a:pt x="16799" y="1880"/>
                </a:lnTo>
                <a:lnTo>
                  <a:pt x="16958" y="1880"/>
                </a:lnTo>
                <a:lnTo>
                  <a:pt x="16958" y="1996"/>
                </a:lnTo>
                <a:moveTo>
                  <a:pt x="16693" y="1996"/>
                </a:moveTo>
                <a:lnTo>
                  <a:pt x="16534" y="1996"/>
                </a:lnTo>
                <a:lnTo>
                  <a:pt x="16534" y="1880"/>
                </a:lnTo>
                <a:lnTo>
                  <a:pt x="16693" y="1880"/>
                </a:lnTo>
                <a:lnTo>
                  <a:pt x="16693" y="1996"/>
                </a:lnTo>
                <a:moveTo>
                  <a:pt x="16428" y="1996"/>
                </a:moveTo>
                <a:lnTo>
                  <a:pt x="16269" y="1996"/>
                </a:lnTo>
                <a:lnTo>
                  <a:pt x="16269" y="1880"/>
                </a:lnTo>
                <a:lnTo>
                  <a:pt x="16428" y="1880"/>
                </a:lnTo>
                <a:lnTo>
                  <a:pt x="16428" y="1996"/>
                </a:lnTo>
                <a:moveTo>
                  <a:pt x="16163" y="1996"/>
                </a:moveTo>
                <a:lnTo>
                  <a:pt x="16004" y="1996"/>
                </a:lnTo>
                <a:lnTo>
                  <a:pt x="16004" y="1880"/>
                </a:lnTo>
                <a:lnTo>
                  <a:pt x="16163" y="1880"/>
                </a:lnTo>
                <a:lnTo>
                  <a:pt x="16163" y="1996"/>
                </a:lnTo>
                <a:moveTo>
                  <a:pt x="15898" y="1996"/>
                </a:moveTo>
                <a:lnTo>
                  <a:pt x="15740" y="1996"/>
                </a:lnTo>
                <a:lnTo>
                  <a:pt x="15740" y="1880"/>
                </a:lnTo>
                <a:lnTo>
                  <a:pt x="15898" y="1880"/>
                </a:lnTo>
                <a:lnTo>
                  <a:pt x="15898" y="1996"/>
                </a:lnTo>
                <a:moveTo>
                  <a:pt x="15634" y="1996"/>
                </a:moveTo>
                <a:lnTo>
                  <a:pt x="15475" y="1996"/>
                </a:lnTo>
                <a:lnTo>
                  <a:pt x="15475" y="1880"/>
                </a:lnTo>
                <a:lnTo>
                  <a:pt x="15634" y="1880"/>
                </a:lnTo>
                <a:lnTo>
                  <a:pt x="15634" y="1996"/>
                </a:lnTo>
                <a:moveTo>
                  <a:pt x="15369" y="1996"/>
                </a:moveTo>
                <a:lnTo>
                  <a:pt x="15210" y="1996"/>
                </a:lnTo>
                <a:lnTo>
                  <a:pt x="15210" y="1880"/>
                </a:lnTo>
                <a:lnTo>
                  <a:pt x="15369" y="1880"/>
                </a:lnTo>
                <a:lnTo>
                  <a:pt x="15369" y="1996"/>
                </a:lnTo>
                <a:moveTo>
                  <a:pt x="15104" y="1996"/>
                </a:moveTo>
                <a:lnTo>
                  <a:pt x="14945" y="1996"/>
                </a:lnTo>
                <a:lnTo>
                  <a:pt x="14945" y="1880"/>
                </a:lnTo>
                <a:lnTo>
                  <a:pt x="15104" y="1880"/>
                </a:lnTo>
                <a:lnTo>
                  <a:pt x="15104" y="1996"/>
                </a:lnTo>
                <a:moveTo>
                  <a:pt x="14839" y="1996"/>
                </a:moveTo>
                <a:lnTo>
                  <a:pt x="14680" y="1996"/>
                </a:lnTo>
                <a:lnTo>
                  <a:pt x="14680" y="1880"/>
                </a:lnTo>
                <a:lnTo>
                  <a:pt x="14839" y="1880"/>
                </a:lnTo>
                <a:lnTo>
                  <a:pt x="14839" y="1996"/>
                </a:lnTo>
                <a:moveTo>
                  <a:pt x="14574" y="1996"/>
                </a:moveTo>
                <a:lnTo>
                  <a:pt x="14416" y="1996"/>
                </a:lnTo>
                <a:lnTo>
                  <a:pt x="14416" y="1880"/>
                </a:lnTo>
                <a:lnTo>
                  <a:pt x="14574" y="1880"/>
                </a:lnTo>
                <a:lnTo>
                  <a:pt x="14574" y="1996"/>
                </a:lnTo>
                <a:moveTo>
                  <a:pt x="14310" y="1996"/>
                </a:moveTo>
                <a:lnTo>
                  <a:pt x="14151" y="1996"/>
                </a:lnTo>
                <a:lnTo>
                  <a:pt x="14151" y="1880"/>
                </a:lnTo>
                <a:lnTo>
                  <a:pt x="14310" y="1880"/>
                </a:lnTo>
                <a:lnTo>
                  <a:pt x="14310" y="1996"/>
                </a:lnTo>
                <a:moveTo>
                  <a:pt x="14045" y="1996"/>
                </a:moveTo>
                <a:lnTo>
                  <a:pt x="13886" y="1996"/>
                </a:lnTo>
                <a:lnTo>
                  <a:pt x="13886" y="1880"/>
                </a:lnTo>
                <a:lnTo>
                  <a:pt x="14045" y="1880"/>
                </a:lnTo>
                <a:lnTo>
                  <a:pt x="14045" y="1996"/>
                </a:lnTo>
                <a:moveTo>
                  <a:pt x="13780" y="1996"/>
                </a:moveTo>
                <a:lnTo>
                  <a:pt x="13621" y="1996"/>
                </a:lnTo>
                <a:lnTo>
                  <a:pt x="13621" y="1880"/>
                </a:lnTo>
                <a:lnTo>
                  <a:pt x="13780" y="1880"/>
                </a:lnTo>
                <a:lnTo>
                  <a:pt x="13780" y="1996"/>
                </a:lnTo>
                <a:moveTo>
                  <a:pt x="13515" y="1996"/>
                </a:moveTo>
                <a:lnTo>
                  <a:pt x="13356" y="1996"/>
                </a:lnTo>
                <a:lnTo>
                  <a:pt x="13356" y="1880"/>
                </a:lnTo>
                <a:lnTo>
                  <a:pt x="13515" y="1880"/>
                </a:lnTo>
                <a:lnTo>
                  <a:pt x="13515" y="1996"/>
                </a:lnTo>
                <a:moveTo>
                  <a:pt x="13249" y="1996"/>
                </a:moveTo>
                <a:lnTo>
                  <a:pt x="13091" y="1996"/>
                </a:lnTo>
                <a:lnTo>
                  <a:pt x="13091" y="1880"/>
                </a:lnTo>
                <a:lnTo>
                  <a:pt x="13249" y="1880"/>
                </a:lnTo>
                <a:lnTo>
                  <a:pt x="13249" y="1996"/>
                </a:lnTo>
                <a:moveTo>
                  <a:pt x="12984" y="1996"/>
                </a:moveTo>
                <a:lnTo>
                  <a:pt x="12826" y="1996"/>
                </a:lnTo>
                <a:lnTo>
                  <a:pt x="12826" y="1880"/>
                </a:lnTo>
                <a:lnTo>
                  <a:pt x="12984" y="1880"/>
                </a:lnTo>
                <a:lnTo>
                  <a:pt x="12984" y="1996"/>
                </a:lnTo>
                <a:moveTo>
                  <a:pt x="12720" y="1996"/>
                </a:moveTo>
                <a:lnTo>
                  <a:pt x="12561" y="1996"/>
                </a:lnTo>
                <a:lnTo>
                  <a:pt x="12561" y="1880"/>
                </a:lnTo>
                <a:lnTo>
                  <a:pt x="12720" y="1880"/>
                </a:lnTo>
                <a:lnTo>
                  <a:pt x="12720" y="1996"/>
                </a:lnTo>
                <a:moveTo>
                  <a:pt x="12455" y="1996"/>
                </a:moveTo>
                <a:lnTo>
                  <a:pt x="12296" y="1996"/>
                </a:lnTo>
                <a:lnTo>
                  <a:pt x="12296" y="1880"/>
                </a:lnTo>
                <a:lnTo>
                  <a:pt x="12455" y="1880"/>
                </a:lnTo>
                <a:lnTo>
                  <a:pt x="12455" y="1996"/>
                </a:lnTo>
                <a:moveTo>
                  <a:pt x="12190" y="1996"/>
                </a:moveTo>
                <a:lnTo>
                  <a:pt x="12031" y="1996"/>
                </a:lnTo>
                <a:lnTo>
                  <a:pt x="12031" y="1880"/>
                </a:lnTo>
                <a:lnTo>
                  <a:pt x="12190" y="1880"/>
                </a:lnTo>
                <a:lnTo>
                  <a:pt x="12190" y="1996"/>
                </a:lnTo>
                <a:moveTo>
                  <a:pt x="11925" y="1996"/>
                </a:moveTo>
                <a:lnTo>
                  <a:pt x="11767" y="1996"/>
                </a:lnTo>
                <a:lnTo>
                  <a:pt x="11767" y="1880"/>
                </a:lnTo>
                <a:lnTo>
                  <a:pt x="11925" y="1880"/>
                </a:lnTo>
                <a:lnTo>
                  <a:pt x="11925" y="1996"/>
                </a:lnTo>
                <a:moveTo>
                  <a:pt x="11660" y="1996"/>
                </a:moveTo>
                <a:lnTo>
                  <a:pt x="11502" y="1996"/>
                </a:lnTo>
                <a:lnTo>
                  <a:pt x="11502" y="1880"/>
                </a:lnTo>
                <a:lnTo>
                  <a:pt x="11660" y="1880"/>
                </a:lnTo>
                <a:lnTo>
                  <a:pt x="11660" y="1996"/>
                </a:lnTo>
                <a:moveTo>
                  <a:pt x="11396" y="1996"/>
                </a:moveTo>
                <a:lnTo>
                  <a:pt x="11237" y="1996"/>
                </a:lnTo>
                <a:lnTo>
                  <a:pt x="11237" y="1880"/>
                </a:lnTo>
                <a:lnTo>
                  <a:pt x="11396" y="1880"/>
                </a:lnTo>
                <a:lnTo>
                  <a:pt x="11396" y="1996"/>
                </a:lnTo>
                <a:moveTo>
                  <a:pt x="11131" y="1996"/>
                </a:moveTo>
                <a:lnTo>
                  <a:pt x="10972" y="1996"/>
                </a:lnTo>
                <a:lnTo>
                  <a:pt x="10972" y="1880"/>
                </a:lnTo>
                <a:lnTo>
                  <a:pt x="11131" y="1880"/>
                </a:lnTo>
                <a:lnTo>
                  <a:pt x="11131" y="1996"/>
                </a:lnTo>
                <a:moveTo>
                  <a:pt x="10866" y="1996"/>
                </a:moveTo>
                <a:lnTo>
                  <a:pt x="10707" y="1996"/>
                </a:lnTo>
                <a:lnTo>
                  <a:pt x="10707" y="1880"/>
                </a:lnTo>
                <a:lnTo>
                  <a:pt x="10866" y="1880"/>
                </a:lnTo>
                <a:lnTo>
                  <a:pt x="10866" y="1996"/>
                </a:lnTo>
                <a:moveTo>
                  <a:pt x="10601" y="1996"/>
                </a:moveTo>
                <a:lnTo>
                  <a:pt x="10443" y="1996"/>
                </a:lnTo>
                <a:lnTo>
                  <a:pt x="10443" y="1880"/>
                </a:lnTo>
                <a:lnTo>
                  <a:pt x="10601" y="1880"/>
                </a:lnTo>
                <a:lnTo>
                  <a:pt x="10601" y="1996"/>
                </a:lnTo>
                <a:moveTo>
                  <a:pt x="10336" y="1996"/>
                </a:moveTo>
                <a:lnTo>
                  <a:pt x="10178" y="1996"/>
                </a:lnTo>
                <a:lnTo>
                  <a:pt x="10178" y="1880"/>
                </a:lnTo>
                <a:lnTo>
                  <a:pt x="10336" y="1880"/>
                </a:lnTo>
                <a:lnTo>
                  <a:pt x="10336" y="1996"/>
                </a:lnTo>
                <a:moveTo>
                  <a:pt x="10072" y="1996"/>
                </a:moveTo>
                <a:lnTo>
                  <a:pt x="9913" y="1996"/>
                </a:lnTo>
                <a:lnTo>
                  <a:pt x="9913" y="1880"/>
                </a:lnTo>
                <a:lnTo>
                  <a:pt x="10072" y="1880"/>
                </a:lnTo>
                <a:lnTo>
                  <a:pt x="10072" y="1996"/>
                </a:lnTo>
                <a:moveTo>
                  <a:pt x="9807" y="1996"/>
                </a:moveTo>
                <a:lnTo>
                  <a:pt x="9648" y="1996"/>
                </a:lnTo>
                <a:lnTo>
                  <a:pt x="9648" y="1880"/>
                </a:lnTo>
                <a:lnTo>
                  <a:pt x="9807" y="1880"/>
                </a:lnTo>
                <a:lnTo>
                  <a:pt x="9807" y="1996"/>
                </a:lnTo>
                <a:moveTo>
                  <a:pt x="9542" y="1996"/>
                </a:moveTo>
                <a:lnTo>
                  <a:pt x="9383" y="1996"/>
                </a:lnTo>
                <a:lnTo>
                  <a:pt x="9383" y="1880"/>
                </a:lnTo>
                <a:lnTo>
                  <a:pt x="9542" y="1880"/>
                </a:lnTo>
                <a:lnTo>
                  <a:pt x="9542" y="1996"/>
                </a:lnTo>
                <a:moveTo>
                  <a:pt x="9277" y="1996"/>
                </a:moveTo>
                <a:lnTo>
                  <a:pt x="9118" y="1996"/>
                </a:lnTo>
                <a:lnTo>
                  <a:pt x="9118" y="1880"/>
                </a:lnTo>
                <a:lnTo>
                  <a:pt x="9277" y="1880"/>
                </a:lnTo>
                <a:lnTo>
                  <a:pt x="9277" y="1996"/>
                </a:lnTo>
                <a:moveTo>
                  <a:pt x="9012" y="1996"/>
                </a:moveTo>
                <a:lnTo>
                  <a:pt x="8854" y="1996"/>
                </a:lnTo>
                <a:lnTo>
                  <a:pt x="8854" y="1880"/>
                </a:lnTo>
                <a:lnTo>
                  <a:pt x="9012" y="1880"/>
                </a:lnTo>
                <a:lnTo>
                  <a:pt x="9012" y="1996"/>
                </a:lnTo>
                <a:moveTo>
                  <a:pt x="8748" y="1996"/>
                </a:moveTo>
                <a:lnTo>
                  <a:pt x="8589" y="1996"/>
                </a:lnTo>
                <a:lnTo>
                  <a:pt x="8589" y="1880"/>
                </a:lnTo>
                <a:lnTo>
                  <a:pt x="8748" y="1880"/>
                </a:lnTo>
                <a:lnTo>
                  <a:pt x="8748" y="1996"/>
                </a:lnTo>
                <a:moveTo>
                  <a:pt x="8483" y="1996"/>
                </a:moveTo>
                <a:lnTo>
                  <a:pt x="8324" y="1996"/>
                </a:lnTo>
                <a:lnTo>
                  <a:pt x="8324" y="1880"/>
                </a:lnTo>
                <a:lnTo>
                  <a:pt x="8483" y="1880"/>
                </a:lnTo>
                <a:lnTo>
                  <a:pt x="8483" y="1996"/>
                </a:lnTo>
                <a:moveTo>
                  <a:pt x="8218" y="1996"/>
                </a:moveTo>
                <a:lnTo>
                  <a:pt x="8059" y="1996"/>
                </a:lnTo>
                <a:lnTo>
                  <a:pt x="8059" y="1880"/>
                </a:lnTo>
                <a:lnTo>
                  <a:pt x="8218" y="1880"/>
                </a:lnTo>
                <a:lnTo>
                  <a:pt x="8218" y="1996"/>
                </a:lnTo>
                <a:moveTo>
                  <a:pt x="7953" y="1996"/>
                </a:moveTo>
                <a:lnTo>
                  <a:pt x="7794" y="1996"/>
                </a:lnTo>
                <a:lnTo>
                  <a:pt x="7794" y="1880"/>
                </a:lnTo>
                <a:lnTo>
                  <a:pt x="7953" y="1880"/>
                </a:lnTo>
                <a:lnTo>
                  <a:pt x="7953" y="1996"/>
                </a:lnTo>
                <a:moveTo>
                  <a:pt x="7688" y="1996"/>
                </a:moveTo>
                <a:lnTo>
                  <a:pt x="7530" y="1996"/>
                </a:lnTo>
                <a:lnTo>
                  <a:pt x="7530" y="1880"/>
                </a:lnTo>
                <a:lnTo>
                  <a:pt x="7688" y="1880"/>
                </a:lnTo>
                <a:lnTo>
                  <a:pt x="7688" y="1996"/>
                </a:lnTo>
                <a:moveTo>
                  <a:pt x="7424" y="1996"/>
                </a:moveTo>
                <a:lnTo>
                  <a:pt x="7265" y="1996"/>
                </a:lnTo>
                <a:lnTo>
                  <a:pt x="7265" y="1880"/>
                </a:lnTo>
                <a:lnTo>
                  <a:pt x="7424" y="1880"/>
                </a:lnTo>
                <a:lnTo>
                  <a:pt x="7424" y="1996"/>
                </a:lnTo>
                <a:moveTo>
                  <a:pt x="7159" y="1996"/>
                </a:moveTo>
                <a:lnTo>
                  <a:pt x="7000" y="1996"/>
                </a:lnTo>
                <a:lnTo>
                  <a:pt x="7000" y="1880"/>
                </a:lnTo>
                <a:lnTo>
                  <a:pt x="7159" y="1880"/>
                </a:lnTo>
                <a:lnTo>
                  <a:pt x="7159" y="1996"/>
                </a:lnTo>
                <a:moveTo>
                  <a:pt x="6894" y="1996"/>
                </a:moveTo>
                <a:lnTo>
                  <a:pt x="6735" y="1996"/>
                </a:lnTo>
                <a:lnTo>
                  <a:pt x="6735" y="1880"/>
                </a:lnTo>
                <a:lnTo>
                  <a:pt x="6894" y="1880"/>
                </a:lnTo>
                <a:lnTo>
                  <a:pt x="6894" y="1996"/>
                </a:lnTo>
                <a:moveTo>
                  <a:pt x="6629" y="1996"/>
                </a:moveTo>
                <a:lnTo>
                  <a:pt x="6470" y="1996"/>
                </a:lnTo>
                <a:lnTo>
                  <a:pt x="6470" y="1880"/>
                </a:lnTo>
                <a:lnTo>
                  <a:pt x="6629" y="1880"/>
                </a:lnTo>
                <a:lnTo>
                  <a:pt x="6629" y="1996"/>
                </a:lnTo>
                <a:moveTo>
                  <a:pt x="6364" y="1996"/>
                </a:moveTo>
                <a:lnTo>
                  <a:pt x="6206" y="1996"/>
                </a:lnTo>
                <a:lnTo>
                  <a:pt x="6206" y="1880"/>
                </a:lnTo>
                <a:lnTo>
                  <a:pt x="6364" y="1880"/>
                </a:lnTo>
                <a:lnTo>
                  <a:pt x="6364" y="1996"/>
                </a:lnTo>
                <a:moveTo>
                  <a:pt x="6100" y="1996"/>
                </a:moveTo>
                <a:lnTo>
                  <a:pt x="5941" y="1996"/>
                </a:lnTo>
                <a:lnTo>
                  <a:pt x="5941" y="1880"/>
                </a:lnTo>
                <a:lnTo>
                  <a:pt x="6100" y="1880"/>
                </a:lnTo>
                <a:lnTo>
                  <a:pt x="6100" y="1996"/>
                </a:lnTo>
                <a:moveTo>
                  <a:pt x="5835" y="1996"/>
                </a:moveTo>
                <a:lnTo>
                  <a:pt x="5676" y="1996"/>
                </a:lnTo>
                <a:lnTo>
                  <a:pt x="5676" y="1880"/>
                </a:lnTo>
                <a:lnTo>
                  <a:pt x="5835" y="1880"/>
                </a:lnTo>
                <a:lnTo>
                  <a:pt x="5835" y="1996"/>
                </a:lnTo>
                <a:moveTo>
                  <a:pt x="5570" y="1996"/>
                </a:moveTo>
                <a:lnTo>
                  <a:pt x="5411" y="1996"/>
                </a:lnTo>
                <a:lnTo>
                  <a:pt x="5411" y="1880"/>
                </a:lnTo>
                <a:lnTo>
                  <a:pt x="5570" y="1880"/>
                </a:lnTo>
                <a:lnTo>
                  <a:pt x="5570" y="1996"/>
                </a:lnTo>
                <a:moveTo>
                  <a:pt x="5305" y="1996"/>
                </a:moveTo>
                <a:lnTo>
                  <a:pt x="5146" y="1996"/>
                </a:lnTo>
                <a:lnTo>
                  <a:pt x="5146" y="1880"/>
                </a:lnTo>
                <a:lnTo>
                  <a:pt x="5305" y="1880"/>
                </a:lnTo>
                <a:lnTo>
                  <a:pt x="5305" y="1996"/>
                </a:lnTo>
                <a:moveTo>
                  <a:pt x="5040" y="1996"/>
                </a:moveTo>
                <a:lnTo>
                  <a:pt x="4882" y="1996"/>
                </a:lnTo>
                <a:lnTo>
                  <a:pt x="4882" y="1880"/>
                </a:lnTo>
                <a:lnTo>
                  <a:pt x="5040" y="1880"/>
                </a:lnTo>
                <a:lnTo>
                  <a:pt x="5040" y="1996"/>
                </a:lnTo>
                <a:moveTo>
                  <a:pt x="4776" y="1996"/>
                </a:moveTo>
                <a:lnTo>
                  <a:pt x="4617" y="1996"/>
                </a:lnTo>
                <a:lnTo>
                  <a:pt x="4617" y="1880"/>
                </a:lnTo>
                <a:lnTo>
                  <a:pt x="4776" y="1880"/>
                </a:lnTo>
                <a:lnTo>
                  <a:pt x="4776" y="1996"/>
                </a:lnTo>
                <a:moveTo>
                  <a:pt x="4511" y="1996"/>
                </a:moveTo>
                <a:lnTo>
                  <a:pt x="4352" y="1996"/>
                </a:lnTo>
                <a:lnTo>
                  <a:pt x="4352" y="1880"/>
                </a:lnTo>
                <a:lnTo>
                  <a:pt x="4511" y="1880"/>
                </a:lnTo>
                <a:lnTo>
                  <a:pt x="4511" y="1996"/>
                </a:lnTo>
                <a:moveTo>
                  <a:pt x="4246" y="1996"/>
                </a:moveTo>
                <a:lnTo>
                  <a:pt x="4087" y="1996"/>
                </a:lnTo>
                <a:lnTo>
                  <a:pt x="4087" y="1880"/>
                </a:lnTo>
                <a:lnTo>
                  <a:pt x="4246" y="1880"/>
                </a:lnTo>
                <a:lnTo>
                  <a:pt x="4246" y="1996"/>
                </a:lnTo>
                <a:moveTo>
                  <a:pt x="3981" y="1996"/>
                </a:moveTo>
                <a:lnTo>
                  <a:pt x="3822" y="1996"/>
                </a:lnTo>
                <a:lnTo>
                  <a:pt x="3822" y="1880"/>
                </a:lnTo>
                <a:lnTo>
                  <a:pt x="3981" y="1880"/>
                </a:lnTo>
                <a:lnTo>
                  <a:pt x="3981" y="1996"/>
                </a:lnTo>
                <a:moveTo>
                  <a:pt x="3716" y="1996"/>
                </a:moveTo>
                <a:lnTo>
                  <a:pt x="3558" y="1996"/>
                </a:lnTo>
                <a:lnTo>
                  <a:pt x="3558" y="1880"/>
                </a:lnTo>
                <a:lnTo>
                  <a:pt x="3716" y="1880"/>
                </a:lnTo>
                <a:lnTo>
                  <a:pt x="3716" y="1996"/>
                </a:lnTo>
                <a:moveTo>
                  <a:pt x="3452" y="1996"/>
                </a:moveTo>
                <a:lnTo>
                  <a:pt x="3293" y="1996"/>
                </a:lnTo>
                <a:lnTo>
                  <a:pt x="3293" y="1880"/>
                </a:lnTo>
                <a:lnTo>
                  <a:pt x="3452" y="1880"/>
                </a:lnTo>
                <a:lnTo>
                  <a:pt x="3452" y="1996"/>
                </a:lnTo>
                <a:moveTo>
                  <a:pt x="3187" y="1996"/>
                </a:moveTo>
                <a:lnTo>
                  <a:pt x="3028" y="1996"/>
                </a:lnTo>
                <a:lnTo>
                  <a:pt x="3028" y="1880"/>
                </a:lnTo>
                <a:lnTo>
                  <a:pt x="3187" y="1880"/>
                </a:lnTo>
                <a:lnTo>
                  <a:pt x="3187" y="1996"/>
                </a:lnTo>
                <a:moveTo>
                  <a:pt x="2922" y="1996"/>
                </a:moveTo>
                <a:lnTo>
                  <a:pt x="2763" y="1996"/>
                </a:lnTo>
                <a:lnTo>
                  <a:pt x="2763" y="1880"/>
                </a:lnTo>
                <a:lnTo>
                  <a:pt x="2922" y="1880"/>
                </a:lnTo>
                <a:lnTo>
                  <a:pt x="2922" y="1996"/>
                </a:lnTo>
                <a:moveTo>
                  <a:pt x="2657" y="1996"/>
                </a:moveTo>
                <a:lnTo>
                  <a:pt x="2498" y="1996"/>
                </a:lnTo>
                <a:lnTo>
                  <a:pt x="2498" y="1880"/>
                </a:lnTo>
                <a:lnTo>
                  <a:pt x="2657" y="1880"/>
                </a:lnTo>
                <a:lnTo>
                  <a:pt x="2657" y="1996"/>
                </a:lnTo>
                <a:moveTo>
                  <a:pt x="2392" y="1996"/>
                </a:moveTo>
                <a:lnTo>
                  <a:pt x="2234" y="1996"/>
                </a:lnTo>
                <a:lnTo>
                  <a:pt x="2234" y="1880"/>
                </a:lnTo>
                <a:lnTo>
                  <a:pt x="2392" y="1880"/>
                </a:lnTo>
                <a:lnTo>
                  <a:pt x="2392" y="1996"/>
                </a:lnTo>
                <a:moveTo>
                  <a:pt x="2128" y="1996"/>
                </a:moveTo>
                <a:lnTo>
                  <a:pt x="1969" y="1996"/>
                </a:lnTo>
                <a:lnTo>
                  <a:pt x="1969" y="1880"/>
                </a:lnTo>
                <a:lnTo>
                  <a:pt x="2128" y="1880"/>
                </a:lnTo>
                <a:lnTo>
                  <a:pt x="2128" y="1996"/>
                </a:lnTo>
                <a:moveTo>
                  <a:pt x="1863" y="1996"/>
                </a:moveTo>
                <a:lnTo>
                  <a:pt x="1704" y="1996"/>
                </a:lnTo>
                <a:lnTo>
                  <a:pt x="1704" y="1880"/>
                </a:lnTo>
                <a:lnTo>
                  <a:pt x="1863" y="1880"/>
                </a:lnTo>
                <a:lnTo>
                  <a:pt x="1863" y="1996"/>
                </a:lnTo>
                <a:moveTo>
                  <a:pt x="1598" y="1996"/>
                </a:moveTo>
                <a:lnTo>
                  <a:pt x="1439" y="1996"/>
                </a:lnTo>
                <a:lnTo>
                  <a:pt x="1439" y="1880"/>
                </a:lnTo>
                <a:lnTo>
                  <a:pt x="1598" y="1880"/>
                </a:lnTo>
                <a:lnTo>
                  <a:pt x="1598" y="1996"/>
                </a:lnTo>
                <a:moveTo>
                  <a:pt x="1333" y="1996"/>
                </a:moveTo>
                <a:lnTo>
                  <a:pt x="1174" y="1996"/>
                </a:lnTo>
                <a:lnTo>
                  <a:pt x="1174" y="1880"/>
                </a:lnTo>
                <a:lnTo>
                  <a:pt x="1333" y="1880"/>
                </a:lnTo>
                <a:lnTo>
                  <a:pt x="1333" y="1996"/>
                </a:lnTo>
                <a:moveTo>
                  <a:pt x="1068" y="1996"/>
                </a:moveTo>
                <a:lnTo>
                  <a:pt x="910" y="1996"/>
                </a:lnTo>
                <a:lnTo>
                  <a:pt x="910" y="1880"/>
                </a:lnTo>
                <a:lnTo>
                  <a:pt x="1068" y="1880"/>
                </a:lnTo>
                <a:lnTo>
                  <a:pt x="1068" y="1996"/>
                </a:lnTo>
                <a:moveTo>
                  <a:pt x="804" y="1996"/>
                </a:moveTo>
                <a:lnTo>
                  <a:pt x="645" y="1996"/>
                </a:lnTo>
                <a:lnTo>
                  <a:pt x="645" y="1880"/>
                </a:lnTo>
                <a:lnTo>
                  <a:pt x="804" y="1880"/>
                </a:lnTo>
                <a:lnTo>
                  <a:pt x="804" y="1996"/>
                </a:lnTo>
                <a:moveTo>
                  <a:pt x="539" y="1996"/>
                </a:moveTo>
                <a:lnTo>
                  <a:pt x="380" y="1996"/>
                </a:lnTo>
                <a:lnTo>
                  <a:pt x="380" y="1880"/>
                </a:lnTo>
                <a:lnTo>
                  <a:pt x="539" y="1880"/>
                </a:lnTo>
                <a:lnTo>
                  <a:pt x="539" y="1996"/>
                </a:lnTo>
                <a:moveTo>
                  <a:pt x="270" y="1995"/>
                </a:moveTo>
                <a:cubicBezTo>
                  <a:pt x="201" y="1989"/>
                  <a:pt x="141" y="1962"/>
                  <a:pt x="91" y="1914"/>
                </a:cubicBezTo>
                <a:lnTo>
                  <a:pt x="172" y="1830"/>
                </a:lnTo>
                <a:cubicBezTo>
                  <a:pt x="202" y="1859"/>
                  <a:pt x="238" y="1875"/>
                  <a:pt x="280" y="1879"/>
                </a:cubicBezTo>
                <a:lnTo>
                  <a:pt x="270" y="1995"/>
                </a:lnTo>
                <a:moveTo>
                  <a:pt x="18" y="1803"/>
                </a:moveTo>
                <a:cubicBezTo>
                  <a:pt x="6" y="1770"/>
                  <a:pt x="0" y="1736"/>
                  <a:pt x="0" y="1700"/>
                </a:cubicBezTo>
                <a:lnTo>
                  <a:pt x="0" y="1626"/>
                </a:lnTo>
                <a:lnTo>
                  <a:pt x="116" y="1626"/>
                </a:lnTo>
                <a:lnTo>
                  <a:pt x="116" y="1700"/>
                </a:lnTo>
                <a:cubicBezTo>
                  <a:pt x="116" y="1722"/>
                  <a:pt x="120" y="1743"/>
                  <a:pt x="128" y="1763"/>
                </a:cubicBezTo>
                <a:lnTo>
                  <a:pt x="18" y="1803"/>
                </a:lnTo>
                <a:moveTo>
                  <a:pt x="0" y="1520"/>
                </a:moveTo>
                <a:lnTo>
                  <a:pt x="0" y="1361"/>
                </a:lnTo>
                <a:lnTo>
                  <a:pt x="116" y="1361"/>
                </a:lnTo>
                <a:lnTo>
                  <a:pt x="116" y="1520"/>
                </a:lnTo>
                <a:lnTo>
                  <a:pt x="0" y="1520"/>
                </a:lnTo>
                <a:moveTo>
                  <a:pt x="0" y="1255"/>
                </a:moveTo>
                <a:lnTo>
                  <a:pt x="0" y="1095"/>
                </a:lnTo>
                <a:lnTo>
                  <a:pt x="116" y="1095"/>
                </a:lnTo>
                <a:lnTo>
                  <a:pt x="116" y="1255"/>
                </a:lnTo>
                <a:lnTo>
                  <a:pt x="0" y="1255"/>
                </a:lnTo>
                <a:moveTo>
                  <a:pt x="0" y="989"/>
                </a:moveTo>
                <a:lnTo>
                  <a:pt x="0" y="830"/>
                </a:lnTo>
                <a:lnTo>
                  <a:pt x="116" y="830"/>
                </a:lnTo>
                <a:lnTo>
                  <a:pt x="116" y="989"/>
                </a:lnTo>
                <a:lnTo>
                  <a:pt x="0" y="989"/>
                </a:lnTo>
                <a:moveTo>
                  <a:pt x="0" y="724"/>
                </a:moveTo>
                <a:lnTo>
                  <a:pt x="0" y="566"/>
                </a:lnTo>
                <a:lnTo>
                  <a:pt x="116" y="566"/>
                </a:lnTo>
                <a:lnTo>
                  <a:pt x="116" y="724"/>
                </a:lnTo>
                <a:lnTo>
                  <a:pt x="0" y="724"/>
                </a:lnTo>
                <a:moveTo>
                  <a:pt x="0" y="460"/>
                </a:moveTo>
                <a:lnTo>
                  <a:pt x="0" y="301"/>
                </a:lnTo>
                <a:lnTo>
                  <a:pt x="116" y="301"/>
                </a:lnTo>
                <a:lnTo>
                  <a:pt x="116" y="460"/>
                </a:lnTo>
                <a:lnTo>
                  <a:pt x="0" y="460"/>
                </a:lnTo>
                <a:moveTo>
                  <a:pt x="27" y="173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5"/>
                  <a:pt x="150" y="184"/>
                  <a:pt x="133" y="222"/>
                </a:cubicBezTo>
                <a:lnTo>
                  <a:pt x="27" y="173"/>
                </a:lnTo>
                <a:moveTo>
                  <a:pt x="290" y="1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7"/>
                </a:lnTo>
                <a:lnTo>
                  <a:pt x="296" y="117"/>
                </a:lnTo>
                <a:cubicBezTo>
                  <a:pt x="295" y="117"/>
                  <a:pt x="294" y="117"/>
                  <a:pt x="293" y="117"/>
                </a:cubicBezTo>
                <a:lnTo>
                  <a:pt x="290" y="1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666720" y="522000"/>
            <a:ext cx="7911691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Low-level APIs: multi-threaded pipelines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66720" y="1282680"/>
            <a:ext cx="871067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Each stage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releases the GIL 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→ run stages concurrently on threads.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828720" y="1955880"/>
            <a:ext cx="41990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def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500" b="0" u="none" strike="noStrike">
                <a:solidFill>
                  <a:srgbClr val="6639ba"/>
                </a:solidFill>
                <a:effectLst/>
                <a:uFillTx/>
                <a:latin typeface="Courier New"/>
                <a:ea typeface="Courier New"/>
              </a:rPr>
              <a:t>convert_on_own_thread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(device):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828720" y="2174760"/>
            <a:ext cx="814924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50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[demux + decode] on one thread || [color convert] on another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828720" y="2394000"/>
            <a:ext cx="802599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raw_frames = prefetch(decode(packet_decoder, demux(demuxer)))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666720" y="3190680"/>
            <a:ext cx="1543320" cy="352800"/>
          </a:xfrm>
          <a:custGeom>
            <a:avLst/>
            <a:gdLst/>
            <a:ahLst/>
            <a:rect l="0" t="0" r="r" b="b"/>
            <a:pathLst>
              <a:path w="4287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128" y="0"/>
                </a:lnTo>
                <a:cubicBezTo>
                  <a:pt x="4139" y="0"/>
                  <a:pt x="4149" y="1"/>
                  <a:pt x="4159" y="3"/>
                </a:cubicBezTo>
                <a:cubicBezTo>
                  <a:pt x="4169" y="5"/>
                  <a:pt x="4179" y="8"/>
                  <a:pt x="4189" y="12"/>
                </a:cubicBezTo>
                <a:cubicBezTo>
                  <a:pt x="4198" y="16"/>
                  <a:pt x="4208" y="21"/>
                  <a:pt x="4216" y="27"/>
                </a:cubicBezTo>
                <a:cubicBezTo>
                  <a:pt x="4225" y="33"/>
                  <a:pt x="4233" y="39"/>
                  <a:pt x="4240" y="47"/>
                </a:cubicBezTo>
                <a:cubicBezTo>
                  <a:pt x="4248" y="54"/>
                  <a:pt x="4254" y="62"/>
                  <a:pt x="4260" y="71"/>
                </a:cubicBezTo>
                <a:cubicBezTo>
                  <a:pt x="4266" y="79"/>
                  <a:pt x="4271" y="88"/>
                  <a:pt x="4275" y="98"/>
                </a:cubicBezTo>
                <a:cubicBezTo>
                  <a:pt x="4279" y="108"/>
                  <a:pt x="4282" y="118"/>
                  <a:pt x="4284" y="128"/>
                </a:cubicBezTo>
                <a:cubicBezTo>
                  <a:pt x="4286" y="138"/>
                  <a:pt x="4287" y="148"/>
                  <a:pt x="4287" y="159"/>
                </a:cubicBezTo>
                <a:lnTo>
                  <a:pt x="4287" y="821"/>
                </a:lnTo>
                <a:cubicBezTo>
                  <a:pt x="4287" y="832"/>
                  <a:pt x="4286" y="842"/>
                  <a:pt x="4284" y="852"/>
                </a:cubicBezTo>
                <a:cubicBezTo>
                  <a:pt x="4282" y="862"/>
                  <a:pt x="4279" y="872"/>
                  <a:pt x="4275" y="882"/>
                </a:cubicBezTo>
                <a:cubicBezTo>
                  <a:pt x="4271" y="892"/>
                  <a:pt x="4266" y="901"/>
                  <a:pt x="4260" y="909"/>
                </a:cubicBezTo>
                <a:cubicBezTo>
                  <a:pt x="4254" y="918"/>
                  <a:pt x="4248" y="926"/>
                  <a:pt x="4240" y="934"/>
                </a:cubicBezTo>
                <a:cubicBezTo>
                  <a:pt x="4233" y="941"/>
                  <a:pt x="4225" y="947"/>
                  <a:pt x="4216" y="953"/>
                </a:cubicBezTo>
                <a:cubicBezTo>
                  <a:pt x="4208" y="959"/>
                  <a:pt x="4198" y="964"/>
                  <a:pt x="4189" y="968"/>
                </a:cubicBezTo>
                <a:cubicBezTo>
                  <a:pt x="4179" y="972"/>
                  <a:pt x="4169" y="975"/>
                  <a:pt x="4159" y="977"/>
                </a:cubicBezTo>
                <a:cubicBezTo>
                  <a:pt x="4149" y="979"/>
                  <a:pt x="4139" y="980"/>
                  <a:pt x="4128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1" y="947"/>
                  <a:pt x="53" y="941"/>
                  <a:pt x="46" y="934"/>
                </a:cubicBezTo>
                <a:cubicBezTo>
                  <a:pt x="39" y="926"/>
                  <a:pt x="32" y="918"/>
                  <a:pt x="26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828720" y="2613240"/>
            <a:ext cx="6544281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return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color_convert(color_converter, raw_frames)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757440" y="3237840"/>
            <a:ext cx="1472385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prefetch()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208240" y="3187800"/>
            <a:ext cx="952054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= run the upstream generator on a background thread, through a bounded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666720" y="3587760"/>
            <a:ext cx="88179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queue.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981000" y="4819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2"/>
                  <a:pt x="52" y="15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5"/>
                  <a:pt x="171" y="22"/>
                  <a:pt x="181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666720" y="4140000"/>
            <a:ext cx="574840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Where to split depends on where the work is: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981000" y="52862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1"/>
                </a:cubicBezTo>
                <a:cubicBezTo>
                  <a:pt x="171" y="190"/>
                  <a:pt x="160" y="199"/>
                  <a:pt x="147" y="204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4"/>
                </a:cubicBezTo>
                <a:cubicBezTo>
                  <a:pt x="52" y="199"/>
                  <a:pt x="41" y="190"/>
                  <a:pt x="31" y="181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1200240" y="4692600"/>
            <a:ext cx="731682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CPU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color conversion is costly → put it on its own thread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1200240" y="5159160"/>
            <a:ext cx="802211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CUDA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decoding dominates → put demuxing on its own thread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914400" y="5896800"/>
            <a:ext cx="7533777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TODO benchmark: VideoDecoder vs sequential vs convert_on_own_thread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880200" y="6397920"/>
            <a:ext cx="3525638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Multi-threaded decoding pipelines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671400" y="2633400"/>
            <a:ext cx="5229360" cy="914760"/>
          </a:xfrm>
          <a:custGeom>
            <a:avLst/>
            <a:gdLst/>
            <a:ahLst/>
            <a:rect l="0" t="0" r="r" b="b"/>
            <a:pathLst>
              <a:path w="14526" h="2541">
                <a:moveTo>
                  <a:pt x="0" y="234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328" y="0"/>
                </a:lnTo>
                <a:cubicBezTo>
                  <a:pt x="14341" y="0"/>
                  <a:pt x="14354" y="1"/>
                  <a:pt x="14367" y="4"/>
                </a:cubicBezTo>
                <a:cubicBezTo>
                  <a:pt x="14379" y="7"/>
                  <a:pt x="14392" y="10"/>
                  <a:pt x="14404" y="15"/>
                </a:cubicBezTo>
                <a:cubicBezTo>
                  <a:pt x="14416" y="20"/>
                  <a:pt x="14427" y="26"/>
                  <a:pt x="14438" y="34"/>
                </a:cubicBezTo>
                <a:cubicBezTo>
                  <a:pt x="14449" y="41"/>
                  <a:pt x="14459" y="49"/>
                  <a:pt x="14468" y="58"/>
                </a:cubicBezTo>
                <a:cubicBezTo>
                  <a:pt x="14478" y="68"/>
                  <a:pt x="14486" y="78"/>
                  <a:pt x="14493" y="88"/>
                </a:cubicBezTo>
                <a:cubicBezTo>
                  <a:pt x="14500" y="99"/>
                  <a:pt x="14506" y="111"/>
                  <a:pt x="14511" y="123"/>
                </a:cubicBezTo>
                <a:cubicBezTo>
                  <a:pt x="14516" y="135"/>
                  <a:pt x="14520" y="147"/>
                  <a:pt x="14523" y="160"/>
                </a:cubicBezTo>
                <a:cubicBezTo>
                  <a:pt x="14525" y="173"/>
                  <a:pt x="14526" y="186"/>
                  <a:pt x="14526" y="199"/>
                </a:cubicBezTo>
                <a:lnTo>
                  <a:pt x="14526" y="2343"/>
                </a:lnTo>
                <a:cubicBezTo>
                  <a:pt x="14526" y="2356"/>
                  <a:pt x="14525" y="2369"/>
                  <a:pt x="14523" y="2382"/>
                </a:cubicBezTo>
                <a:cubicBezTo>
                  <a:pt x="14520" y="2394"/>
                  <a:pt x="14516" y="2407"/>
                  <a:pt x="14511" y="2419"/>
                </a:cubicBezTo>
                <a:cubicBezTo>
                  <a:pt x="14506" y="2431"/>
                  <a:pt x="14500" y="2442"/>
                  <a:pt x="14493" y="2453"/>
                </a:cubicBezTo>
                <a:cubicBezTo>
                  <a:pt x="14486" y="2464"/>
                  <a:pt x="14478" y="2474"/>
                  <a:pt x="14468" y="2483"/>
                </a:cubicBezTo>
                <a:cubicBezTo>
                  <a:pt x="14459" y="2492"/>
                  <a:pt x="14449" y="2501"/>
                  <a:pt x="14438" y="2508"/>
                </a:cubicBezTo>
                <a:cubicBezTo>
                  <a:pt x="14427" y="2515"/>
                  <a:pt x="14416" y="2521"/>
                  <a:pt x="14404" y="2526"/>
                </a:cubicBezTo>
                <a:cubicBezTo>
                  <a:pt x="14392" y="2531"/>
                  <a:pt x="14379" y="2535"/>
                  <a:pt x="14367" y="2537"/>
                </a:cubicBezTo>
                <a:cubicBezTo>
                  <a:pt x="14354" y="2540"/>
                  <a:pt x="14341" y="2541"/>
                  <a:pt x="14328" y="2541"/>
                </a:cubicBezTo>
                <a:lnTo>
                  <a:pt x="198" y="2541"/>
                </a:lnTo>
                <a:cubicBezTo>
                  <a:pt x="185" y="2541"/>
                  <a:pt x="172" y="2540"/>
                  <a:pt x="160" y="2537"/>
                </a:cubicBezTo>
                <a:cubicBezTo>
                  <a:pt x="147" y="2535"/>
                  <a:pt x="134" y="2531"/>
                  <a:pt x="122" y="2526"/>
                </a:cubicBezTo>
                <a:cubicBezTo>
                  <a:pt x="110" y="2521"/>
                  <a:pt x="99" y="2515"/>
                  <a:pt x="88" y="2508"/>
                </a:cubicBezTo>
                <a:cubicBezTo>
                  <a:pt x="77" y="2501"/>
                  <a:pt x="67" y="2492"/>
                  <a:pt x="58" y="2483"/>
                </a:cubicBezTo>
                <a:cubicBezTo>
                  <a:pt x="49" y="2474"/>
                  <a:pt x="40" y="2464"/>
                  <a:pt x="33" y="2453"/>
                </a:cubicBezTo>
                <a:cubicBezTo>
                  <a:pt x="26" y="2442"/>
                  <a:pt x="20" y="2431"/>
                  <a:pt x="15" y="2419"/>
                </a:cubicBezTo>
                <a:cubicBezTo>
                  <a:pt x="10" y="2407"/>
                  <a:pt x="6" y="2394"/>
                  <a:pt x="4" y="2382"/>
                </a:cubicBezTo>
                <a:cubicBezTo>
                  <a:pt x="1" y="2369"/>
                  <a:pt x="0" y="2356"/>
                  <a:pt x="0" y="234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671400" y="2633400"/>
            <a:ext cx="5229360" cy="914760"/>
          </a:xfrm>
          <a:custGeom>
            <a:avLst/>
            <a:gdLst/>
            <a:ahLst/>
            <a:rect l="0" t="0" r="r" b="b"/>
            <a:pathLst>
              <a:path w="14526" h="2541">
                <a:moveTo>
                  <a:pt x="0" y="234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8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14328" y="0"/>
                </a:lnTo>
                <a:cubicBezTo>
                  <a:pt x="14341" y="0"/>
                  <a:pt x="14354" y="1"/>
                  <a:pt x="14367" y="4"/>
                </a:cubicBezTo>
                <a:cubicBezTo>
                  <a:pt x="14379" y="7"/>
                  <a:pt x="14392" y="10"/>
                  <a:pt x="14404" y="15"/>
                </a:cubicBezTo>
                <a:cubicBezTo>
                  <a:pt x="14416" y="20"/>
                  <a:pt x="14427" y="26"/>
                  <a:pt x="14438" y="34"/>
                </a:cubicBezTo>
                <a:cubicBezTo>
                  <a:pt x="14449" y="41"/>
                  <a:pt x="14459" y="49"/>
                  <a:pt x="14468" y="58"/>
                </a:cubicBezTo>
                <a:cubicBezTo>
                  <a:pt x="14478" y="68"/>
                  <a:pt x="14486" y="78"/>
                  <a:pt x="14493" y="88"/>
                </a:cubicBezTo>
                <a:cubicBezTo>
                  <a:pt x="14500" y="99"/>
                  <a:pt x="14506" y="111"/>
                  <a:pt x="14511" y="123"/>
                </a:cubicBezTo>
                <a:cubicBezTo>
                  <a:pt x="14516" y="135"/>
                  <a:pt x="14520" y="147"/>
                  <a:pt x="14523" y="160"/>
                </a:cubicBezTo>
                <a:cubicBezTo>
                  <a:pt x="14525" y="173"/>
                  <a:pt x="14526" y="186"/>
                  <a:pt x="14526" y="199"/>
                </a:cubicBezTo>
                <a:lnTo>
                  <a:pt x="14526" y="2343"/>
                </a:lnTo>
                <a:cubicBezTo>
                  <a:pt x="14526" y="2356"/>
                  <a:pt x="14525" y="2369"/>
                  <a:pt x="14523" y="2382"/>
                </a:cubicBezTo>
                <a:cubicBezTo>
                  <a:pt x="14520" y="2394"/>
                  <a:pt x="14516" y="2407"/>
                  <a:pt x="14511" y="2419"/>
                </a:cubicBezTo>
                <a:cubicBezTo>
                  <a:pt x="14506" y="2431"/>
                  <a:pt x="14500" y="2442"/>
                  <a:pt x="14493" y="2453"/>
                </a:cubicBezTo>
                <a:cubicBezTo>
                  <a:pt x="14486" y="2464"/>
                  <a:pt x="14478" y="2474"/>
                  <a:pt x="14468" y="2483"/>
                </a:cubicBezTo>
                <a:cubicBezTo>
                  <a:pt x="14459" y="2492"/>
                  <a:pt x="14449" y="2501"/>
                  <a:pt x="14438" y="2508"/>
                </a:cubicBezTo>
                <a:cubicBezTo>
                  <a:pt x="14427" y="2515"/>
                  <a:pt x="14416" y="2521"/>
                  <a:pt x="14404" y="2526"/>
                </a:cubicBezTo>
                <a:cubicBezTo>
                  <a:pt x="14392" y="2531"/>
                  <a:pt x="14379" y="2535"/>
                  <a:pt x="14367" y="2537"/>
                </a:cubicBezTo>
                <a:cubicBezTo>
                  <a:pt x="14354" y="2540"/>
                  <a:pt x="14341" y="2541"/>
                  <a:pt x="14328" y="2541"/>
                </a:cubicBezTo>
                <a:lnTo>
                  <a:pt x="198" y="2541"/>
                </a:lnTo>
                <a:cubicBezTo>
                  <a:pt x="185" y="2541"/>
                  <a:pt x="172" y="2540"/>
                  <a:pt x="160" y="2537"/>
                </a:cubicBezTo>
                <a:cubicBezTo>
                  <a:pt x="147" y="2535"/>
                  <a:pt x="134" y="2531"/>
                  <a:pt x="122" y="2526"/>
                </a:cubicBezTo>
                <a:cubicBezTo>
                  <a:pt x="110" y="2521"/>
                  <a:pt x="99" y="2515"/>
                  <a:pt x="88" y="2508"/>
                </a:cubicBezTo>
                <a:cubicBezTo>
                  <a:pt x="77" y="2501"/>
                  <a:pt x="67" y="2492"/>
                  <a:pt x="58" y="2483"/>
                </a:cubicBezTo>
                <a:cubicBezTo>
                  <a:pt x="49" y="2474"/>
                  <a:pt x="40" y="2464"/>
                  <a:pt x="33" y="2453"/>
                </a:cubicBezTo>
                <a:cubicBezTo>
                  <a:pt x="26" y="2442"/>
                  <a:pt x="20" y="2431"/>
                  <a:pt x="15" y="2419"/>
                </a:cubicBezTo>
                <a:cubicBezTo>
                  <a:pt x="10" y="2407"/>
                  <a:pt x="6" y="2394"/>
                  <a:pt x="4" y="2382"/>
                </a:cubicBezTo>
                <a:cubicBezTo>
                  <a:pt x="1" y="2369"/>
                  <a:pt x="0" y="2356"/>
                  <a:pt x="0" y="234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66720" y="1360080"/>
            <a:ext cx="6677251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Low-level APIs: raw YUV and HDR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66720" y="2120760"/>
            <a:ext cx="538021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Raw YUV planes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no conversion, no copy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828720" y="2793960"/>
            <a:ext cx="5293123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7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lang="en-US" sz="137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raw_frame </a:t>
            </a:r>
            <a:r>
              <a:rPr lang="en-US" sz="137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in</a:t>
            </a:r>
            <a:r>
              <a:rPr lang="en-US" sz="137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packet_decoder.decode(packet):</a:t>
            </a:r>
            <a:endParaRPr lang="en-US" sz="13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828720" y="2993760"/>
            <a:ext cx="3378672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7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Y, U, V = raw_frame.planes</a:t>
            </a:r>
            <a:endParaRPr lang="en-US" sz="13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981000" y="38764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828720" y="3193920"/>
            <a:ext cx="4166769" cy="19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7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raw_frame.bit_depth  </a:t>
            </a:r>
            <a:r>
              <a:rPr lang="en-US" sz="137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10 for HDR</a:t>
            </a:r>
            <a:endParaRPr lang="en-US" sz="13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2933640" y="3752640"/>
            <a:ext cx="1000440" cy="352800"/>
          </a:xfrm>
          <a:custGeom>
            <a:avLst/>
            <a:gdLst/>
            <a:ahLst/>
            <a:rect l="0" t="0" r="r" b="b"/>
            <a:pathLst>
              <a:path w="2779" h="980">
                <a:moveTo>
                  <a:pt x="0" y="820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620" y="0"/>
                </a:lnTo>
                <a:cubicBezTo>
                  <a:pt x="2630" y="0"/>
                  <a:pt x="2641" y="1"/>
                  <a:pt x="2651" y="3"/>
                </a:cubicBezTo>
                <a:cubicBezTo>
                  <a:pt x="2661" y="5"/>
                  <a:pt x="2671" y="8"/>
                  <a:pt x="2681" y="12"/>
                </a:cubicBezTo>
                <a:cubicBezTo>
                  <a:pt x="2690" y="16"/>
                  <a:pt x="2700" y="21"/>
                  <a:pt x="2708" y="27"/>
                </a:cubicBezTo>
                <a:cubicBezTo>
                  <a:pt x="2717" y="33"/>
                  <a:pt x="2725" y="39"/>
                  <a:pt x="2732" y="47"/>
                </a:cubicBezTo>
                <a:cubicBezTo>
                  <a:pt x="2740" y="54"/>
                  <a:pt x="2746" y="62"/>
                  <a:pt x="2752" y="71"/>
                </a:cubicBezTo>
                <a:cubicBezTo>
                  <a:pt x="2758" y="79"/>
                  <a:pt x="2763" y="88"/>
                  <a:pt x="2767" y="98"/>
                </a:cubicBezTo>
                <a:cubicBezTo>
                  <a:pt x="2771" y="108"/>
                  <a:pt x="2774" y="118"/>
                  <a:pt x="2776" y="128"/>
                </a:cubicBezTo>
                <a:cubicBezTo>
                  <a:pt x="2778" y="138"/>
                  <a:pt x="2779" y="148"/>
                  <a:pt x="2779" y="159"/>
                </a:cubicBezTo>
                <a:lnTo>
                  <a:pt x="2779" y="820"/>
                </a:lnTo>
                <a:cubicBezTo>
                  <a:pt x="2779" y="832"/>
                  <a:pt x="2778" y="842"/>
                  <a:pt x="2776" y="852"/>
                </a:cubicBezTo>
                <a:cubicBezTo>
                  <a:pt x="2774" y="862"/>
                  <a:pt x="2771" y="872"/>
                  <a:pt x="2767" y="882"/>
                </a:cubicBezTo>
                <a:cubicBezTo>
                  <a:pt x="2763" y="892"/>
                  <a:pt x="2758" y="901"/>
                  <a:pt x="2752" y="909"/>
                </a:cubicBezTo>
                <a:cubicBezTo>
                  <a:pt x="2746" y="918"/>
                  <a:pt x="2740" y="926"/>
                  <a:pt x="2732" y="934"/>
                </a:cubicBezTo>
                <a:cubicBezTo>
                  <a:pt x="2725" y="941"/>
                  <a:pt x="2717" y="947"/>
                  <a:pt x="2708" y="953"/>
                </a:cubicBezTo>
                <a:cubicBezTo>
                  <a:pt x="2700" y="959"/>
                  <a:pt x="2690" y="964"/>
                  <a:pt x="2681" y="968"/>
                </a:cubicBezTo>
                <a:cubicBezTo>
                  <a:pt x="2671" y="972"/>
                  <a:pt x="2661" y="975"/>
                  <a:pt x="2651" y="977"/>
                </a:cubicBezTo>
                <a:cubicBezTo>
                  <a:pt x="2641" y="979"/>
                  <a:pt x="2630" y="980"/>
                  <a:pt x="2620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1"/>
                  <a:pt x="46" y="934"/>
                </a:cubicBezTo>
                <a:cubicBezTo>
                  <a:pt x="39" y="926"/>
                  <a:pt x="32" y="918"/>
                  <a:pt x="26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1200240" y="3749760"/>
            <a:ext cx="187362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10-bit HDR →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3024720" y="3799800"/>
            <a:ext cx="883742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uint16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3931560" y="3749760"/>
            <a:ext cx="1793923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planes, every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981000" y="47433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4"/>
                  <a:pt x="171" y="22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200240" y="4149720"/>
            <a:ext cx="1073476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bit intact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200240" y="4616280"/>
            <a:ext cx="451513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Write your own color conversion, or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6291000" y="2633400"/>
            <a:ext cx="5229720" cy="924480"/>
          </a:xfrm>
          <a:custGeom>
            <a:avLst/>
            <a:gdLst/>
            <a:ahLst/>
            <a:rect l="0" t="0" r="r" b="b"/>
            <a:pathLst>
              <a:path w="14527" h="2568">
                <a:moveTo>
                  <a:pt x="0" y="236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8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328" y="0"/>
                </a:lnTo>
                <a:cubicBezTo>
                  <a:pt x="14341" y="0"/>
                  <a:pt x="14354" y="1"/>
                  <a:pt x="14367" y="4"/>
                </a:cubicBezTo>
                <a:cubicBezTo>
                  <a:pt x="14380" y="7"/>
                  <a:pt x="14392" y="10"/>
                  <a:pt x="14404" y="15"/>
                </a:cubicBezTo>
                <a:cubicBezTo>
                  <a:pt x="14416" y="20"/>
                  <a:pt x="14428" y="26"/>
                  <a:pt x="14439" y="34"/>
                </a:cubicBezTo>
                <a:cubicBezTo>
                  <a:pt x="14449" y="41"/>
                  <a:pt x="14460" y="49"/>
                  <a:pt x="14469" y="58"/>
                </a:cubicBezTo>
                <a:cubicBezTo>
                  <a:pt x="14478" y="68"/>
                  <a:pt x="14486" y="78"/>
                  <a:pt x="14493" y="88"/>
                </a:cubicBezTo>
                <a:cubicBezTo>
                  <a:pt x="14501" y="99"/>
                  <a:pt x="14507" y="111"/>
                  <a:pt x="14512" y="123"/>
                </a:cubicBezTo>
                <a:cubicBezTo>
                  <a:pt x="14517" y="135"/>
                  <a:pt x="14520" y="147"/>
                  <a:pt x="14523" y="160"/>
                </a:cubicBezTo>
                <a:cubicBezTo>
                  <a:pt x="14526" y="173"/>
                  <a:pt x="14527" y="186"/>
                  <a:pt x="14527" y="199"/>
                </a:cubicBezTo>
                <a:lnTo>
                  <a:pt x="14527" y="2369"/>
                </a:lnTo>
                <a:cubicBezTo>
                  <a:pt x="14527" y="2382"/>
                  <a:pt x="14526" y="2395"/>
                  <a:pt x="14523" y="2408"/>
                </a:cubicBezTo>
                <a:cubicBezTo>
                  <a:pt x="14520" y="2421"/>
                  <a:pt x="14517" y="2433"/>
                  <a:pt x="14512" y="2445"/>
                </a:cubicBezTo>
                <a:cubicBezTo>
                  <a:pt x="14507" y="2457"/>
                  <a:pt x="14501" y="2469"/>
                  <a:pt x="14493" y="2479"/>
                </a:cubicBezTo>
                <a:cubicBezTo>
                  <a:pt x="14486" y="2490"/>
                  <a:pt x="14478" y="2500"/>
                  <a:pt x="14469" y="2510"/>
                </a:cubicBezTo>
                <a:cubicBezTo>
                  <a:pt x="14460" y="2519"/>
                  <a:pt x="14449" y="2527"/>
                  <a:pt x="14439" y="2534"/>
                </a:cubicBezTo>
                <a:cubicBezTo>
                  <a:pt x="14428" y="2541"/>
                  <a:pt x="14416" y="2548"/>
                  <a:pt x="14404" y="2553"/>
                </a:cubicBezTo>
                <a:cubicBezTo>
                  <a:pt x="14392" y="2558"/>
                  <a:pt x="14380" y="2561"/>
                  <a:pt x="14367" y="2564"/>
                </a:cubicBezTo>
                <a:cubicBezTo>
                  <a:pt x="14354" y="2566"/>
                  <a:pt x="14341" y="2568"/>
                  <a:pt x="14328" y="2568"/>
                </a:cubicBezTo>
                <a:lnTo>
                  <a:pt x="199" y="2568"/>
                </a:lnTo>
                <a:cubicBezTo>
                  <a:pt x="186" y="2568"/>
                  <a:pt x="173" y="2566"/>
                  <a:pt x="160" y="2564"/>
                </a:cubicBezTo>
                <a:cubicBezTo>
                  <a:pt x="147" y="2561"/>
                  <a:pt x="135" y="2558"/>
                  <a:pt x="123" y="2553"/>
                </a:cubicBezTo>
                <a:cubicBezTo>
                  <a:pt x="111" y="2548"/>
                  <a:pt x="99" y="2541"/>
                  <a:pt x="88" y="2534"/>
                </a:cubicBezTo>
                <a:cubicBezTo>
                  <a:pt x="78" y="2527"/>
                  <a:pt x="68" y="2519"/>
                  <a:pt x="58" y="2510"/>
                </a:cubicBezTo>
                <a:cubicBezTo>
                  <a:pt x="49" y="2500"/>
                  <a:pt x="41" y="2490"/>
                  <a:pt x="34" y="2479"/>
                </a:cubicBezTo>
                <a:cubicBezTo>
                  <a:pt x="26" y="2469"/>
                  <a:pt x="20" y="2457"/>
                  <a:pt x="15" y="2445"/>
                </a:cubicBezTo>
                <a:cubicBezTo>
                  <a:pt x="10" y="2433"/>
                  <a:pt x="7" y="2421"/>
                  <a:pt x="4" y="2408"/>
                </a:cubicBezTo>
                <a:cubicBezTo>
                  <a:pt x="1" y="2395"/>
                  <a:pt x="0" y="2382"/>
                  <a:pt x="0" y="236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6291000" y="2633400"/>
            <a:ext cx="5229720" cy="924480"/>
          </a:xfrm>
          <a:custGeom>
            <a:avLst/>
            <a:gdLst/>
            <a:ahLst/>
            <a:rect l="0" t="0" r="r" b="b"/>
            <a:pathLst>
              <a:path w="14527" h="2568">
                <a:moveTo>
                  <a:pt x="0" y="236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8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14328" y="0"/>
                </a:lnTo>
                <a:cubicBezTo>
                  <a:pt x="14341" y="0"/>
                  <a:pt x="14354" y="1"/>
                  <a:pt x="14367" y="4"/>
                </a:cubicBezTo>
                <a:cubicBezTo>
                  <a:pt x="14380" y="7"/>
                  <a:pt x="14392" y="10"/>
                  <a:pt x="14404" y="15"/>
                </a:cubicBezTo>
                <a:cubicBezTo>
                  <a:pt x="14416" y="20"/>
                  <a:pt x="14428" y="26"/>
                  <a:pt x="14439" y="34"/>
                </a:cubicBezTo>
                <a:cubicBezTo>
                  <a:pt x="14449" y="41"/>
                  <a:pt x="14460" y="49"/>
                  <a:pt x="14469" y="58"/>
                </a:cubicBezTo>
                <a:cubicBezTo>
                  <a:pt x="14478" y="68"/>
                  <a:pt x="14486" y="78"/>
                  <a:pt x="14493" y="88"/>
                </a:cubicBezTo>
                <a:cubicBezTo>
                  <a:pt x="14501" y="99"/>
                  <a:pt x="14507" y="111"/>
                  <a:pt x="14512" y="123"/>
                </a:cubicBezTo>
                <a:cubicBezTo>
                  <a:pt x="14517" y="135"/>
                  <a:pt x="14520" y="147"/>
                  <a:pt x="14523" y="160"/>
                </a:cubicBezTo>
                <a:cubicBezTo>
                  <a:pt x="14526" y="173"/>
                  <a:pt x="14527" y="186"/>
                  <a:pt x="14527" y="199"/>
                </a:cubicBezTo>
                <a:lnTo>
                  <a:pt x="14527" y="2369"/>
                </a:lnTo>
                <a:cubicBezTo>
                  <a:pt x="14527" y="2382"/>
                  <a:pt x="14526" y="2395"/>
                  <a:pt x="14523" y="2408"/>
                </a:cubicBezTo>
                <a:cubicBezTo>
                  <a:pt x="14520" y="2421"/>
                  <a:pt x="14517" y="2433"/>
                  <a:pt x="14512" y="2445"/>
                </a:cubicBezTo>
                <a:cubicBezTo>
                  <a:pt x="14507" y="2457"/>
                  <a:pt x="14501" y="2469"/>
                  <a:pt x="14493" y="2479"/>
                </a:cubicBezTo>
                <a:cubicBezTo>
                  <a:pt x="14486" y="2490"/>
                  <a:pt x="14478" y="2500"/>
                  <a:pt x="14469" y="2510"/>
                </a:cubicBezTo>
                <a:cubicBezTo>
                  <a:pt x="14460" y="2519"/>
                  <a:pt x="14449" y="2527"/>
                  <a:pt x="14439" y="2534"/>
                </a:cubicBezTo>
                <a:cubicBezTo>
                  <a:pt x="14428" y="2541"/>
                  <a:pt x="14416" y="2548"/>
                  <a:pt x="14404" y="2553"/>
                </a:cubicBezTo>
                <a:cubicBezTo>
                  <a:pt x="14392" y="2558"/>
                  <a:pt x="14380" y="2561"/>
                  <a:pt x="14367" y="2564"/>
                </a:cubicBezTo>
                <a:cubicBezTo>
                  <a:pt x="14354" y="2566"/>
                  <a:pt x="14341" y="2568"/>
                  <a:pt x="14328" y="2568"/>
                </a:cubicBezTo>
                <a:lnTo>
                  <a:pt x="199" y="2568"/>
                </a:lnTo>
                <a:cubicBezTo>
                  <a:pt x="186" y="2568"/>
                  <a:pt x="173" y="2566"/>
                  <a:pt x="160" y="2564"/>
                </a:cubicBezTo>
                <a:cubicBezTo>
                  <a:pt x="147" y="2561"/>
                  <a:pt x="135" y="2558"/>
                  <a:pt x="123" y="2553"/>
                </a:cubicBezTo>
                <a:cubicBezTo>
                  <a:pt x="111" y="2548"/>
                  <a:pt x="99" y="2541"/>
                  <a:pt x="88" y="2534"/>
                </a:cubicBezTo>
                <a:cubicBezTo>
                  <a:pt x="78" y="2527"/>
                  <a:pt x="68" y="2519"/>
                  <a:pt x="58" y="2510"/>
                </a:cubicBezTo>
                <a:cubicBezTo>
                  <a:pt x="49" y="2500"/>
                  <a:pt x="41" y="2490"/>
                  <a:pt x="34" y="2479"/>
                </a:cubicBezTo>
                <a:cubicBezTo>
                  <a:pt x="26" y="2469"/>
                  <a:pt x="20" y="2457"/>
                  <a:pt x="15" y="2445"/>
                </a:cubicBezTo>
                <a:cubicBezTo>
                  <a:pt x="10" y="2433"/>
                  <a:pt x="7" y="2421"/>
                  <a:pt x="4" y="2408"/>
                </a:cubicBezTo>
                <a:cubicBezTo>
                  <a:pt x="1" y="2395"/>
                  <a:pt x="0" y="2382"/>
                  <a:pt x="0" y="236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200240" y="5016600"/>
            <a:ext cx="238606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train in YUV space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7543440" y="2124000"/>
            <a:ext cx="1819800" cy="352800"/>
          </a:xfrm>
          <a:custGeom>
            <a:avLst/>
            <a:gdLst/>
            <a:ahLst/>
            <a:rect l="0" t="0" r="r" b="b"/>
            <a:pathLst>
              <a:path w="5055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2" y="138"/>
                  <a:pt x="4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4896" y="0"/>
                </a:lnTo>
                <a:cubicBezTo>
                  <a:pt x="4907" y="0"/>
                  <a:pt x="4917" y="1"/>
                  <a:pt x="4927" y="3"/>
                </a:cubicBezTo>
                <a:cubicBezTo>
                  <a:pt x="4937" y="5"/>
                  <a:pt x="4947" y="8"/>
                  <a:pt x="4957" y="12"/>
                </a:cubicBezTo>
                <a:cubicBezTo>
                  <a:pt x="4967" y="16"/>
                  <a:pt x="4976" y="21"/>
                  <a:pt x="4984" y="26"/>
                </a:cubicBezTo>
                <a:cubicBezTo>
                  <a:pt x="4993" y="32"/>
                  <a:pt x="5001" y="39"/>
                  <a:pt x="5009" y="46"/>
                </a:cubicBezTo>
                <a:cubicBezTo>
                  <a:pt x="5016" y="54"/>
                  <a:pt x="5022" y="62"/>
                  <a:pt x="5028" y="70"/>
                </a:cubicBezTo>
                <a:cubicBezTo>
                  <a:pt x="5034" y="79"/>
                  <a:pt x="5039" y="88"/>
                  <a:pt x="5043" y="98"/>
                </a:cubicBezTo>
                <a:cubicBezTo>
                  <a:pt x="5047" y="107"/>
                  <a:pt x="5050" y="117"/>
                  <a:pt x="5052" y="127"/>
                </a:cubicBezTo>
                <a:cubicBezTo>
                  <a:pt x="5054" y="138"/>
                  <a:pt x="5055" y="148"/>
                  <a:pt x="5055" y="158"/>
                </a:cubicBezTo>
                <a:lnTo>
                  <a:pt x="5055" y="821"/>
                </a:lnTo>
                <a:cubicBezTo>
                  <a:pt x="5055" y="831"/>
                  <a:pt x="5054" y="842"/>
                  <a:pt x="5052" y="852"/>
                </a:cubicBezTo>
                <a:cubicBezTo>
                  <a:pt x="5050" y="862"/>
                  <a:pt x="5047" y="872"/>
                  <a:pt x="5043" y="882"/>
                </a:cubicBezTo>
                <a:cubicBezTo>
                  <a:pt x="5039" y="891"/>
                  <a:pt x="5034" y="900"/>
                  <a:pt x="5028" y="909"/>
                </a:cubicBezTo>
                <a:cubicBezTo>
                  <a:pt x="5022" y="918"/>
                  <a:pt x="5016" y="926"/>
                  <a:pt x="5009" y="933"/>
                </a:cubicBezTo>
                <a:cubicBezTo>
                  <a:pt x="5001" y="941"/>
                  <a:pt x="4993" y="947"/>
                  <a:pt x="4984" y="953"/>
                </a:cubicBezTo>
                <a:cubicBezTo>
                  <a:pt x="4976" y="959"/>
                  <a:pt x="4967" y="964"/>
                  <a:pt x="4957" y="968"/>
                </a:cubicBezTo>
                <a:cubicBezTo>
                  <a:pt x="4947" y="972"/>
                  <a:pt x="4937" y="975"/>
                  <a:pt x="4927" y="977"/>
                </a:cubicBezTo>
                <a:cubicBezTo>
                  <a:pt x="4917" y="979"/>
                  <a:pt x="4907" y="980"/>
                  <a:pt x="4896" y="980"/>
                </a:cubicBezTo>
                <a:lnTo>
                  <a:pt x="159" y="980"/>
                </a:lnTo>
                <a:cubicBezTo>
                  <a:pt x="149" y="980"/>
                  <a:pt x="139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1"/>
                  <a:pt x="47" y="933"/>
                </a:cubicBezTo>
                <a:cubicBezTo>
                  <a:pt x="40" y="926"/>
                  <a:pt x="33" y="918"/>
                  <a:pt x="27" y="909"/>
                </a:cubicBezTo>
                <a:cubicBezTo>
                  <a:pt x="21" y="900"/>
                  <a:pt x="17" y="891"/>
                  <a:pt x="13" y="882"/>
                </a:cubicBezTo>
                <a:cubicBezTo>
                  <a:pt x="9" y="872"/>
                  <a:pt x="6" y="862"/>
                  <a:pt x="4" y="852"/>
                </a:cubicBezTo>
                <a:cubicBezTo>
                  <a:pt x="2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6286320" y="2120760"/>
            <a:ext cx="13608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HDR with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7636680" y="217116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1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9359640" y="2120760"/>
            <a:ext cx="83319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(beta)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448320" y="2793960"/>
            <a:ext cx="53168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VideoDecoder(path, output_dtype=torch.float32)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6448320" y="2998080"/>
            <a:ext cx="4507358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VideoDecoder(path, output_dtype=</a:t>
            </a:r>
            <a:r>
              <a:rPr lang="en-US" sz="14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"auto"</a:t>
            </a:r>
            <a:r>
              <a:rPr lang="en-US" sz="14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448320" y="3202560"/>
            <a:ext cx="3467707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0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SDR -&gt; uint8, HDR -&gt; float32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6600600" y="4438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199" y="160"/>
                  <a:pt x="192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2" y="42"/>
                  <a:pt x="199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286320" y="3759120"/>
            <a:ext cx="501046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Also unlocked by the low-level APIs: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6819840" y="4311720"/>
            <a:ext cx="4659379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Endless sources: live streams, pipes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880200" y="6397920"/>
            <a:ext cx="5768625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Tutorials: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Raw frames and raw audio samples</a:t>
            </a:r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·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Decoding HDR videos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3914640" y="2495520"/>
            <a:ext cx="867240" cy="628920"/>
          </a:xfrm>
          <a:custGeom>
            <a:avLst/>
            <a:gdLst/>
            <a:ahLst/>
            <a:rect l="0" t="0" r="r" b="b"/>
            <a:pathLst>
              <a:path w="2409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2169" y="0"/>
                </a:lnTo>
                <a:cubicBezTo>
                  <a:pt x="2185" y="0"/>
                  <a:pt x="2201" y="1"/>
                  <a:pt x="2216" y="4"/>
                </a:cubicBezTo>
                <a:cubicBezTo>
                  <a:pt x="2231" y="7"/>
                  <a:pt x="2246" y="12"/>
                  <a:pt x="2261" y="18"/>
                </a:cubicBezTo>
                <a:cubicBezTo>
                  <a:pt x="2275" y="24"/>
                  <a:pt x="2289" y="31"/>
                  <a:pt x="2302" y="40"/>
                </a:cubicBezTo>
                <a:cubicBezTo>
                  <a:pt x="2315" y="48"/>
                  <a:pt x="2327" y="58"/>
                  <a:pt x="2338" y="69"/>
                </a:cubicBezTo>
                <a:cubicBezTo>
                  <a:pt x="2349" y="80"/>
                  <a:pt x="2359" y="92"/>
                  <a:pt x="2368" y="105"/>
                </a:cubicBezTo>
                <a:cubicBezTo>
                  <a:pt x="2377" y="118"/>
                  <a:pt x="2384" y="132"/>
                  <a:pt x="2390" y="147"/>
                </a:cubicBezTo>
                <a:cubicBezTo>
                  <a:pt x="2396" y="161"/>
                  <a:pt x="2401" y="176"/>
                  <a:pt x="2404" y="191"/>
                </a:cubicBezTo>
                <a:cubicBezTo>
                  <a:pt x="2407" y="207"/>
                  <a:pt x="2409" y="222"/>
                  <a:pt x="2409" y="238"/>
                </a:cubicBezTo>
                <a:lnTo>
                  <a:pt x="2409" y="1509"/>
                </a:lnTo>
                <a:cubicBezTo>
                  <a:pt x="2409" y="1524"/>
                  <a:pt x="2407" y="1540"/>
                  <a:pt x="2404" y="1555"/>
                </a:cubicBezTo>
                <a:cubicBezTo>
                  <a:pt x="2401" y="1570"/>
                  <a:pt x="2396" y="1585"/>
                  <a:pt x="2390" y="1600"/>
                </a:cubicBezTo>
                <a:cubicBezTo>
                  <a:pt x="2384" y="1614"/>
                  <a:pt x="2377" y="1628"/>
                  <a:pt x="2368" y="1641"/>
                </a:cubicBezTo>
                <a:cubicBezTo>
                  <a:pt x="2359" y="1654"/>
                  <a:pt x="2349" y="1666"/>
                  <a:pt x="2338" y="1677"/>
                </a:cubicBezTo>
                <a:cubicBezTo>
                  <a:pt x="2327" y="1688"/>
                  <a:pt x="2315" y="1698"/>
                  <a:pt x="2302" y="1707"/>
                </a:cubicBezTo>
                <a:cubicBezTo>
                  <a:pt x="2289" y="1715"/>
                  <a:pt x="2275" y="1723"/>
                  <a:pt x="2261" y="1729"/>
                </a:cubicBezTo>
                <a:cubicBezTo>
                  <a:pt x="2246" y="1735"/>
                  <a:pt x="2231" y="1739"/>
                  <a:pt x="2216" y="1742"/>
                </a:cubicBezTo>
                <a:cubicBezTo>
                  <a:pt x="2201" y="1745"/>
                  <a:pt x="2185" y="1747"/>
                  <a:pt x="2169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7" y="1570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3914640" y="2495520"/>
            <a:ext cx="867240" cy="628920"/>
          </a:xfrm>
          <a:custGeom>
            <a:avLst/>
            <a:gdLst/>
            <a:ahLst/>
            <a:rect l="0" t="0" r="r" b="b"/>
            <a:pathLst>
              <a:path w="2409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1" y="207"/>
                  <a:pt x="4" y="191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2169" y="0"/>
                </a:lnTo>
                <a:cubicBezTo>
                  <a:pt x="2185" y="0"/>
                  <a:pt x="2201" y="1"/>
                  <a:pt x="2216" y="4"/>
                </a:cubicBezTo>
                <a:cubicBezTo>
                  <a:pt x="2231" y="7"/>
                  <a:pt x="2246" y="12"/>
                  <a:pt x="2261" y="18"/>
                </a:cubicBezTo>
                <a:cubicBezTo>
                  <a:pt x="2275" y="24"/>
                  <a:pt x="2289" y="31"/>
                  <a:pt x="2302" y="40"/>
                </a:cubicBezTo>
                <a:cubicBezTo>
                  <a:pt x="2315" y="48"/>
                  <a:pt x="2327" y="58"/>
                  <a:pt x="2338" y="69"/>
                </a:cubicBezTo>
                <a:cubicBezTo>
                  <a:pt x="2349" y="80"/>
                  <a:pt x="2359" y="92"/>
                  <a:pt x="2368" y="105"/>
                </a:cubicBezTo>
                <a:cubicBezTo>
                  <a:pt x="2377" y="118"/>
                  <a:pt x="2384" y="132"/>
                  <a:pt x="2390" y="147"/>
                </a:cubicBezTo>
                <a:cubicBezTo>
                  <a:pt x="2396" y="161"/>
                  <a:pt x="2401" y="176"/>
                  <a:pt x="2404" y="191"/>
                </a:cubicBezTo>
                <a:cubicBezTo>
                  <a:pt x="2407" y="207"/>
                  <a:pt x="2409" y="222"/>
                  <a:pt x="2409" y="238"/>
                </a:cubicBezTo>
                <a:lnTo>
                  <a:pt x="2409" y="1509"/>
                </a:lnTo>
                <a:cubicBezTo>
                  <a:pt x="2409" y="1524"/>
                  <a:pt x="2407" y="1540"/>
                  <a:pt x="2404" y="1555"/>
                </a:cubicBezTo>
                <a:cubicBezTo>
                  <a:pt x="2401" y="1570"/>
                  <a:pt x="2396" y="1585"/>
                  <a:pt x="2390" y="1600"/>
                </a:cubicBezTo>
                <a:cubicBezTo>
                  <a:pt x="2384" y="1614"/>
                  <a:pt x="2377" y="1628"/>
                  <a:pt x="2368" y="1641"/>
                </a:cubicBezTo>
                <a:cubicBezTo>
                  <a:pt x="2359" y="1654"/>
                  <a:pt x="2349" y="1666"/>
                  <a:pt x="2338" y="1677"/>
                </a:cubicBezTo>
                <a:cubicBezTo>
                  <a:pt x="2327" y="1688"/>
                  <a:pt x="2315" y="1698"/>
                  <a:pt x="2302" y="1707"/>
                </a:cubicBezTo>
                <a:cubicBezTo>
                  <a:pt x="2289" y="1715"/>
                  <a:pt x="2275" y="1723"/>
                  <a:pt x="2261" y="1729"/>
                </a:cubicBezTo>
                <a:cubicBezTo>
                  <a:pt x="2246" y="1735"/>
                  <a:pt x="2231" y="1739"/>
                  <a:pt x="2216" y="1742"/>
                </a:cubicBezTo>
                <a:cubicBezTo>
                  <a:pt x="2201" y="1745"/>
                  <a:pt x="2185" y="1747"/>
                  <a:pt x="2169" y="1747"/>
                </a:cubicBezTo>
                <a:lnTo>
                  <a:pt x="238" y="1747"/>
                </a:lnTo>
                <a:cubicBezTo>
                  <a:pt x="222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2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7" y="1570"/>
                  <a:pt x="4" y="1555"/>
                </a:cubicBezTo>
                <a:cubicBezTo>
                  <a:pt x="1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4095000" y="2679120"/>
            <a:ext cx="550152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5257440" y="2495520"/>
            <a:ext cx="1114920" cy="628920"/>
          </a:xfrm>
          <a:custGeom>
            <a:avLst/>
            <a:gdLst/>
            <a:ahLst/>
            <a:rect l="0" t="0" r="r" b="b"/>
            <a:pathLst>
              <a:path w="3097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8"/>
                  <a:pt x="41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8" y="1"/>
                  <a:pt x="223" y="0"/>
                  <a:pt x="239" y="0"/>
                </a:cubicBezTo>
                <a:lnTo>
                  <a:pt x="2859" y="0"/>
                </a:lnTo>
                <a:cubicBezTo>
                  <a:pt x="2875" y="0"/>
                  <a:pt x="2890" y="1"/>
                  <a:pt x="2905" y="4"/>
                </a:cubicBezTo>
                <a:cubicBezTo>
                  <a:pt x="2921" y="7"/>
                  <a:pt x="2936" y="12"/>
                  <a:pt x="2950" y="18"/>
                </a:cubicBezTo>
                <a:cubicBezTo>
                  <a:pt x="2965" y="24"/>
                  <a:pt x="2978" y="31"/>
                  <a:pt x="2991" y="40"/>
                </a:cubicBezTo>
                <a:cubicBezTo>
                  <a:pt x="3004" y="48"/>
                  <a:pt x="3016" y="58"/>
                  <a:pt x="3027" y="69"/>
                </a:cubicBezTo>
                <a:cubicBezTo>
                  <a:pt x="3038" y="80"/>
                  <a:pt x="3048" y="92"/>
                  <a:pt x="3057" y="105"/>
                </a:cubicBezTo>
                <a:cubicBezTo>
                  <a:pt x="3066" y="118"/>
                  <a:pt x="3073" y="132"/>
                  <a:pt x="3079" y="147"/>
                </a:cubicBezTo>
                <a:cubicBezTo>
                  <a:pt x="3085" y="161"/>
                  <a:pt x="3089" y="176"/>
                  <a:pt x="3093" y="191"/>
                </a:cubicBezTo>
                <a:cubicBezTo>
                  <a:pt x="3096" y="207"/>
                  <a:pt x="3097" y="222"/>
                  <a:pt x="3097" y="238"/>
                </a:cubicBezTo>
                <a:lnTo>
                  <a:pt x="3097" y="1509"/>
                </a:lnTo>
                <a:cubicBezTo>
                  <a:pt x="3097" y="1524"/>
                  <a:pt x="3096" y="1540"/>
                  <a:pt x="3093" y="1555"/>
                </a:cubicBezTo>
                <a:cubicBezTo>
                  <a:pt x="3089" y="1570"/>
                  <a:pt x="3085" y="1585"/>
                  <a:pt x="3079" y="1600"/>
                </a:cubicBezTo>
                <a:cubicBezTo>
                  <a:pt x="3073" y="1614"/>
                  <a:pt x="3066" y="1628"/>
                  <a:pt x="3057" y="1641"/>
                </a:cubicBezTo>
                <a:cubicBezTo>
                  <a:pt x="3048" y="1654"/>
                  <a:pt x="3038" y="1666"/>
                  <a:pt x="3027" y="1677"/>
                </a:cubicBezTo>
                <a:cubicBezTo>
                  <a:pt x="3016" y="1688"/>
                  <a:pt x="3004" y="1698"/>
                  <a:pt x="2991" y="1707"/>
                </a:cubicBezTo>
                <a:cubicBezTo>
                  <a:pt x="2978" y="1715"/>
                  <a:pt x="2965" y="1723"/>
                  <a:pt x="2950" y="1729"/>
                </a:cubicBezTo>
                <a:cubicBezTo>
                  <a:pt x="2936" y="1735"/>
                  <a:pt x="2921" y="1739"/>
                  <a:pt x="2905" y="1742"/>
                </a:cubicBezTo>
                <a:cubicBezTo>
                  <a:pt x="2890" y="1745"/>
                  <a:pt x="2875" y="1747"/>
                  <a:pt x="2859" y="1747"/>
                </a:cubicBezTo>
                <a:lnTo>
                  <a:pt x="239" y="1747"/>
                </a:lnTo>
                <a:cubicBezTo>
                  <a:pt x="223" y="1747"/>
                  <a:pt x="208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1" y="1641"/>
                </a:cubicBezTo>
                <a:cubicBezTo>
                  <a:pt x="32" y="1628"/>
                  <a:pt x="25" y="1614"/>
                  <a:pt x="19" y="1600"/>
                </a:cubicBezTo>
                <a:cubicBezTo>
                  <a:pt x="13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5257440" y="2495520"/>
            <a:ext cx="1114920" cy="628920"/>
          </a:xfrm>
          <a:custGeom>
            <a:avLst/>
            <a:gdLst/>
            <a:ahLst/>
            <a:rect l="0" t="0" r="r" b="b"/>
            <a:pathLst>
              <a:path w="3097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8"/>
                  <a:pt x="41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8" y="1"/>
                  <a:pt x="223" y="0"/>
                  <a:pt x="239" y="0"/>
                </a:cubicBezTo>
                <a:lnTo>
                  <a:pt x="2859" y="0"/>
                </a:lnTo>
                <a:cubicBezTo>
                  <a:pt x="2875" y="0"/>
                  <a:pt x="2890" y="1"/>
                  <a:pt x="2905" y="4"/>
                </a:cubicBezTo>
                <a:cubicBezTo>
                  <a:pt x="2921" y="7"/>
                  <a:pt x="2936" y="12"/>
                  <a:pt x="2950" y="18"/>
                </a:cubicBezTo>
                <a:cubicBezTo>
                  <a:pt x="2965" y="24"/>
                  <a:pt x="2978" y="31"/>
                  <a:pt x="2991" y="40"/>
                </a:cubicBezTo>
                <a:cubicBezTo>
                  <a:pt x="3004" y="48"/>
                  <a:pt x="3016" y="58"/>
                  <a:pt x="3027" y="69"/>
                </a:cubicBezTo>
                <a:cubicBezTo>
                  <a:pt x="3038" y="80"/>
                  <a:pt x="3048" y="92"/>
                  <a:pt x="3057" y="105"/>
                </a:cubicBezTo>
                <a:cubicBezTo>
                  <a:pt x="3066" y="118"/>
                  <a:pt x="3073" y="132"/>
                  <a:pt x="3079" y="147"/>
                </a:cubicBezTo>
                <a:cubicBezTo>
                  <a:pt x="3085" y="161"/>
                  <a:pt x="3089" y="176"/>
                  <a:pt x="3093" y="191"/>
                </a:cubicBezTo>
                <a:cubicBezTo>
                  <a:pt x="3096" y="207"/>
                  <a:pt x="3097" y="222"/>
                  <a:pt x="3097" y="238"/>
                </a:cubicBezTo>
                <a:lnTo>
                  <a:pt x="3097" y="1509"/>
                </a:lnTo>
                <a:cubicBezTo>
                  <a:pt x="3097" y="1524"/>
                  <a:pt x="3096" y="1540"/>
                  <a:pt x="3093" y="1555"/>
                </a:cubicBezTo>
                <a:cubicBezTo>
                  <a:pt x="3089" y="1570"/>
                  <a:pt x="3085" y="1585"/>
                  <a:pt x="3079" y="1600"/>
                </a:cubicBezTo>
                <a:cubicBezTo>
                  <a:pt x="3073" y="1614"/>
                  <a:pt x="3066" y="1628"/>
                  <a:pt x="3057" y="1641"/>
                </a:cubicBezTo>
                <a:cubicBezTo>
                  <a:pt x="3048" y="1654"/>
                  <a:pt x="3038" y="1666"/>
                  <a:pt x="3027" y="1677"/>
                </a:cubicBezTo>
                <a:cubicBezTo>
                  <a:pt x="3016" y="1688"/>
                  <a:pt x="3004" y="1698"/>
                  <a:pt x="2991" y="1707"/>
                </a:cubicBezTo>
                <a:cubicBezTo>
                  <a:pt x="2978" y="1715"/>
                  <a:pt x="2965" y="1723"/>
                  <a:pt x="2950" y="1729"/>
                </a:cubicBezTo>
                <a:cubicBezTo>
                  <a:pt x="2936" y="1735"/>
                  <a:pt x="2921" y="1739"/>
                  <a:pt x="2905" y="1742"/>
                </a:cubicBezTo>
                <a:cubicBezTo>
                  <a:pt x="2890" y="1745"/>
                  <a:pt x="2875" y="1747"/>
                  <a:pt x="2859" y="1747"/>
                </a:cubicBezTo>
                <a:lnTo>
                  <a:pt x="239" y="1747"/>
                </a:lnTo>
                <a:cubicBezTo>
                  <a:pt x="223" y="1747"/>
                  <a:pt x="208" y="1745"/>
                  <a:pt x="192" y="1742"/>
                </a:cubicBezTo>
                <a:cubicBezTo>
                  <a:pt x="177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1" y="1641"/>
                </a:cubicBezTo>
                <a:cubicBezTo>
                  <a:pt x="32" y="1628"/>
                  <a:pt x="25" y="1614"/>
                  <a:pt x="19" y="1600"/>
                </a:cubicBezTo>
                <a:cubicBezTo>
                  <a:pt x="13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4889160" y="26542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441760" y="2679120"/>
            <a:ext cx="81064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6848280" y="2495520"/>
            <a:ext cx="1429200" cy="628920"/>
          </a:xfrm>
          <a:custGeom>
            <a:avLst/>
            <a:gdLst/>
            <a:ahLst/>
            <a:rect l="0" t="0" r="r" b="b"/>
            <a:pathLst>
              <a:path w="3970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3732" y="0"/>
                </a:lnTo>
                <a:cubicBezTo>
                  <a:pt x="3747" y="0"/>
                  <a:pt x="3763" y="1"/>
                  <a:pt x="3778" y="4"/>
                </a:cubicBezTo>
                <a:cubicBezTo>
                  <a:pt x="3793" y="7"/>
                  <a:pt x="3808" y="12"/>
                  <a:pt x="3823" y="18"/>
                </a:cubicBezTo>
                <a:cubicBezTo>
                  <a:pt x="3837" y="24"/>
                  <a:pt x="3851" y="31"/>
                  <a:pt x="3864" y="40"/>
                </a:cubicBezTo>
                <a:cubicBezTo>
                  <a:pt x="3877" y="48"/>
                  <a:pt x="3889" y="58"/>
                  <a:pt x="3900" y="69"/>
                </a:cubicBezTo>
                <a:cubicBezTo>
                  <a:pt x="3911" y="80"/>
                  <a:pt x="3921" y="92"/>
                  <a:pt x="3930" y="105"/>
                </a:cubicBezTo>
                <a:cubicBezTo>
                  <a:pt x="3938" y="118"/>
                  <a:pt x="3946" y="132"/>
                  <a:pt x="3952" y="147"/>
                </a:cubicBezTo>
                <a:cubicBezTo>
                  <a:pt x="3958" y="161"/>
                  <a:pt x="3962" y="176"/>
                  <a:pt x="3965" y="191"/>
                </a:cubicBezTo>
                <a:cubicBezTo>
                  <a:pt x="3968" y="207"/>
                  <a:pt x="3970" y="222"/>
                  <a:pt x="3970" y="238"/>
                </a:cubicBezTo>
                <a:lnTo>
                  <a:pt x="3970" y="1509"/>
                </a:lnTo>
                <a:cubicBezTo>
                  <a:pt x="3970" y="1524"/>
                  <a:pt x="3968" y="1540"/>
                  <a:pt x="3965" y="1555"/>
                </a:cubicBezTo>
                <a:cubicBezTo>
                  <a:pt x="3962" y="1570"/>
                  <a:pt x="3958" y="1585"/>
                  <a:pt x="3952" y="1600"/>
                </a:cubicBezTo>
                <a:cubicBezTo>
                  <a:pt x="3946" y="1614"/>
                  <a:pt x="3938" y="1628"/>
                  <a:pt x="3930" y="1641"/>
                </a:cubicBezTo>
                <a:cubicBezTo>
                  <a:pt x="3921" y="1654"/>
                  <a:pt x="3911" y="1666"/>
                  <a:pt x="3900" y="1677"/>
                </a:cubicBezTo>
                <a:cubicBezTo>
                  <a:pt x="3889" y="1688"/>
                  <a:pt x="3877" y="1698"/>
                  <a:pt x="3864" y="1707"/>
                </a:cubicBezTo>
                <a:cubicBezTo>
                  <a:pt x="3851" y="1715"/>
                  <a:pt x="3837" y="1723"/>
                  <a:pt x="3823" y="1729"/>
                </a:cubicBezTo>
                <a:cubicBezTo>
                  <a:pt x="3808" y="1735"/>
                  <a:pt x="3793" y="1739"/>
                  <a:pt x="3778" y="1742"/>
                </a:cubicBezTo>
                <a:cubicBezTo>
                  <a:pt x="3763" y="1745"/>
                  <a:pt x="3747" y="1747"/>
                  <a:pt x="3732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6848280" y="2495520"/>
            <a:ext cx="1429200" cy="628920"/>
          </a:xfrm>
          <a:custGeom>
            <a:avLst/>
            <a:gdLst/>
            <a:ahLst/>
            <a:rect l="0" t="0" r="r" b="b"/>
            <a:pathLst>
              <a:path w="3970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1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3732" y="0"/>
                </a:lnTo>
                <a:cubicBezTo>
                  <a:pt x="3747" y="0"/>
                  <a:pt x="3763" y="1"/>
                  <a:pt x="3778" y="4"/>
                </a:cubicBezTo>
                <a:cubicBezTo>
                  <a:pt x="3793" y="7"/>
                  <a:pt x="3808" y="12"/>
                  <a:pt x="3823" y="18"/>
                </a:cubicBezTo>
                <a:cubicBezTo>
                  <a:pt x="3837" y="24"/>
                  <a:pt x="3851" y="31"/>
                  <a:pt x="3864" y="40"/>
                </a:cubicBezTo>
                <a:cubicBezTo>
                  <a:pt x="3877" y="48"/>
                  <a:pt x="3889" y="58"/>
                  <a:pt x="3900" y="69"/>
                </a:cubicBezTo>
                <a:cubicBezTo>
                  <a:pt x="3911" y="80"/>
                  <a:pt x="3921" y="92"/>
                  <a:pt x="3930" y="105"/>
                </a:cubicBezTo>
                <a:cubicBezTo>
                  <a:pt x="3938" y="118"/>
                  <a:pt x="3946" y="132"/>
                  <a:pt x="3952" y="147"/>
                </a:cubicBezTo>
                <a:cubicBezTo>
                  <a:pt x="3958" y="161"/>
                  <a:pt x="3962" y="176"/>
                  <a:pt x="3965" y="191"/>
                </a:cubicBezTo>
                <a:cubicBezTo>
                  <a:pt x="3968" y="207"/>
                  <a:pt x="3970" y="222"/>
                  <a:pt x="3970" y="238"/>
                </a:cubicBezTo>
                <a:lnTo>
                  <a:pt x="3970" y="1509"/>
                </a:lnTo>
                <a:cubicBezTo>
                  <a:pt x="3970" y="1524"/>
                  <a:pt x="3968" y="1540"/>
                  <a:pt x="3965" y="1555"/>
                </a:cubicBezTo>
                <a:cubicBezTo>
                  <a:pt x="3962" y="1570"/>
                  <a:pt x="3958" y="1585"/>
                  <a:pt x="3952" y="1600"/>
                </a:cubicBezTo>
                <a:cubicBezTo>
                  <a:pt x="3946" y="1614"/>
                  <a:pt x="3938" y="1628"/>
                  <a:pt x="3930" y="1641"/>
                </a:cubicBezTo>
                <a:cubicBezTo>
                  <a:pt x="3921" y="1654"/>
                  <a:pt x="3911" y="1666"/>
                  <a:pt x="3900" y="1677"/>
                </a:cubicBezTo>
                <a:cubicBezTo>
                  <a:pt x="3889" y="1688"/>
                  <a:pt x="3877" y="1698"/>
                  <a:pt x="3864" y="1707"/>
                </a:cubicBezTo>
                <a:cubicBezTo>
                  <a:pt x="3851" y="1715"/>
                  <a:pt x="3837" y="1723"/>
                  <a:pt x="3823" y="1729"/>
                </a:cubicBezTo>
                <a:cubicBezTo>
                  <a:pt x="3808" y="1735"/>
                  <a:pt x="3793" y="1739"/>
                  <a:pt x="3778" y="1742"/>
                </a:cubicBezTo>
                <a:cubicBezTo>
                  <a:pt x="3763" y="1745"/>
                  <a:pt x="3747" y="1747"/>
                  <a:pt x="3732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1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1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477480" y="265428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7029720" y="2679120"/>
            <a:ext cx="11531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4148280" y="3458160"/>
            <a:ext cx="4243752" cy="681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4800" b="1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Transforming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671400" y="2519280"/>
            <a:ext cx="10849320" cy="2372040"/>
          </a:xfrm>
          <a:custGeom>
            <a:avLst/>
            <a:gdLst/>
            <a:ahLst/>
            <a:rect l="0" t="0" r="r" b="b"/>
            <a:pathLst>
              <a:path w="30137" h="6589">
                <a:moveTo>
                  <a:pt x="0" y="639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390"/>
                </a:lnTo>
                <a:cubicBezTo>
                  <a:pt x="30137" y="6403"/>
                  <a:pt x="30136" y="6416"/>
                  <a:pt x="30133" y="6429"/>
                </a:cubicBezTo>
                <a:cubicBezTo>
                  <a:pt x="30130" y="6442"/>
                  <a:pt x="30127" y="6454"/>
                  <a:pt x="30122" y="6466"/>
                </a:cubicBezTo>
                <a:cubicBezTo>
                  <a:pt x="30117" y="6478"/>
                  <a:pt x="30111" y="6490"/>
                  <a:pt x="30103" y="6501"/>
                </a:cubicBezTo>
                <a:cubicBezTo>
                  <a:pt x="30096" y="6511"/>
                  <a:pt x="30088" y="6522"/>
                  <a:pt x="30079" y="6531"/>
                </a:cubicBezTo>
                <a:cubicBezTo>
                  <a:pt x="30070" y="6540"/>
                  <a:pt x="30059" y="6548"/>
                  <a:pt x="30049" y="6555"/>
                </a:cubicBezTo>
                <a:cubicBezTo>
                  <a:pt x="30038" y="6563"/>
                  <a:pt x="30026" y="6569"/>
                  <a:pt x="30014" y="6574"/>
                </a:cubicBezTo>
                <a:cubicBezTo>
                  <a:pt x="30002" y="6579"/>
                  <a:pt x="29990" y="6582"/>
                  <a:pt x="29977" y="6585"/>
                </a:cubicBezTo>
                <a:cubicBezTo>
                  <a:pt x="29964" y="6588"/>
                  <a:pt x="29951" y="6589"/>
                  <a:pt x="29938" y="6589"/>
                </a:cubicBezTo>
                <a:lnTo>
                  <a:pt x="198" y="6589"/>
                </a:lnTo>
                <a:cubicBezTo>
                  <a:pt x="185" y="6589"/>
                  <a:pt x="172" y="6588"/>
                  <a:pt x="160" y="6585"/>
                </a:cubicBezTo>
                <a:cubicBezTo>
                  <a:pt x="147" y="6582"/>
                  <a:pt x="134" y="6579"/>
                  <a:pt x="122" y="6574"/>
                </a:cubicBezTo>
                <a:cubicBezTo>
                  <a:pt x="110" y="6569"/>
                  <a:pt x="99" y="6563"/>
                  <a:pt x="88" y="6555"/>
                </a:cubicBezTo>
                <a:cubicBezTo>
                  <a:pt x="77" y="6548"/>
                  <a:pt x="67" y="6540"/>
                  <a:pt x="58" y="6531"/>
                </a:cubicBezTo>
                <a:cubicBezTo>
                  <a:pt x="49" y="6522"/>
                  <a:pt x="40" y="6511"/>
                  <a:pt x="33" y="6501"/>
                </a:cubicBezTo>
                <a:cubicBezTo>
                  <a:pt x="26" y="6490"/>
                  <a:pt x="20" y="6478"/>
                  <a:pt x="15" y="6466"/>
                </a:cubicBezTo>
                <a:cubicBezTo>
                  <a:pt x="10" y="6454"/>
                  <a:pt x="6" y="6442"/>
                  <a:pt x="4" y="6429"/>
                </a:cubicBezTo>
                <a:cubicBezTo>
                  <a:pt x="1" y="6416"/>
                  <a:pt x="0" y="6403"/>
                  <a:pt x="0" y="639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671400" y="2519280"/>
            <a:ext cx="10849320" cy="2372040"/>
          </a:xfrm>
          <a:custGeom>
            <a:avLst/>
            <a:gdLst/>
            <a:ahLst/>
            <a:rect l="0" t="0" r="r" b="b"/>
            <a:pathLst>
              <a:path w="30137" h="6589">
                <a:moveTo>
                  <a:pt x="0" y="6390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390"/>
                </a:lnTo>
                <a:cubicBezTo>
                  <a:pt x="30137" y="6403"/>
                  <a:pt x="30136" y="6416"/>
                  <a:pt x="30133" y="6429"/>
                </a:cubicBezTo>
                <a:cubicBezTo>
                  <a:pt x="30130" y="6442"/>
                  <a:pt x="30127" y="6454"/>
                  <a:pt x="30122" y="6466"/>
                </a:cubicBezTo>
                <a:cubicBezTo>
                  <a:pt x="30117" y="6478"/>
                  <a:pt x="30111" y="6490"/>
                  <a:pt x="30103" y="6501"/>
                </a:cubicBezTo>
                <a:cubicBezTo>
                  <a:pt x="30096" y="6511"/>
                  <a:pt x="30088" y="6522"/>
                  <a:pt x="30079" y="6531"/>
                </a:cubicBezTo>
                <a:cubicBezTo>
                  <a:pt x="30070" y="6540"/>
                  <a:pt x="30059" y="6548"/>
                  <a:pt x="30049" y="6555"/>
                </a:cubicBezTo>
                <a:cubicBezTo>
                  <a:pt x="30038" y="6563"/>
                  <a:pt x="30026" y="6569"/>
                  <a:pt x="30014" y="6574"/>
                </a:cubicBezTo>
                <a:cubicBezTo>
                  <a:pt x="30002" y="6579"/>
                  <a:pt x="29990" y="6582"/>
                  <a:pt x="29977" y="6585"/>
                </a:cubicBezTo>
                <a:cubicBezTo>
                  <a:pt x="29964" y="6588"/>
                  <a:pt x="29951" y="6589"/>
                  <a:pt x="29938" y="6589"/>
                </a:cubicBezTo>
                <a:lnTo>
                  <a:pt x="198" y="6589"/>
                </a:lnTo>
                <a:cubicBezTo>
                  <a:pt x="185" y="6589"/>
                  <a:pt x="172" y="6588"/>
                  <a:pt x="160" y="6585"/>
                </a:cubicBezTo>
                <a:cubicBezTo>
                  <a:pt x="147" y="6582"/>
                  <a:pt x="134" y="6579"/>
                  <a:pt x="122" y="6574"/>
                </a:cubicBezTo>
                <a:cubicBezTo>
                  <a:pt x="110" y="6569"/>
                  <a:pt x="99" y="6563"/>
                  <a:pt x="88" y="6555"/>
                </a:cubicBezTo>
                <a:cubicBezTo>
                  <a:pt x="77" y="6548"/>
                  <a:pt x="67" y="6540"/>
                  <a:pt x="58" y="6531"/>
                </a:cubicBezTo>
                <a:cubicBezTo>
                  <a:pt x="49" y="6522"/>
                  <a:pt x="40" y="6511"/>
                  <a:pt x="33" y="6501"/>
                </a:cubicBezTo>
                <a:cubicBezTo>
                  <a:pt x="26" y="6490"/>
                  <a:pt x="20" y="6478"/>
                  <a:pt x="15" y="6466"/>
                </a:cubicBezTo>
                <a:cubicBezTo>
                  <a:pt x="10" y="6454"/>
                  <a:pt x="6" y="6442"/>
                  <a:pt x="4" y="6429"/>
                </a:cubicBezTo>
                <a:cubicBezTo>
                  <a:pt x="1" y="6416"/>
                  <a:pt x="0" y="6403"/>
                  <a:pt x="0" y="639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666720" y="5952960"/>
            <a:ext cx="10858680" cy="695520"/>
          </a:xfrm>
          <a:custGeom>
            <a:avLst/>
            <a:gdLst/>
            <a:ahLst/>
            <a:rect l="0" t="0" r="r" b="b"/>
            <a:pathLst>
              <a:path w="30163" h="1932">
                <a:moveTo>
                  <a:pt x="20" y="163"/>
                </a:moveTo>
                <a:cubicBezTo>
                  <a:pt x="33" y="131"/>
                  <a:pt x="52" y="102"/>
                  <a:pt x="77" y="77"/>
                </a:cubicBezTo>
                <a:cubicBezTo>
                  <a:pt x="102" y="53"/>
                  <a:pt x="130" y="34"/>
                  <a:pt x="163" y="20"/>
                </a:cubicBezTo>
                <a:cubicBezTo>
                  <a:pt x="195" y="7"/>
                  <a:pt x="229" y="0"/>
                  <a:pt x="264" y="0"/>
                </a:cubicBezTo>
                <a:lnTo>
                  <a:pt x="29899" y="0"/>
                </a:lnTo>
                <a:cubicBezTo>
                  <a:pt x="29934" y="0"/>
                  <a:pt x="29967" y="7"/>
                  <a:pt x="30000" y="20"/>
                </a:cubicBezTo>
                <a:cubicBezTo>
                  <a:pt x="30032" y="34"/>
                  <a:pt x="30061" y="53"/>
                  <a:pt x="30086" y="77"/>
                </a:cubicBezTo>
                <a:cubicBezTo>
                  <a:pt x="30110" y="102"/>
                  <a:pt x="30130" y="131"/>
                  <a:pt x="30143" y="163"/>
                </a:cubicBezTo>
                <a:cubicBezTo>
                  <a:pt x="30156" y="196"/>
                  <a:pt x="30163" y="229"/>
                  <a:pt x="30163" y="265"/>
                </a:cubicBezTo>
                <a:lnTo>
                  <a:pt x="30163" y="1667"/>
                </a:lnTo>
                <a:cubicBezTo>
                  <a:pt x="30163" y="1702"/>
                  <a:pt x="30156" y="1736"/>
                  <a:pt x="30143" y="1768"/>
                </a:cubicBezTo>
                <a:cubicBezTo>
                  <a:pt x="30130" y="1800"/>
                  <a:pt x="30110" y="1830"/>
                  <a:pt x="30086" y="1855"/>
                </a:cubicBezTo>
                <a:cubicBezTo>
                  <a:pt x="30061" y="1880"/>
                  <a:pt x="30032" y="1899"/>
                  <a:pt x="30000" y="1912"/>
                </a:cubicBezTo>
                <a:cubicBezTo>
                  <a:pt x="29967" y="1926"/>
                  <a:pt x="29934" y="1932"/>
                  <a:pt x="29898" y="1932"/>
                </a:cubicBezTo>
                <a:lnTo>
                  <a:pt x="264" y="1932"/>
                </a:lnTo>
                <a:cubicBezTo>
                  <a:pt x="229" y="1932"/>
                  <a:pt x="195" y="1926"/>
                  <a:pt x="163" y="1912"/>
                </a:cubicBezTo>
                <a:cubicBezTo>
                  <a:pt x="130" y="1899"/>
                  <a:pt x="102" y="1880"/>
                  <a:pt x="77" y="1855"/>
                </a:cubicBezTo>
                <a:cubicBezTo>
                  <a:pt x="52" y="1830"/>
                  <a:pt x="33" y="1800"/>
                  <a:pt x="20" y="1768"/>
                </a:cubicBezTo>
                <a:cubicBezTo>
                  <a:pt x="6" y="1736"/>
                  <a:pt x="0" y="1702"/>
                  <a:pt x="0" y="1667"/>
                </a:cubicBezTo>
                <a:lnTo>
                  <a:pt x="0" y="265"/>
                </a:lnTo>
                <a:cubicBezTo>
                  <a:pt x="0" y="229"/>
                  <a:pt x="6" y="196"/>
                  <a:pt x="20" y="163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694440" y="5952960"/>
            <a:ext cx="10802520" cy="41760"/>
          </a:xfrm>
          <a:custGeom>
            <a:avLst/>
            <a:gdLst/>
            <a:ahLst/>
            <a:rect l="0" t="0" r="r" b="b"/>
            <a:pathLst>
              <a:path w="30007" h="116">
                <a:moveTo>
                  <a:pt x="29902" y="70"/>
                </a:moveTo>
                <a:cubicBezTo>
                  <a:pt x="29883" y="62"/>
                  <a:pt x="29863" y="57"/>
                  <a:pt x="29843" y="55"/>
                </a:cubicBezTo>
                <a:lnTo>
                  <a:pt x="29848" y="1"/>
                </a:lnTo>
                <a:cubicBezTo>
                  <a:pt x="29874" y="4"/>
                  <a:pt x="29899" y="10"/>
                  <a:pt x="29923" y="20"/>
                </a:cubicBezTo>
                <a:cubicBezTo>
                  <a:pt x="29954" y="33"/>
                  <a:pt x="29982" y="53"/>
                  <a:pt x="30007" y="77"/>
                </a:cubicBezTo>
                <a:lnTo>
                  <a:pt x="29970" y="114"/>
                </a:lnTo>
                <a:cubicBezTo>
                  <a:pt x="29950" y="95"/>
                  <a:pt x="29928" y="80"/>
                  <a:pt x="29902" y="70"/>
                </a:cubicBezTo>
                <a:moveTo>
                  <a:pt x="29581" y="54"/>
                </a:moveTo>
                <a:lnTo>
                  <a:pt x="29581" y="0"/>
                </a:lnTo>
                <a:lnTo>
                  <a:pt x="29740" y="0"/>
                </a:lnTo>
                <a:lnTo>
                  <a:pt x="29740" y="54"/>
                </a:lnTo>
                <a:lnTo>
                  <a:pt x="29581" y="54"/>
                </a:lnTo>
                <a:moveTo>
                  <a:pt x="29317" y="54"/>
                </a:moveTo>
                <a:lnTo>
                  <a:pt x="29317" y="0"/>
                </a:lnTo>
                <a:lnTo>
                  <a:pt x="29475" y="0"/>
                </a:lnTo>
                <a:lnTo>
                  <a:pt x="29475" y="54"/>
                </a:lnTo>
                <a:lnTo>
                  <a:pt x="29317" y="54"/>
                </a:lnTo>
                <a:moveTo>
                  <a:pt x="29052" y="54"/>
                </a:moveTo>
                <a:lnTo>
                  <a:pt x="29052" y="0"/>
                </a:lnTo>
                <a:lnTo>
                  <a:pt x="29211" y="0"/>
                </a:lnTo>
                <a:lnTo>
                  <a:pt x="29211" y="54"/>
                </a:lnTo>
                <a:lnTo>
                  <a:pt x="29052" y="54"/>
                </a:lnTo>
                <a:moveTo>
                  <a:pt x="28787" y="54"/>
                </a:moveTo>
                <a:lnTo>
                  <a:pt x="28787" y="0"/>
                </a:lnTo>
                <a:lnTo>
                  <a:pt x="28946" y="0"/>
                </a:lnTo>
                <a:lnTo>
                  <a:pt x="28946" y="54"/>
                </a:lnTo>
                <a:lnTo>
                  <a:pt x="28787" y="54"/>
                </a:lnTo>
                <a:moveTo>
                  <a:pt x="28522" y="54"/>
                </a:moveTo>
                <a:lnTo>
                  <a:pt x="28522" y="0"/>
                </a:lnTo>
                <a:lnTo>
                  <a:pt x="28681" y="0"/>
                </a:lnTo>
                <a:lnTo>
                  <a:pt x="28681" y="54"/>
                </a:lnTo>
                <a:lnTo>
                  <a:pt x="28522" y="54"/>
                </a:lnTo>
                <a:moveTo>
                  <a:pt x="28257" y="54"/>
                </a:moveTo>
                <a:lnTo>
                  <a:pt x="28257" y="0"/>
                </a:lnTo>
                <a:lnTo>
                  <a:pt x="28416" y="0"/>
                </a:lnTo>
                <a:lnTo>
                  <a:pt x="28416" y="54"/>
                </a:lnTo>
                <a:lnTo>
                  <a:pt x="28257" y="54"/>
                </a:lnTo>
                <a:moveTo>
                  <a:pt x="27993" y="54"/>
                </a:moveTo>
                <a:lnTo>
                  <a:pt x="27993" y="0"/>
                </a:lnTo>
                <a:lnTo>
                  <a:pt x="28151" y="0"/>
                </a:lnTo>
                <a:lnTo>
                  <a:pt x="28151" y="54"/>
                </a:lnTo>
                <a:lnTo>
                  <a:pt x="27993" y="54"/>
                </a:lnTo>
                <a:moveTo>
                  <a:pt x="27728" y="54"/>
                </a:moveTo>
                <a:lnTo>
                  <a:pt x="27728" y="0"/>
                </a:lnTo>
                <a:lnTo>
                  <a:pt x="27887" y="0"/>
                </a:lnTo>
                <a:lnTo>
                  <a:pt x="27887" y="54"/>
                </a:lnTo>
                <a:lnTo>
                  <a:pt x="27728" y="54"/>
                </a:lnTo>
                <a:moveTo>
                  <a:pt x="27463" y="54"/>
                </a:moveTo>
                <a:lnTo>
                  <a:pt x="27463" y="0"/>
                </a:lnTo>
                <a:lnTo>
                  <a:pt x="27622" y="0"/>
                </a:lnTo>
                <a:lnTo>
                  <a:pt x="27622" y="54"/>
                </a:lnTo>
                <a:lnTo>
                  <a:pt x="27463" y="54"/>
                </a:lnTo>
                <a:moveTo>
                  <a:pt x="27198" y="54"/>
                </a:moveTo>
                <a:lnTo>
                  <a:pt x="27198" y="0"/>
                </a:lnTo>
                <a:lnTo>
                  <a:pt x="27357" y="0"/>
                </a:lnTo>
                <a:lnTo>
                  <a:pt x="27357" y="54"/>
                </a:lnTo>
                <a:lnTo>
                  <a:pt x="27198" y="54"/>
                </a:lnTo>
                <a:moveTo>
                  <a:pt x="26933" y="54"/>
                </a:moveTo>
                <a:lnTo>
                  <a:pt x="26933" y="0"/>
                </a:lnTo>
                <a:lnTo>
                  <a:pt x="27092" y="0"/>
                </a:lnTo>
                <a:lnTo>
                  <a:pt x="27092" y="54"/>
                </a:lnTo>
                <a:lnTo>
                  <a:pt x="26933" y="54"/>
                </a:lnTo>
                <a:moveTo>
                  <a:pt x="26669" y="54"/>
                </a:moveTo>
                <a:lnTo>
                  <a:pt x="26669" y="0"/>
                </a:lnTo>
                <a:lnTo>
                  <a:pt x="26827" y="0"/>
                </a:lnTo>
                <a:lnTo>
                  <a:pt x="26827" y="54"/>
                </a:lnTo>
                <a:lnTo>
                  <a:pt x="26669" y="54"/>
                </a:lnTo>
                <a:moveTo>
                  <a:pt x="26404" y="54"/>
                </a:moveTo>
                <a:lnTo>
                  <a:pt x="26404" y="0"/>
                </a:lnTo>
                <a:lnTo>
                  <a:pt x="26562" y="0"/>
                </a:lnTo>
                <a:lnTo>
                  <a:pt x="26562" y="54"/>
                </a:lnTo>
                <a:lnTo>
                  <a:pt x="26404" y="54"/>
                </a:lnTo>
                <a:moveTo>
                  <a:pt x="26139" y="54"/>
                </a:moveTo>
                <a:lnTo>
                  <a:pt x="26139" y="0"/>
                </a:lnTo>
                <a:lnTo>
                  <a:pt x="26298" y="0"/>
                </a:lnTo>
                <a:lnTo>
                  <a:pt x="26298" y="54"/>
                </a:lnTo>
                <a:lnTo>
                  <a:pt x="26139" y="54"/>
                </a:lnTo>
                <a:moveTo>
                  <a:pt x="25874" y="54"/>
                </a:moveTo>
                <a:lnTo>
                  <a:pt x="25874" y="0"/>
                </a:lnTo>
                <a:lnTo>
                  <a:pt x="26033" y="0"/>
                </a:lnTo>
                <a:lnTo>
                  <a:pt x="26033" y="54"/>
                </a:lnTo>
                <a:lnTo>
                  <a:pt x="25874" y="54"/>
                </a:lnTo>
                <a:moveTo>
                  <a:pt x="25609" y="54"/>
                </a:moveTo>
                <a:lnTo>
                  <a:pt x="25609" y="0"/>
                </a:lnTo>
                <a:lnTo>
                  <a:pt x="25768" y="0"/>
                </a:lnTo>
                <a:lnTo>
                  <a:pt x="25768" y="54"/>
                </a:lnTo>
                <a:lnTo>
                  <a:pt x="25609" y="54"/>
                </a:lnTo>
                <a:moveTo>
                  <a:pt x="25345" y="54"/>
                </a:moveTo>
                <a:lnTo>
                  <a:pt x="25345" y="0"/>
                </a:lnTo>
                <a:lnTo>
                  <a:pt x="25503" y="0"/>
                </a:lnTo>
                <a:lnTo>
                  <a:pt x="25503" y="54"/>
                </a:lnTo>
                <a:lnTo>
                  <a:pt x="25345" y="54"/>
                </a:lnTo>
                <a:moveTo>
                  <a:pt x="25080" y="54"/>
                </a:moveTo>
                <a:lnTo>
                  <a:pt x="25080" y="0"/>
                </a:lnTo>
                <a:lnTo>
                  <a:pt x="25238" y="0"/>
                </a:lnTo>
                <a:lnTo>
                  <a:pt x="25238" y="54"/>
                </a:lnTo>
                <a:lnTo>
                  <a:pt x="25080" y="54"/>
                </a:lnTo>
                <a:moveTo>
                  <a:pt x="24815" y="54"/>
                </a:moveTo>
                <a:lnTo>
                  <a:pt x="24815" y="0"/>
                </a:lnTo>
                <a:lnTo>
                  <a:pt x="24974" y="0"/>
                </a:lnTo>
                <a:lnTo>
                  <a:pt x="24974" y="54"/>
                </a:lnTo>
                <a:lnTo>
                  <a:pt x="24815" y="54"/>
                </a:lnTo>
                <a:moveTo>
                  <a:pt x="24550" y="54"/>
                </a:moveTo>
                <a:lnTo>
                  <a:pt x="24550" y="0"/>
                </a:lnTo>
                <a:lnTo>
                  <a:pt x="24709" y="0"/>
                </a:lnTo>
                <a:lnTo>
                  <a:pt x="24709" y="54"/>
                </a:lnTo>
                <a:lnTo>
                  <a:pt x="24550" y="54"/>
                </a:lnTo>
                <a:moveTo>
                  <a:pt x="24285" y="54"/>
                </a:moveTo>
                <a:lnTo>
                  <a:pt x="24285" y="0"/>
                </a:lnTo>
                <a:lnTo>
                  <a:pt x="24444" y="0"/>
                </a:lnTo>
                <a:lnTo>
                  <a:pt x="24444" y="54"/>
                </a:lnTo>
                <a:lnTo>
                  <a:pt x="24285" y="54"/>
                </a:lnTo>
                <a:moveTo>
                  <a:pt x="24021" y="54"/>
                </a:moveTo>
                <a:lnTo>
                  <a:pt x="24021" y="0"/>
                </a:lnTo>
                <a:lnTo>
                  <a:pt x="24179" y="0"/>
                </a:lnTo>
                <a:lnTo>
                  <a:pt x="24179" y="54"/>
                </a:lnTo>
                <a:lnTo>
                  <a:pt x="24021" y="54"/>
                </a:lnTo>
                <a:moveTo>
                  <a:pt x="23756" y="54"/>
                </a:moveTo>
                <a:lnTo>
                  <a:pt x="23756" y="0"/>
                </a:lnTo>
                <a:lnTo>
                  <a:pt x="23914" y="0"/>
                </a:lnTo>
                <a:lnTo>
                  <a:pt x="23914" y="54"/>
                </a:lnTo>
                <a:lnTo>
                  <a:pt x="23756" y="54"/>
                </a:lnTo>
                <a:moveTo>
                  <a:pt x="23491" y="54"/>
                </a:moveTo>
                <a:lnTo>
                  <a:pt x="23491" y="0"/>
                </a:lnTo>
                <a:lnTo>
                  <a:pt x="23650" y="0"/>
                </a:lnTo>
                <a:lnTo>
                  <a:pt x="23650" y="54"/>
                </a:lnTo>
                <a:lnTo>
                  <a:pt x="23491" y="54"/>
                </a:lnTo>
                <a:moveTo>
                  <a:pt x="23226" y="54"/>
                </a:moveTo>
                <a:lnTo>
                  <a:pt x="23226" y="0"/>
                </a:lnTo>
                <a:lnTo>
                  <a:pt x="23385" y="0"/>
                </a:lnTo>
                <a:lnTo>
                  <a:pt x="23385" y="54"/>
                </a:lnTo>
                <a:lnTo>
                  <a:pt x="23226" y="54"/>
                </a:lnTo>
                <a:moveTo>
                  <a:pt x="22961" y="54"/>
                </a:moveTo>
                <a:lnTo>
                  <a:pt x="22961" y="0"/>
                </a:lnTo>
                <a:lnTo>
                  <a:pt x="23120" y="0"/>
                </a:lnTo>
                <a:lnTo>
                  <a:pt x="23120" y="54"/>
                </a:lnTo>
                <a:lnTo>
                  <a:pt x="22961" y="54"/>
                </a:lnTo>
                <a:moveTo>
                  <a:pt x="22696" y="54"/>
                </a:moveTo>
                <a:lnTo>
                  <a:pt x="22696" y="0"/>
                </a:lnTo>
                <a:lnTo>
                  <a:pt x="22855" y="0"/>
                </a:lnTo>
                <a:lnTo>
                  <a:pt x="22855" y="54"/>
                </a:lnTo>
                <a:lnTo>
                  <a:pt x="22696" y="54"/>
                </a:lnTo>
                <a:moveTo>
                  <a:pt x="22432" y="54"/>
                </a:moveTo>
                <a:lnTo>
                  <a:pt x="22432" y="0"/>
                </a:lnTo>
                <a:lnTo>
                  <a:pt x="22590" y="0"/>
                </a:lnTo>
                <a:lnTo>
                  <a:pt x="22590" y="54"/>
                </a:lnTo>
                <a:lnTo>
                  <a:pt x="22432" y="54"/>
                </a:lnTo>
                <a:moveTo>
                  <a:pt x="22167" y="54"/>
                </a:moveTo>
                <a:lnTo>
                  <a:pt x="22167" y="0"/>
                </a:lnTo>
                <a:lnTo>
                  <a:pt x="22326" y="0"/>
                </a:lnTo>
                <a:lnTo>
                  <a:pt x="22326" y="54"/>
                </a:lnTo>
                <a:lnTo>
                  <a:pt x="22167" y="54"/>
                </a:lnTo>
                <a:moveTo>
                  <a:pt x="21902" y="54"/>
                </a:moveTo>
                <a:lnTo>
                  <a:pt x="21902" y="0"/>
                </a:lnTo>
                <a:lnTo>
                  <a:pt x="22061" y="0"/>
                </a:lnTo>
                <a:lnTo>
                  <a:pt x="22061" y="54"/>
                </a:lnTo>
                <a:lnTo>
                  <a:pt x="21902" y="54"/>
                </a:lnTo>
                <a:moveTo>
                  <a:pt x="21637" y="54"/>
                </a:moveTo>
                <a:lnTo>
                  <a:pt x="21637" y="0"/>
                </a:lnTo>
                <a:lnTo>
                  <a:pt x="21796" y="0"/>
                </a:lnTo>
                <a:lnTo>
                  <a:pt x="21796" y="54"/>
                </a:lnTo>
                <a:lnTo>
                  <a:pt x="21637" y="54"/>
                </a:lnTo>
                <a:moveTo>
                  <a:pt x="21372" y="54"/>
                </a:moveTo>
                <a:lnTo>
                  <a:pt x="21372" y="0"/>
                </a:lnTo>
                <a:lnTo>
                  <a:pt x="21531" y="0"/>
                </a:lnTo>
                <a:lnTo>
                  <a:pt x="21531" y="54"/>
                </a:lnTo>
                <a:lnTo>
                  <a:pt x="21372" y="54"/>
                </a:lnTo>
                <a:moveTo>
                  <a:pt x="21108" y="54"/>
                </a:moveTo>
                <a:lnTo>
                  <a:pt x="21108" y="0"/>
                </a:lnTo>
                <a:lnTo>
                  <a:pt x="21266" y="0"/>
                </a:lnTo>
                <a:lnTo>
                  <a:pt x="21266" y="54"/>
                </a:lnTo>
                <a:lnTo>
                  <a:pt x="21108" y="54"/>
                </a:lnTo>
                <a:moveTo>
                  <a:pt x="20843" y="54"/>
                </a:moveTo>
                <a:lnTo>
                  <a:pt x="20843" y="0"/>
                </a:lnTo>
                <a:lnTo>
                  <a:pt x="21002" y="0"/>
                </a:lnTo>
                <a:lnTo>
                  <a:pt x="21002" y="54"/>
                </a:lnTo>
                <a:lnTo>
                  <a:pt x="20843" y="54"/>
                </a:lnTo>
                <a:moveTo>
                  <a:pt x="20578" y="54"/>
                </a:moveTo>
                <a:lnTo>
                  <a:pt x="20578" y="0"/>
                </a:lnTo>
                <a:lnTo>
                  <a:pt x="20737" y="0"/>
                </a:lnTo>
                <a:lnTo>
                  <a:pt x="20737" y="54"/>
                </a:lnTo>
                <a:lnTo>
                  <a:pt x="20578" y="54"/>
                </a:lnTo>
                <a:moveTo>
                  <a:pt x="20313" y="54"/>
                </a:moveTo>
                <a:lnTo>
                  <a:pt x="20313" y="0"/>
                </a:lnTo>
                <a:lnTo>
                  <a:pt x="20472" y="0"/>
                </a:lnTo>
                <a:lnTo>
                  <a:pt x="20472" y="54"/>
                </a:lnTo>
                <a:lnTo>
                  <a:pt x="20313" y="54"/>
                </a:lnTo>
                <a:moveTo>
                  <a:pt x="20048" y="54"/>
                </a:moveTo>
                <a:lnTo>
                  <a:pt x="20048" y="0"/>
                </a:lnTo>
                <a:lnTo>
                  <a:pt x="20207" y="0"/>
                </a:lnTo>
                <a:lnTo>
                  <a:pt x="20207" y="54"/>
                </a:lnTo>
                <a:lnTo>
                  <a:pt x="20048" y="54"/>
                </a:lnTo>
                <a:moveTo>
                  <a:pt x="19784" y="54"/>
                </a:moveTo>
                <a:lnTo>
                  <a:pt x="19784" y="0"/>
                </a:lnTo>
                <a:lnTo>
                  <a:pt x="19942" y="0"/>
                </a:lnTo>
                <a:lnTo>
                  <a:pt x="19942" y="54"/>
                </a:lnTo>
                <a:lnTo>
                  <a:pt x="19784" y="54"/>
                </a:lnTo>
                <a:moveTo>
                  <a:pt x="19519" y="54"/>
                </a:moveTo>
                <a:lnTo>
                  <a:pt x="19519" y="0"/>
                </a:lnTo>
                <a:lnTo>
                  <a:pt x="19678" y="0"/>
                </a:lnTo>
                <a:lnTo>
                  <a:pt x="19678" y="54"/>
                </a:lnTo>
                <a:lnTo>
                  <a:pt x="19519" y="54"/>
                </a:lnTo>
                <a:moveTo>
                  <a:pt x="19254" y="54"/>
                </a:moveTo>
                <a:lnTo>
                  <a:pt x="19254" y="0"/>
                </a:lnTo>
                <a:lnTo>
                  <a:pt x="19413" y="0"/>
                </a:lnTo>
                <a:lnTo>
                  <a:pt x="19413" y="54"/>
                </a:lnTo>
                <a:lnTo>
                  <a:pt x="19254" y="54"/>
                </a:lnTo>
                <a:moveTo>
                  <a:pt x="18989" y="54"/>
                </a:moveTo>
                <a:lnTo>
                  <a:pt x="18989" y="0"/>
                </a:lnTo>
                <a:lnTo>
                  <a:pt x="19148" y="0"/>
                </a:lnTo>
                <a:lnTo>
                  <a:pt x="19148" y="54"/>
                </a:lnTo>
                <a:lnTo>
                  <a:pt x="18989" y="54"/>
                </a:lnTo>
                <a:moveTo>
                  <a:pt x="18724" y="54"/>
                </a:moveTo>
                <a:lnTo>
                  <a:pt x="18724" y="0"/>
                </a:lnTo>
                <a:lnTo>
                  <a:pt x="18883" y="0"/>
                </a:lnTo>
                <a:lnTo>
                  <a:pt x="18883" y="54"/>
                </a:lnTo>
                <a:lnTo>
                  <a:pt x="18724" y="54"/>
                </a:lnTo>
                <a:moveTo>
                  <a:pt x="18460" y="54"/>
                </a:moveTo>
                <a:lnTo>
                  <a:pt x="18460" y="0"/>
                </a:lnTo>
                <a:lnTo>
                  <a:pt x="18618" y="0"/>
                </a:lnTo>
                <a:lnTo>
                  <a:pt x="18618" y="54"/>
                </a:lnTo>
                <a:lnTo>
                  <a:pt x="18460" y="54"/>
                </a:lnTo>
                <a:moveTo>
                  <a:pt x="18195" y="54"/>
                </a:moveTo>
                <a:lnTo>
                  <a:pt x="18195" y="0"/>
                </a:lnTo>
                <a:lnTo>
                  <a:pt x="18354" y="0"/>
                </a:lnTo>
                <a:lnTo>
                  <a:pt x="18354" y="54"/>
                </a:lnTo>
                <a:lnTo>
                  <a:pt x="18195" y="54"/>
                </a:lnTo>
                <a:moveTo>
                  <a:pt x="17930" y="54"/>
                </a:moveTo>
                <a:lnTo>
                  <a:pt x="17930" y="0"/>
                </a:lnTo>
                <a:lnTo>
                  <a:pt x="18089" y="0"/>
                </a:lnTo>
                <a:lnTo>
                  <a:pt x="18089" y="54"/>
                </a:lnTo>
                <a:lnTo>
                  <a:pt x="17930" y="54"/>
                </a:lnTo>
                <a:moveTo>
                  <a:pt x="17665" y="54"/>
                </a:moveTo>
                <a:lnTo>
                  <a:pt x="17665" y="0"/>
                </a:lnTo>
                <a:lnTo>
                  <a:pt x="17824" y="0"/>
                </a:lnTo>
                <a:lnTo>
                  <a:pt x="17824" y="54"/>
                </a:lnTo>
                <a:lnTo>
                  <a:pt x="17665" y="54"/>
                </a:lnTo>
                <a:moveTo>
                  <a:pt x="17400" y="54"/>
                </a:moveTo>
                <a:lnTo>
                  <a:pt x="17400" y="0"/>
                </a:lnTo>
                <a:lnTo>
                  <a:pt x="17559" y="0"/>
                </a:lnTo>
                <a:lnTo>
                  <a:pt x="17559" y="54"/>
                </a:lnTo>
                <a:lnTo>
                  <a:pt x="17400" y="54"/>
                </a:lnTo>
                <a:moveTo>
                  <a:pt x="17136" y="54"/>
                </a:moveTo>
                <a:lnTo>
                  <a:pt x="17136" y="0"/>
                </a:lnTo>
                <a:lnTo>
                  <a:pt x="17294" y="0"/>
                </a:lnTo>
                <a:lnTo>
                  <a:pt x="17294" y="54"/>
                </a:lnTo>
                <a:lnTo>
                  <a:pt x="17136" y="54"/>
                </a:lnTo>
                <a:moveTo>
                  <a:pt x="16871" y="54"/>
                </a:moveTo>
                <a:lnTo>
                  <a:pt x="16871" y="0"/>
                </a:lnTo>
                <a:lnTo>
                  <a:pt x="17030" y="0"/>
                </a:lnTo>
                <a:lnTo>
                  <a:pt x="17030" y="54"/>
                </a:lnTo>
                <a:lnTo>
                  <a:pt x="16871" y="54"/>
                </a:lnTo>
                <a:moveTo>
                  <a:pt x="16606" y="54"/>
                </a:moveTo>
                <a:lnTo>
                  <a:pt x="16606" y="0"/>
                </a:lnTo>
                <a:lnTo>
                  <a:pt x="16765" y="0"/>
                </a:lnTo>
                <a:lnTo>
                  <a:pt x="16765" y="54"/>
                </a:lnTo>
                <a:lnTo>
                  <a:pt x="16606" y="54"/>
                </a:lnTo>
                <a:moveTo>
                  <a:pt x="16341" y="54"/>
                </a:moveTo>
                <a:lnTo>
                  <a:pt x="16341" y="0"/>
                </a:lnTo>
                <a:lnTo>
                  <a:pt x="16500" y="0"/>
                </a:lnTo>
                <a:lnTo>
                  <a:pt x="16500" y="54"/>
                </a:lnTo>
                <a:lnTo>
                  <a:pt x="16341" y="54"/>
                </a:lnTo>
                <a:moveTo>
                  <a:pt x="16076" y="54"/>
                </a:moveTo>
                <a:lnTo>
                  <a:pt x="16076" y="0"/>
                </a:lnTo>
                <a:lnTo>
                  <a:pt x="16235" y="0"/>
                </a:lnTo>
                <a:lnTo>
                  <a:pt x="16235" y="54"/>
                </a:lnTo>
                <a:lnTo>
                  <a:pt x="16076" y="54"/>
                </a:lnTo>
                <a:moveTo>
                  <a:pt x="15812" y="54"/>
                </a:moveTo>
                <a:lnTo>
                  <a:pt x="15812" y="0"/>
                </a:lnTo>
                <a:lnTo>
                  <a:pt x="15970" y="0"/>
                </a:lnTo>
                <a:lnTo>
                  <a:pt x="15970" y="54"/>
                </a:lnTo>
                <a:lnTo>
                  <a:pt x="15812" y="54"/>
                </a:lnTo>
                <a:moveTo>
                  <a:pt x="15547" y="54"/>
                </a:moveTo>
                <a:lnTo>
                  <a:pt x="15547" y="0"/>
                </a:lnTo>
                <a:lnTo>
                  <a:pt x="15706" y="0"/>
                </a:lnTo>
                <a:lnTo>
                  <a:pt x="15706" y="54"/>
                </a:lnTo>
                <a:lnTo>
                  <a:pt x="15547" y="54"/>
                </a:lnTo>
                <a:moveTo>
                  <a:pt x="15282" y="54"/>
                </a:moveTo>
                <a:lnTo>
                  <a:pt x="15282" y="0"/>
                </a:lnTo>
                <a:lnTo>
                  <a:pt x="15441" y="0"/>
                </a:lnTo>
                <a:lnTo>
                  <a:pt x="15441" y="54"/>
                </a:lnTo>
                <a:lnTo>
                  <a:pt x="15282" y="54"/>
                </a:lnTo>
                <a:moveTo>
                  <a:pt x="15017" y="54"/>
                </a:moveTo>
                <a:lnTo>
                  <a:pt x="15017" y="0"/>
                </a:lnTo>
                <a:lnTo>
                  <a:pt x="15176" y="0"/>
                </a:lnTo>
                <a:lnTo>
                  <a:pt x="15176" y="54"/>
                </a:lnTo>
                <a:lnTo>
                  <a:pt x="15017" y="54"/>
                </a:lnTo>
                <a:moveTo>
                  <a:pt x="14752" y="54"/>
                </a:moveTo>
                <a:lnTo>
                  <a:pt x="14752" y="0"/>
                </a:lnTo>
                <a:lnTo>
                  <a:pt x="14911" y="0"/>
                </a:lnTo>
                <a:lnTo>
                  <a:pt x="14911" y="54"/>
                </a:lnTo>
                <a:lnTo>
                  <a:pt x="14752" y="54"/>
                </a:lnTo>
                <a:moveTo>
                  <a:pt x="14488" y="54"/>
                </a:moveTo>
                <a:lnTo>
                  <a:pt x="14488" y="0"/>
                </a:lnTo>
                <a:lnTo>
                  <a:pt x="14646" y="0"/>
                </a:lnTo>
                <a:lnTo>
                  <a:pt x="14646" y="54"/>
                </a:lnTo>
                <a:lnTo>
                  <a:pt x="14488" y="54"/>
                </a:lnTo>
                <a:moveTo>
                  <a:pt x="14223" y="54"/>
                </a:moveTo>
                <a:lnTo>
                  <a:pt x="14223" y="0"/>
                </a:lnTo>
                <a:lnTo>
                  <a:pt x="14382" y="0"/>
                </a:lnTo>
                <a:lnTo>
                  <a:pt x="14382" y="54"/>
                </a:lnTo>
                <a:lnTo>
                  <a:pt x="14223" y="54"/>
                </a:lnTo>
                <a:moveTo>
                  <a:pt x="13958" y="54"/>
                </a:moveTo>
                <a:lnTo>
                  <a:pt x="13958" y="0"/>
                </a:lnTo>
                <a:lnTo>
                  <a:pt x="14117" y="0"/>
                </a:lnTo>
                <a:lnTo>
                  <a:pt x="14117" y="54"/>
                </a:lnTo>
                <a:lnTo>
                  <a:pt x="13958" y="54"/>
                </a:lnTo>
                <a:moveTo>
                  <a:pt x="13693" y="54"/>
                </a:moveTo>
                <a:lnTo>
                  <a:pt x="13693" y="0"/>
                </a:lnTo>
                <a:lnTo>
                  <a:pt x="13852" y="0"/>
                </a:lnTo>
                <a:lnTo>
                  <a:pt x="13852" y="54"/>
                </a:lnTo>
                <a:lnTo>
                  <a:pt x="13693" y="54"/>
                </a:lnTo>
                <a:moveTo>
                  <a:pt x="13428" y="54"/>
                </a:moveTo>
                <a:lnTo>
                  <a:pt x="13428" y="0"/>
                </a:lnTo>
                <a:lnTo>
                  <a:pt x="13587" y="0"/>
                </a:lnTo>
                <a:lnTo>
                  <a:pt x="13587" y="54"/>
                </a:lnTo>
                <a:lnTo>
                  <a:pt x="13428" y="54"/>
                </a:lnTo>
                <a:moveTo>
                  <a:pt x="13164" y="54"/>
                </a:moveTo>
                <a:lnTo>
                  <a:pt x="13164" y="0"/>
                </a:lnTo>
                <a:lnTo>
                  <a:pt x="13322" y="0"/>
                </a:lnTo>
                <a:lnTo>
                  <a:pt x="13322" y="54"/>
                </a:lnTo>
                <a:lnTo>
                  <a:pt x="13164" y="54"/>
                </a:lnTo>
                <a:moveTo>
                  <a:pt x="12898" y="54"/>
                </a:moveTo>
                <a:lnTo>
                  <a:pt x="12898" y="0"/>
                </a:lnTo>
                <a:lnTo>
                  <a:pt x="13056" y="0"/>
                </a:lnTo>
                <a:lnTo>
                  <a:pt x="13056" y="54"/>
                </a:lnTo>
                <a:lnTo>
                  <a:pt x="12898" y="54"/>
                </a:lnTo>
                <a:moveTo>
                  <a:pt x="12633" y="54"/>
                </a:moveTo>
                <a:lnTo>
                  <a:pt x="12633" y="0"/>
                </a:lnTo>
                <a:lnTo>
                  <a:pt x="12792" y="0"/>
                </a:lnTo>
                <a:lnTo>
                  <a:pt x="12792" y="54"/>
                </a:lnTo>
                <a:lnTo>
                  <a:pt x="12633" y="54"/>
                </a:lnTo>
                <a:moveTo>
                  <a:pt x="12368" y="54"/>
                </a:moveTo>
                <a:lnTo>
                  <a:pt x="12368" y="0"/>
                </a:lnTo>
                <a:lnTo>
                  <a:pt x="12527" y="0"/>
                </a:lnTo>
                <a:lnTo>
                  <a:pt x="12527" y="54"/>
                </a:lnTo>
                <a:lnTo>
                  <a:pt x="12368" y="54"/>
                </a:lnTo>
                <a:moveTo>
                  <a:pt x="12103" y="54"/>
                </a:moveTo>
                <a:lnTo>
                  <a:pt x="12103" y="0"/>
                </a:lnTo>
                <a:lnTo>
                  <a:pt x="12262" y="0"/>
                </a:lnTo>
                <a:lnTo>
                  <a:pt x="12262" y="54"/>
                </a:lnTo>
                <a:lnTo>
                  <a:pt x="12103" y="54"/>
                </a:lnTo>
                <a:moveTo>
                  <a:pt x="11839" y="54"/>
                </a:moveTo>
                <a:lnTo>
                  <a:pt x="11839" y="0"/>
                </a:lnTo>
                <a:lnTo>
                  <a:pt x="11997" y="0"/>
                </a:lnTo>
                <a:lnTo>
                  <a:pt x="11997" y="54"/>
                </a:lnTo>
                <a:lnTo>
                  <a:pt x="11839" y="54"/>
                </a:lnTo>
                <a:moveTo>
                  <a:pt x="11574" y="54"/>
                </a:moveTo>
                <a:lnTo>
                  <a:pt x="11574" y="0"/>
                </a:lnTo>
                <a:lnTo>
                  <a:pt x="11732" y="0"/>
                </a:lnTo>
                <a:lnTo>
                  <a:pt x="11732" y="54"/>
                </a:lnTo>
                <a:lnTo>
                  <a:pt x="11574" y="54"/>
                </a:lnTo>
                <a:moveTo>
                  <a:pt x="11309" y="54"/>
                </a:moveTo>
                <a:lnTo>
                  <a:pt x="11309" y="0"/>
                </a:lnTo>
                <a:lnTo>
                  <a:pt x="11468" y="0"/>
                </a:lnTo>
                <a:lnTo>
                  <a:pt x="11468" y="54"/>
                </a:lnTo>
                <a:lnTo>
                  <a:pt x="11309" y="54"/>
                </a:lnTo>
                <a:moveTo>
                  <a:pt x="11044" y="54"/>
                </a:moveTo>
                <a:lnTo>
                  <a:pt x="11044" y="0"/>
                </a:lnTo>
                <a:lnTo>
                  <a:pt x="11203" y="0"/>
                </a:lnTo>
                <a:lnTo>
                  <a:pt x="11203" y="54"/>
                </a:lnTo>
                <a:lnTo>
                  <a:pt x="11044" y="54"/>
                </a:lnTo>
                <a:moveTo>
                  <a:pt x="10779" y="54"/>
                </a:moveTo>
                <a:lnTo>
                  <a:pt x="10779" y="0"/>
                </a:lnTo>
                <a:lnTo>
                  <a:pt x="10938" y="0"/>
                </a:lnTo>
                <a:lnTo>
                  <a:pt x="10938" y="54"/>
                </a:lnTo>
                <a:lnTo>
                  <a:pt x="10779" y="54"/>
                </a:lnTo>
                <a:moveTo>
                  <a:pt x="10515" y="54"/>
                </a:moveTo>
                <a:lnTo>
                  <a:pt x="10515" y="0"/>
                </a:lnTo>
                <a:lnTo>
                  <a:pt x="10673" y="0"/>
                </a:lnTo>
                <a:lnTo>
                  <a:pt x="10673" y="54"/>
                </a:lnTo>
                <a:lnTo>
                  <a:pt x="10515" y="54"/>
                </a:lnTo>
                <a:moveTo>
                  <a:pt x="10250" y="54"/>
                </a:moveTo>
                <a:lnTo>
                  <a:pt x="10250" y="0"/>
                </a:lnTo>
                <a:lnTo>
                  <a:pt x="10408" y="0"/>
                </a:lnTo>
                <a:lnTo>
                  <a:pt x="10408" y="54"/>
                </a:lnTo>
                <a:lnTo>
                  <a:pt x="10250" y="54"/>
                </a:lnTo>
                <a:moveTo>
                  <a:pt x="9985" y="54"/>
                </a:moveTo>
                <a:lnTo>
                  <a:pt x="9985" y="0"/>
                </a:lnTo>
                <a:lnTo>
                  <a:pt x="10144" y="0"/>
                </a:lnTo>
                <a:lnTo>
                  <a:pt x="10144" y="54"/>
                </a:lnTo>
                <a:lnTo>
                  <a:pt x="9985" y="54"/>
                </a:lnTo>
                <a:moveTo>
                  <a:pt x="9720" y="54"/>
                </a:moveTo>
                <a:lnTo>
                  <a:pt x="9720" y="0"/>
                </a:lnTo>
                <a:lnTo>
                  <a:pt x="9879" y="0"/>
                </a:lnTo>
                <a:lnTo>
                  <a:pt x="9879" y="54"/>
                </a:lnTo>
                <a:lnTo>
                  <a:pt x="9720" y="54"/>
                </a:lnTo>
                <a:moveTo>
                  <a:pt x="9455" y="54"/>
                </a:moveTo>
                <a:lnTo>
                  <a:pt x="9455" y="0"/>
                </a:lnTo>
                <a:lnTo>
                  <a:pt x="9614" y="0"/>
                </a:lnTo>
                <a:lnTo>
                  <a:pt x="9614" y="54"/>
                </a:lnTo>
                <a:lnTo>
                  <a:pt x="9455" y="54"/>
                </a:lnTo>
                <a:moveTo>
                  <a:pt x="9190" y="54"/>
                </a:moveTo>
                <a:lnTo>
                  <a:pt x="9190" y="0"/>
                </a:lnTo>
                <a:lnTo>
                  <a:pt x="9349" y="0"/>
                </a:lnTo>
                <a:lnTo>
                  <a:pt x="9349" y="54"/>
                </a:lnTo>
                <a:lnTo>
                  <a:pt x="9190" y="54"/>
                </a:lnTo>
                <a:moveTo>
                  <a:pt x="8926" y="54"/>
                </a:moveTo>
                <a:lnTo>
                  <a:pt x="8926" y="0"/>
                </a:lnTo>
                <a:lnTo>
                  <a:pt x="9084" y="0"/>
                </a:lnTo>
                <a:lnTo>
                  <a:pt x="9084" y="54"/>
                </a:lnTo>
                <a:lnTo>
                  <a:pt x="8926" y="54"/>
                </a:lnTo>
                <a:moveTo>
                  <a:pt x="8661" y="54"/>
                </a:moveTo>
                <a:lnTo>
                  <a:pt x="8661" y="0"/>
                </a:lnTo>
                <a:lnTo>
                  <a:pt x="8820" y="0"/>
                </a:lnTo>
                <a:lnTo>
                  <a:pt x="8820" y="54"/>
                </a:lnTo>
                <a:lnTo>
                  <a:pt x="8661" y="54"/>
                </a:lnTo>
                <a:moveTo>
                  <a:pt x="8396" y="54"/>
                </a:moveTo>
                <a:lnTo>
                  <a:pt x="8396" y="0"/>
                </a:lnTo>
                <a:lnTo>
                  <a:pt x="8555" y="0"/>
                </a:lnTo>
                <a:lnTo>
                  <a:pt x="8555" y="54"/>
                </a:lnTo>
                <a:lnTo>
                  <a:pt x="8396" y="54"/>
                </a:lnTo>
                <a:moveTo>
                  <a:pt x="8131" y="54"/>
                </a:moveTo>
                <a:lnTo>
                  <a:pt x="8131" y="0"/>
                </a:lnTo>
                <a:lnTo>
                  <a:pt x="8290" y="0"/>
                </a:lnTo>
                <a:lnTo>
                  <a:pt x="8290" y="54"/>
                </a:lnTo>
                <a:lnTo>
                  <a:pt x="8131" y="54"/>
                </a:lnTo>
                <a:moveTo>
                  <a:pt x="7866" y="54"/>
                </a:moveTo>
                <a:lnTo>
                  <a:pt x="7866" y="0"/>
                </a:lnTo>
                <a:lnTo>
                  <a:pt x="8025" y="0"/>
                </a:lnTo>
                <a:lnTo>
                  <a:pt x="8025" y="54"/>
                </a:lnTo>
                <a:lnTo>
                  <a:pt x="7866" y="54"/>
                </a:lnTo>
                <a:moveTo>
                  <a:pt x="7602" y="54"/>
                </a:moveTo>
                <a:lnTo>
                  <a:pt x="7602" y="0"/>
                </a:lnTo>
                <a:lnTo>
                  <a:pt x="7760" y="0"/>
                </a:lnTo>
                <a:lnTo>
                  <a:pt x="7760" y="54"/>
                </a:lnTo>
                <a:lnTo>
                  <a:pt x="7602" y="54"/>
                </a:lnTo>
                <a:moveTo>
                  <a:pt x="7337" y="54"/>
                </a:moveTo>
                <a:lnTo>
                  <a:pt x="7337" y="0"/>
                </a:lnTo>
                <a:lnTo>
                  <a:pt x="7496" y="0"/>
                </a:lnTo>
                <a:lnTo>
                  <a:pt x="7496" y="54"/>
                </a:lnTo>
                <a:lnTo>
                  <a:pt x="7337" y="54"/>
                </a:lnTo>
                <a:moveTo>
                  <a:pt x="7072" y="54"/>
                </a:moveTo>
                <a:lnTo>
                  <a:pt x="7072" y="0"/>
                </a:lnTo>
                <a:lnTo>
                  <a:pt x="7231" y="0"/>
                </a:lnTo>
                <a:lnTo>
                  <a:pt x="7231" y="54"/>
                </a:lnTo>
                <a:lnTo>
                  <a:pt x="7072" y="54"/>
                </a:lnTo>
                <a:moveTo>
                  <a:pt x="6807" y="54"/>
                </a:moveTo>
                <a:lnTo>
                  <a:pt x="6807" y="0"/>
                </a:lnTo>
                <a:lnTo>
                  <a:pt x="6966" y="0"/>
                </a:lnTo>
                <a:lnTo>
                  <a:pt x="6966" y="54"/>
                </a:lnTo>
                <a:lnTo>
                  <a:pt x="6807" y="54"/>
                </a:lnTo>
                <a:moveTo>
                  <a:pt x="6542" y="54"/>
                </a:moveTo>
                <a:lnTo>
                  <a:pt x="6542" y="0"/>
                </a:lnTo>
                <a:lnTo>
                  <a:pt x="6701" y="0"/>
                </a:lnTo>
                <a:lnTo>
                  <a:pt x="6701" y="54"/>
                </a:lnTo>
                <a:lnTo>
                  <a:pt x="6542" y="54"/>
                </a:lnTo>
                <a:moveTo>
                  <a:pt x="6278" y="54"/>
                </a:moveTo>
                <a:lnTo>
                  <a:pt x="6278" y="0"/>
                </a:lnTo>
                <a:lnTo>
                  <a:pt x="6436" y="0"/>
                </a:lnTo>
                <a:lnTo>
                  <a:pt x="6436" y="54"/>
                </a:lnTo>
                <a:lnTo>
                  <a:pt x="6278" y="54"/>
                </a:lnTo>
                <a:moveTo>
                  <a:pt x="6013" y="54"/>
                </a:moveTo>
                <a:lnTo>
                  <a:pt x="6013" y="0"/>
                </a:lnTo>
                <a:lnTo>
                  <a:pt x="6172" y="0"/>
                </a:lnTo>
                <a:lnTo>
                  <a:pt x="6172" y="54"/>
                </a:lnTo>
                <a:lnTo>
                  <a:pt x="6013" y="54"/>
                </a:lnTo>
                <a:moveTo>
                  <a:pt x="5748" y="54"/>
                </a:moveTo>
                <a:lnTo>
                  <a:pt x="5748" y="0"/>
                </a:lnTo>
                <a:lnTo>
                  <a:pt x="5907" y="0"/>
                </a:lnTo>
                <a:lnTo>
                  <a:pt x="5907" y="54"/>
                </a:lnTo>
                <a:lnTo>
                  <a:pt x="5748" y="54"/>
                </a:lnTo>
                <a:moveTo>
                  <a:pt x="5483" y="54"/>
                </a:moveTo>
                <a:lnTo>
                  <a:pt x="5483" y="0"/>
                </a:lnTo>
                <a:lnTo>
                  <a:pt x="5642" y="0"/>
                </a:lnTo>
                <a:lnTo>
                  <a:pt x="5642" y="54"/>
                </a:lnTo>
                <a:lnTo>
                  <a:pt x="5483" y="54"/>
                </a:lnTo>
                <a:moveTo>
                  <a:pt x="5218" y="54"/>
                </a:moveTo>
                <a:lnTo>
                  <a:pt x="5218" y="0"/>
                </a:lnTo>
                <a:lnTo>
                  <a:pt x="5377" y="0"/>
                </a:lnTo>
                <a:lnTo>
                  <a:pt x="5377" y="54"/>
                </a:lnTo>
                <a:lnTo>
                  <a:pt x="5218" y="54"/>
                </a:lnTo>
                <a:moveTo>
                  <a:pt x="4954" y="54"/>
                </a:moveTo>
                <a:lnTo>
                  <a:pt x="4954" y="0"/>
                </a:lnTo>
                <a:lnTo>
                  <a:pt x="5112" y="0"/>
                </a:lnTo>
                <a:lnTo>
                  <a:pt x="5112" y="54"/>
                </a:lnTo>
                <a:lnTo>
                  <a:pt x="4954" y="54"/>
                </a:lnTo>
                <a:moveTo>
                  <a:pt x="4689" y="54"/>
                </a:moveTo>
                <a:lnTo>
                  <a:pt x="4689" y="0"/>
                </a:lnTo>
                <a:lnTo>
                  <a:pt x="4848" y="0"/>
                </a:lnTo>
                <a:lnTo>
                  <a:pt x="4848" y="54"/>
                </a:lnTo>
                <a:lnTo>
                  <a:pt x="4689" y="54"/>
                </a:lnTo>
                <a:moveTo>
                  <a:pt x="4424" y="54"/>
                </a:moveTo>
                <a:lnTo>
                  <a:pt x="4424" y="0"/>
                </a:lnTo>
                <a:lnTo>
                  <a:pt x="4583" y="0"/>
                </a:lnTo>
                <a:lnTo>
                  <a:pt x="4583" y="54"/>
                </a:lnTo>
                <a:lnTo>
                  <a:pt x="4424" y="54"/>
                </a:lnTo>
                <a:moveTo>
                  <a:pt x="4159" y="54"/>
                </a:moveTo>
                <a:lnTo>
                  <a:pt x="4159" y="0"/>
                </a:lnTo>
                <a:lnTo>
                  <a:pt x="4318" y="0"/>
                </a:lnTo>
                <a:lnTo>
                  <a:pt x="4318" y="54"/>
                </a:lnTo>
                <a:lnTo>
                  <a:pt x="4159" y="54"/>
                </a:lnTo>
                <a:moveTo>
                  <a:pt x="3894" y="54"/>
                </a:moveTo>
                <a:lnTo>
                  <a:pt x="3894" y="0"/>
                </a:lnTo>
                <a:lnTo>
                  <a:pt x="4053" y="0"/>
                </a:lnTo>
                <a:lnTo>
                  <a:pt x="4053" y="54"/>
                </a:lnTo>
                <a:lnTo>
                  <a:pt x="3894" y="54"/>
                </a:lnTo>
                <a:moveTo>
                  <a:pt x="3630" y="54"/>
                </a:moveTo>
                <a:lnTo>
                  <a:pt x="3630" y="0"/>
                </a:lnTo>
                <a:lnTo>
                  <a:pt x="3788" y="0"/>
                </a:lnTo>
                <a:lnTo>
                  <a:pt x="3788" y="54"/>
                </a:lnTo>
                <a:lnTo>
                  <a:pt x="3630" y="54"/>
                </a:lnTo>
                <a:moveTo>
                  <a:pt x="3365" y="54"/>
                </a:moveTo>
                <a:lnTo>
                  <a:pt x="3365" y="0"/>
                </a:lnTo>
                <a:lnTo>
                  <a:pt x="3524" y="0"/>
                </a:lnTo>
                <a:lnTo>
                  <a:pt x="3524" y="54"/>
                </a:lnTo>
                <a:lnTo>
                  <a:pt x="3365" y="54"/>
                </a:lnTo>
                <a:moveTo>
                  <a:pt x="3100" y="54"/>
                </a:moveTo>
                <a:lnTo>
                  <a:pt x="3100" y="0"/>
                </a:lnTo>
                <a:lnTo>
                  <a:pt x="3259" y="0"/>
                </a:lnTo>
                <a:lnTo>
                  <a:pt x="3259" y="54"/>
                </a:lnTo>
                <a:lnTo>
                  <a:pt x="3100" y="54"/>
                </a:lnTo>
                <a:moveTo>
                  <a:pt x="2835" y="54"/>
                </a:moveTo>
                <a:lnTo>
                  <a:pt x="2835" y="0"/>
                </a:lnTo>
                <a:lnTo>
                  <a:pt x="2994" y="0"/>
                </a:lnTo>
                <a:lnTo>
                  <a:pt x="2994" y="54"/>
                </a:lnTo>
                <a:lnTo>
                  <a:pt x="2835" y="54"/>
                </a:lnTo>
                <a:moveTo>
                  <a:pt x="2570" y="54"/>
                </a:moveTo>
                <a:lnTo>
                  <a:pt x="2570" y="0"/>
                </a:lnTo>
                <a:lnTo>
                  <a:pt x="2729" y="0"/>
                </a:lnTo>
                <a:lnTo>
                  <a:pt x="2729" y="54"/>
                </a:lnTo>
                <a:lnTo>
                  <a:pt x="2570" y="54"/>
                </a:lnTo>
                <a:moveTo>
                  <a:pt x="2306" y="54"/>
                </a:moveTo>
                <a:lnTo>
                  <a:pt x="2306" y="0"/>
                </a:lnTo>
                <a:lnTo>
                  <a:pt x="2464" y="0"/>
                </a:lnTo>
                <a:lnTo>
                  <a:pt x="2464" y="54"/>
                </a:lnTo>
                <a:lnTo>
                  <a:pt x="2306" y="54"/>
                </a:lnTo>
                <a:moveTo>
                  <a:pt x="2041" y="54"/>
                </a:moveTo>
                <a:lnTo>
                  <a:pt x="2041" y="0"/>
                </a:lnTo>
                <a:lnTo>
                  <a:pt x="2200" y="0"/>
                </a:lnTo>
                <a:lnTo>
                  <a:pt x="2200" y="54"/>
                </a:lnTo>
                <a:lnTo>
                  <a:pt x="2041" y="54"/>
                </a:lnTo>
                <a:moveTo>
                  <a:pt x="1776" y="54"/>
                </a:moveTo>
                <a:lnTo>
                  <a:pt x="1776" y="0"/>
                </a:lnTo>
                <a:lnTo>
                  <a:pt x="1935" y="0"/>
                </a:lnTo>
                <a:lnTo>
                  <a:pt x="1935" y="54"/>
                </a:lnTo>
                <a:lnTo>
                  <a:pt x="1776" y="54"/>
                </a:lnTo>
                <a:moveTo>
                  <a:pt x="1511" y="54"/>
                </a:moveTo>
                <a:lnTo>
                  <a:pt x="1511" y="0"/>
                </a:lnTo>
                <a:lnTo>
                  <a:pt x="1670" y="0"/>
                </a:lnTo>
                <a:lnTo>
                  <a:pt x="1670" y="54"/>
                </a:lnTo>
                <a:lnTo>
                  <a:pt x="1511" y="54"/>
                </a:lnTo>
                <a:moveTo>
                  <a:pt x="1246" y="54"/>
                </a:moveTo>
                <a:lnTo>
                  <a:pt x="1246" y="0"/>
                </a:lnTo>
                <a:lnTo>
                  <a:pt x="1405" y="0"/>
                </a:lnTo>
                <a:lnTo>
                  <a:pt x="1405" y="54"/>
                </a:lnTo>
                <a:lnTo>
                  <a:pt x="1246" y="54"/>
                </a:lnTo>
                <a:moveTo>
                  <a:pt x="982" y="54"/>
                </a:moveTo>
                <a:lnTo>
                  <a:pt x="982" y="0"/>
                </a:lnTo>
                <a:lnTo>
                  <a:pt x="1140" y="0"/>
                </a:lnTo>
                <a:lnTo>
                  <a:pt x="1140" y="54"/>
                </a:lnTo>
                <a:lnTo>
                  <a:pt x="982" y="54"/>
                </a:lnTo>
                <a:moveTo>
                  <a:pt x="717" y="54"/>
                </a:moveTo>
                <a:lnTo>
                  <a:pt x="717" y="0"/>
                </a:lnTo>
                <a:lnTo>
                  <a:pt x="876" y="0"/>
                </a:lnTo>
                <a:lnTo>
                  <a:pt x="876" y="54"/>
                </a:lnTo>
                <a:lnTo>
                  <a:pt x="717" y="54"/>
                </a:lnTo>
                <a:moveTo>
                  <a:pt x="452" y="54"/>
                </a:moveTo>
                <a:lnTo>
                  <a:pt x="452" y="0"/>
                </a:lnTo>
                <a:lnTo>
                  <a:pt x="611" y="0"/>
                </a:lnTo>
                <a:lnTo>
                  <a:pt x="611" y="54"/>
                </a:lnTo>
                <a:lnTo>
                  <a:pt x="452" y="54"/>
                </a:lnTo>
                <a:moveTo>
                  <a:pt x="187" y="54"/>
                </a:moveTo>
                <a:cubicBezTo>
                  <a:pt x="186" y="54"/>
                  <a:pt x="184" y="54"/>
                  <a:pt x="183" y="54"/>
                </a:cubicBezTo>
                <a:lnTo>
                  <a:pt x="182" y="0"/>
                </a:lnTo>
                <a:cubicBezTo>
                  <a:pt x="184" y="0"/>
                  <a:pt x="185" y="0"/>
                  <a:pt x="187" y="0"/>
                </a:cubicBezTo>
                <a:lnTo>
                  <a:pt x="346" y="0"/>
                </a:lnTo>
                <a:lnTo>
                  <a:pt x="346" y="54"/>
                </a:lnTo>
                <a:lnTo>
                  <a:pt x="187" y="54"/>
                </a:lnTo>
                <a:moveTo>
                  <a:pt x="37" y="116"/>
                </a:moveTo>
                <a:lnTo>
                  <a:pt x="0" y="78"/>
                </a:lnTo>
                <a:cubicBezTo>
                  <a:pt x="20" y="58"/>
                  <a:pt x="43" y="41"/>
                  <a:pt x="68" y="28"/>
                </a:cubicBezTo>
                <a:lnTo>
                  <a:pt x="92" y="77"/>
                </a:lnTo>
                <a:cubicBezTo>
                  <a:pt x="72" y="87"/>
                  <a:pt x="54" y="100"/>
                  <a:pt x="37" y="116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695880" y="6607080"/>
            <a:ext cx="10801800" cy="41400"/>
          </a:xfrm>
          <a:custGeom>
            <a:avLst/>
            <a:gdLst/>
            <a:ahLst/>
            <a:rect l="0" t="0" r="r" b="b"/>
            <a:pathLst>
              <a:path w="30005" h="115">
                <a:moveTo>
                  <a:pt x="102" y="45"/>
                </a:moveTo>
                <a:cubicBezTo>
                  <a:pt x="122" y="54"/>
                  <a:pt x="143" y="60"/>
                  <a:pt x="164" y="62"/>
                </a:cubicBezTo>
                <a:lnTo>
                  <a:pt x="159" y="114"/>
                </a:lnTo>
                <a:cubicBezTo>
                  <a:pt x="133" y="112"/>
                  <a:pt x="107" y="106"/>
                  <a:pt x="82" y="95"/>
                </a:cubicBezTo>
                <a:cubicBezTo>
                  <a:pt x="51" y="83"/>
                  <a:pt x="24" y="65"/>
                  <a:pt x="0" y="41"/>
                </a:cubicBezTo>
                <a:lnTo>
                  <a:pt x="37" y="3"/>
                </a:lnTo>
                <a:cubicBezTo>
                  <a:pt x="56" y="21"/>
                  <a:pt x="78" y="35"/>
                  <a:pt x="102" y="45"/>
                </a:cubicBezTo>
                <a:moveTo>
                  <a:pt x="426" y="62"/>
                </a:moveTo>
                <a:lnTo>
                  <a:pt x="426" y="115"/>
                </a:lnTo>
                <a:lnTo>
                  <a:pt x="267" y="115"/>
                </a:lnTo>
                <a:lnTo>
                  <a:pt x="267" y="62"/>
                </a:lnTo>
                <a:lnTo>
                  <a:pt x="426" y="62"/>
                </a:lnTo>
                <a:moveTo>
                  <a:pt x="691" y="62"/>
                </a:moveTo>
                <a:lnTo>
                  <a:pt x="691" y="115"/>
                </a:lnTo>
                <a:lnTo>
                  <a:pt x="532" y="115"/>
                </a:lnTo>
                <a:lnTo>
                  <a:pt x="532" y="62"/>
                </a:lnTo>
                <a:lnTo>
                  <a:pt x="691" y="62"/>
                </a:lnTo>
                <a:moveTo>
                  <a:pt x="955" y="62"/>
                </a:moveTo>
                <a:lnTo>
                  <a:pt x="955" y="115"/>
                </a:lnTo>
                <a:lnTo>
                  <a:pt x="797" y="115"/>
                </a:lnTo>
                <a:lnTo>
                  <a:pt x="797" y="62"/>
                </a:lnTo>
                <a:lnTo>
                  <a:pt x="955" y="62"/>
                </a:lnTo>
                <a:moveTo>
                  <a:pt x="1220" y="62"/>
                </a:moveTo>
                <a:lnTo>
                  <a:pt x="1220" y="115"/>
                </a:lnTo>
                <a:lnTo>
                  <a:pt x="1061" y="115"/>
                </a:lnTo>
                <a:lnTo>
                  <a:pt x="1061" y="62"/>
                </a:lnTo>
                <a:lnTo>
                  <a:pt x="1220" y="62"/>
                </a:lnTo>
                <a:moveTo>
                  <a:pt x="1485" y="62"/>
                </a:moveTo>
                <a:lnTo>
                  <a:pt x="1485" y="115"/>
                </a:lnTo>
                <a:lnTo>
                  <a:pt x="1326" y="115"/>
                </a:lnTo>
                <a:lnTo>
                  <a:pt x="1326" y="62"/>
                </a:lnTo>
                <a:lnTo>
                  <a:pt x="1485" y="62"/>
                </a:lnTo>
                <a:moveTo>
                  <a:pt x="1750" y="62"/>
                </a:moveTo>
                <a:lnTo>
                  <a:pt x="1750" y="115"/>
                </a:lnTo>
                <a:lnTo>
                  <a:pt x="1591" y="115"/>
                </a:lnTo>
                <a:lnTo>
                  <a:pt x="1591" y="62"/>
                </a:lnTo>
                <a:lnTo>
                  <a:pt x="1750" y="62"/>
                </a:lnTo>
                <a:moveTo>
                  <a:pt x="2015" y="62"/>
                </a:moveTo>
                <a:lnTo>
                  <a:pt x="2015" y="115"/>
                </a:lnTo>
                <a:lnTo>
                  <a:pt x="1856" y="115"/>
                </a:lnTo>
                <a:lnTo>
                  <a:pt x="1856" y="62"/>
                </a:lnTo>
                <a:lnTo>
                  <a:pt x="2015" y="62"/>
                </a:lnTo>
                <a:moveTo>
                  <a:pt x="2279" y="62"/>
                </a:moveTo>
                <a:lnTo>
                  <a:pt x="2279" y="115"/>
                </a:lnTo>
                <a:lnTo>
                  <a:pt x="2121" y="115"/>
                </a:lnTo>
                <a:lnTo>
                  <a:pt x="2121" y="62"/>
                </a:lnTo>
                <a:lnTo>
                  <a:pt x="2279" y="62"/>
                </a:lnTo>
                <a:moveTo>
                  <a:pt x="2544" y="62"/>
                </a:moveTo>
                <a:lnTo>
                  <a:pt x="2544" y="115"/>
                </a:lnTo>
                <a:lnTo>
                  <a:pt x="2385" y="115"/>
                </a:lnTo>
                <a:lnTo>
                  <a:pt x="2385" y="62"/>
                </a:lnTo>
                <a:lnTo>
                  <a:pt x="2544" y="62"/>
                </a:lnTo>
                <a:moveTo>
                  <a:pt x="2809" y="62"/>
                </a:moveTo>
                <a:lnTo>
                  <a:pt x="2809" y="115"/>
                </a:lnTo>
                <a:lnTo>
                  <a:pt x="2650" y="115"/>
                </a:lnTo>
                <a:lnTo>
                  <a:pt x="2650" y="62"/>
                </a:lnTo>
                <a:lnTo>
                  <a:pt x="2809" y="62"/>
                </a:lnTo>
                <a:moveTo>
                  <a:pt x="3074" y="62"/>
                </a:moveTo>
                <a:lnTo>
                  <a:pt x="3074" y="115"/>
                </a:lnTo>
                <a:lnTo>
                  <a:pt x="2915" y="115"/>
                </a:lnTo>
                <a:lnTo>
                  <a:pt x="2915" y="62"/>
                </a:lnTo>
                <a:lnTo>
                  <a:pt x="3074" y="62"/>
                </a:lnTo>
                <a:moveTo>
                  <a:pt x="3339" y="62"/>
                </a:moveTo>
                <a:lnTo>
                  <a:pt x="3339" y="115"/>
                </a:lnTo>
                <a:lnTo>
                  <a:pt x="3180" y="115"/>
                </a:lnTo>
                <a:lnTo>
                  <a:pt x="3180" y="62"/>
                </a:lnTo>
                <a:lnTo>
                  <a:pt x="3339" y="62"/>
                </a:lnTo>
                <a:moveTo>
                  <a:pt x="3603" y="62"/>
                </a:moveTo>
                <a:lnTo>
                  <a:pt x="3603" y="115"/>
                </a:lnTo>
                <a:lnTo>
                  <a:pt x="3445" y="115"/>
                </a:lnTo>
                <a:lnTo>
                  <a:pt x="3445" y="62"/>
                </a:lnTo>
                <a:lnTo>
                  <a:pt x="3603" y="62"/>
                </a:lnTo>
                <a:moveTo>
                  <a:pt x="3868" y="62"/>
                </a:moveTo>
                <a:lnTo>
                  <a:pt x="3868" y="115"/>
                </a:lnTo>
                <a:lnTo>
                  <a:pt x="3709" y="115"/>
                </a:lnTo>
                <a:lnTo>
                  <a:pt x="3709" y="62"/>
                </a:lnTo>
                <a:lnTo>
                  <a:pt x="3868" y="62"/>
                </a:lnTo>
                <a:moveTo>
                  <a:pt x="4133" y="62"/>
                </a:moveTo>
                <a:lnTo>
                  <a:pt x="4133" y="115"/>
                </a:lnTo>
                <a:lnTo>
                  <a:pt x="3974" y="115"/>
                </a:lnTo>
                <a:lnTo>
                  <a:pt x="3974" y="62"/>
                </a:lnTo>
                <a:lnTo>
                  <a:pt x="4133" y="62"/>
                </a:lnTo>
                <a:moveTo>
                  <a:pt x="4398" y="62"/>
                </a:moveTo>
                <a:lnTo>
                  <a:pt x="4398" y="115"/>
                </a:lnTo>
                <a:lnTo>
                  <a:pt x="4239" y="115"/>
                </a:lnTo>
                <a:lnTo>
                  <a:pt x="4239" y="62"/>
                </a:lnTo>
                <a:lnTo>
                  <a:pt x="4398" y="62"/>
                </a:lnTo>
                <a:moveTo>
                  <a:pt x="4663" y="62"/>
                </a:moveTo>
                <a:lnTo>
                  <a:pt x="4663" y="115"/>
                </a:lnTo>
                <a:lnTo>
                  <a:pt x="4504" y="115"/>
                </a:lnTo>
                <a:lnTo>
                  <a:pt x="4504" y="62"/>
                </a:lnTo>
                <a:lnTo>
                  <a:pt x="4663" y="62"/>
                </a:lnTo>
                <a:moveTo>
                  <a:pt x="4927" y="62"/>
                </a:moveTo>
                <a:lnTo>
                  <a:pt x="4927" y="115"/>
                </a:lnTo>
                <a:lnTo>
                  <a:pt x="4769" y="115"/>
                </a:lnTo>
                <a:lnTo>
                  <a:pt x="4769" y="62"/>
                </a:lnTo>
                <a:lnTo>
                  <a:pt x="4927" y="62"/>
                </a:lnTo>
                <a:moveTo>
                  <a:pt x="5192" y="62"/>
                </a:moveTo>
                <a:lnTo>
                  <a:pt x="5192" y="115"/>
                </a:lnTo>
                <a:lnTo>
                  <a:pt x="5033" y="115"/>
                </a:lnTo>
                <a:lnTo>
                  <a:pt x="5033" y="62"/>
                </a:lnTo>
                <a:lnTo>
                  <a:pt x="5192" y="62"/>
                </a:lnTo>
                <a:moveTo>
                  <a:pt x="5457" y="62"/>
                </a:moveTo>
                <a:lnTo>
                  <a:pt x="5457" y="115"/>
                </a:lnTo>
                <a:lnTo>
                  <a:pt x="5298" y="115"/>
                </a:lnTo>
                <a:lnTo>
                  <a:pt x="5298" y="62"/>
                </a:lnTo>
                <a:lnTo>
                  <a:pt x="5457" y="62"/>
                </a:lnTo>
                <a:moveTo>
                  <a:pt x="5722" y="62"/>
                </a:moveTo>
                <a:lnTo>
                  <a:pt x="5722" y="115"/>
                </a:lnTo>
                <a:lnTo>
                  <a:pt x="5563" y="115"/>
                </a:lnTo>
                <a:lnTo>
                  <a:pt x="5563" y="62"/>
                </a:lnTo>
                <a:lnTo>
                  <a:pt x="5722" y="62"/>
                </a:lnTo>
                <a:moveTo>
                  <a:pt x="5987" y="62"/>
                </a:moveTo>
                <a:lnTo>
                  <a:pt x="5987" y="115"/>
                </a:lnTo>
                <a:lnTo>
                  <a:pt x="5828" y="115"/>
                </a:lnTo>
                <a:lnTo>
                  <a:pt x="5828" y="62"/>
                </a:lnTo>
                <a:lnTo>
                  <a:pt x="5987" y="62"/>
                </a:lnTo>
                <a:moveTo>
                  <a:pt x="6251" y="62"/>
                </a:moveTo>
                <a:lnTo>
                  <a:pt x="6251" y="115"/>
                </a:lnTo>
                <a:lnTo>
                  <a:pt x="6093" y="115"/>
                </a:lnTo>
                <a:lnTo>
                  <a:pt x="6093" y="62"/>
                </a:lnTo>
                <a:lnTo>
                  <a:pt x="6251" y="62"/>
                </a:lnTo>
                <a:moveTo>
                  <a:pt x="6516" y="62"/>
                </a:moveTo>
                <a:lnTo>
                  <a:pt x="6516" y="115"/>
                </a:lnTo>
                <a:lnTo>
                  <a:pt x="6357" y="115"/>
                </a:lnTo>
                <a:lnTo>
                  <a:pt x="6357" y="62"/>
                </a:lnTo>
                <a:lnTo>
                  <a:pt x="6516" y="62"/>
                </a:lnTo>
                <a:moveTo>
                  <a:pt x="6781" y="62"/>
                </a:moveTo>
                <a:lnTo>
                  <a:pt x="6781" y="115"/>
                </a:lnTo>
                <a:lnTo>
                  <a:pt x="6622" y="115"/>
                </a:lnTo>
                <a:lnTo>
                  <a:pt x="6622" y="62"/>
                </a:lnTo>
                <a:lnTo>
                  <a:pt x="6781" y="62"/>
                </a:lnTo>
                <a:moveTo>
                  <a:pt x="7046" y="62"/>
                </a:moveTo>
                <a:lnTo>
                  <a:pt x="7046" y="115"/>
                </a:lnTo>
                <a:lnTo>
                  <a:pt x="6887" y="115"/>
                </a:lnTo>
                <a:lnTo>
                  <a:pt x="6887" y="62"/>
                </a:lnTo>
                <a:lnTo>
                  <a:pt x="7046" y="62"/>
                </a:lnTo>
                <a:moveTo>
                  <a:pt x="7311" y="62"/>
                </a:moveTo>
                <a:lnTo>
                  <a:pt x="7311" y="115"/>
                </a:lnTo>
                <a:lnTo>
                  <a:pt x="7152" y="115"/>
                </a:lnTo>
                <a:lnTo>
                  <a:pt x="7152" y="62"/>
                </a:lnTo>
                <a:lnTo>
                  <a:pt x="7311" y="62"/>
                </a:lnTo>
                <a:moveTo>
                  <a:pt x="7575" y="62"/>
                </a:moveTo>
                <a:lnTo>
                  <a:pt x="7575" y="115"/>
                </a:lnTo>
                <a:lnTo>
                  <a:pt x="7417" y="115"/>
                </a:lnTo>
                <a:lnTo>
                  <a:pt x="7417" y="62"/>
                </a:lnTo>
                <a:lnTo>
                  <a:pt x="7575" y="62"/>
                </a:lnTo>
                <a:moveTo>
                  <a:pt x="7840" y="62"/>
                </a:moveTo>
                <a:lnTo>
                  <a:pt x="7840" y="115"/>
                </a:lnTo>
                <a:lnTo>
                  <a:pt x="7681" y="115"/>
                </a:lnTo>
                <a:lnTo>
                  <a:pt x="7681" y="62"/>
                </a:lnTo>
                <a:lnTo>
                  <a:pt x="7840" y="62"/>
                </a:lnTo>
                <a:moveTo>
                  <a:pt x="8105" y="62"/>
                </a:moveTo>
                <a:lnTo>
                  <a:pt x="8105" y="115"/>
                </a:lnTo>
                <a:lnTo>
                  <a:pt x="7946" y="115"/>
                </a:lnTo>
                <a:lnTo>
                  <a:pt x="7946" y="62"/>
                </a:lnTo>
                <a:lnTo>
                  <a:pt x="8105" y="62"/>
                </a:lnTo>
                <a:moveTo>
                  <a:pt x="8370" y="62"/>
                </a:moveTo>
                <a:lnTo>
                  <a:pt x="8370" y="115"/>
                </a:lnTo>
                <a:lnTo>
                  <a:pt x="8211" y="115"/>
                </a:lnTo>
                <a:lnTo>
                  <a:pt x="8211" y="62"/>
                </a:lnTo>
                <a:lnTo>
                  <a:pt x="8370" y="62"/>
                </a:lnTo>
                <a:moveTo>
                  <a:pt x="8635" y="62"/>
                </a:moveTo>
                <a:lnTo>
                  <a:pt x="8635" y="115"/>
                </a:lnTo>
                <a:lnTo>
                  <a:pt x="8476" y="115"/>
                </a:lnTo>
                <a:lnTo>
                  <a:pt x="8476" y="62"/>
                </a:lnTo>
                <a:lnTo>
                  <a:pt x="8635" y="62"/>
                </a:lnTo>
                <a:moveTo>
                  <a:pt x="8899" y="62"/>
                </a:moveTo>
                <a:lnTo>
                  <a:pt x="8899" y="115"/>
                </a:lnTo>
                <a:lnTo>
                  <a:pt x="8741" y="115"/>
                </a:lnTo>
                <a:lnTo>
                  <a:pt x="8741" y="62"/>
                </a:lnTo>
                <a:lnTo>
                  <a:pt x="8899" y="62"/>
                </a:lnTo>
                <a:moveTo>
                  <a:pt x="9164" y="62"/>
                </a:moveTo>
                <a:lnTo>
                  <a:pt x="9164" y="115"/>
                </a:lnTo>
                <a:lnTo>
                  <a:pt x="9005" y="115"/>
                </a:lnTo>
                <a:lnTo>
                  <a:pt x="9005" y="62"/>
                </a:lnTo>
                <a:lnTo>
                  <a:pt x="9164" y="62"/>
                </a:lnTo>
                <a:moveTo>
                  <a:pt x="9429" y="62"/>
                </a:moveTo>
                <a:lnTo>
                  <a:pt x="9429" y="115"/>
                </a:lnTo>
                <a:lnTo>
                  <a:pt x="9270" y="115"/>
                </a:lnTo>
                <a:lnTo>
                  <a:pt x="9270" y="62"/>
                </a:lnTo>
                <a:lnTo>
                  <a:pt x="9429" y="62"/>
                </a:lnTo>
                <a:moveTo>
                  <a:pt x="9694" y="62"/>
                </a:moveTo>
                <a:lnTo>
                  <a:pt x="9694" y="115"/>
                </a:lnTo>
                <a:lnTo>
                  <a:pt x="9535" y="115"/>
                </a:lnTo>
                <a:lnTo>
                  <a:pt x="9535" y="62"/>
                </a:lnTo>
                <a:lnTo>
                  <a:pt x="9694" y="62"/>
                </a:lnTo>
                <a:moveTo>
                  <a:pt x="9959" y="62"/>
                </a:moveTo>
                <a:lnTo>
                  <a:pt x="9959" y="115"/>
                </a:lnTo>
                <a:lnTo>
                  <a:pt x="9800" y="115"/>
                </a:lnTo>
                <a:lnTo>
                  <a:pt x="9800" y="62"/>
                </a:lnTo>
                <a:lnTo>
                  <a:pt x="9959" y="62"/>
                </a:lnTo>
                <a:moveTo>
                  <a:pt x="10223" y="62"/>
                </a:moveTo>
                <a:lnTo>
                  <a:pt x="10223" y="115"/>
                </a:lnTo>
                <a:lnTo>
                  <a:pt x="10065" y="115"/>
                </a:lnTo>
                <a:lnTo>
                  <a:pt x="10065" y="62"/>
                </a:lnTo>
                <a:lnTo>
                  <a:pt x="10223" y="62"/>
                </a:lnTo>
                <a:moveTo>
                  <a:pt x="10488" y="62"/>
                </a:moveTo>
                <a:lnTo>
                  <a:pt x="10488" y="115"/>
                </a:lnTo>
                <a:lnTo>
                  <a:pt x="10330" y="115"/>
                </a:lnTo>
                <a:lnTo>
                  <a:pt x="10330" y="62"/>
                </a:lnTo>
                <a:lnTo>
                  <a:pt x="10488" y="62"/>
                </a:lnTo>
                <a:moveTo>
                  <a:pt x="10753" y="62"/>
                </a:moveTo>
                <a:lnTo>
                  <a:pt x="10753" y="115"/>
                </a:lnTo>
                <a:lnTo>
                  <a:pt x="10594" y="115"/>
                </a:lnTo>
                <a:lnTo>
                  <a:pt x="10594" y="62"/>
                </a:lnTo>
                <a:lnTo>
                  <a:pt x="10753" y="62"/>
                </a:lnTo>
                <a:moveTo>
                  <a:pt x="11018" y="62"/>
                </a:moveTo>
                <a:lnTo>
                  <a:pt x="11018" y="115"/>
                </a:lnTo>
                <a:lnTo>
                  <a:pt x="10859" y="115"/>
                </a:lnTo>
                <a:lnTo>
                  <a:pt x="10859" y="62"/>
                </a:lnTo>
                <a:lnTo>
                  <a:pt x="11018" y="62"/>
                </a:lnTo>
                <a:moveTo>
                  <a:pt x="11283" y="62"/>
                </a:moveTo>
                <a:lnTo>
                  <a:pt x="11283" y="115"/>
                </a:lnTo>
                <a:lnTo>
                  <a:pt x="11124" y="115"/>
                </a:lnTo>
                <a:lnTo>
                  <a:pt x="11124" y="62"/>
                </a:lnTo>
                <a:lnTo>
                  <a:pt x="11283" y="62"/>
                </a:lnTo>
                <a:moveTo>
                  <a:pt x="11547" y="62"/>
                </a:moveTo>
                <a:lnTo>
                  <a:pt x="11547" y="115"/>
                </a:lnTo>
                <a:lnTo>
                  <a:pt x="11389" y="115"/>
                </a:lnTo>
                <a:lnTo>
                  <a:pt x="11389" y="62"/>
                </a:lnTo>
                <a:lnTo>
                  <a:pt x="11547" y="62"/>
                </a:lnTo>
                <a:moveTo>
                  <a:pt x="11812" y="62"/>
                </a:moveTo>
                <a:lnTo>
                  <a:pt x="11812" y="115"/>
                </a:lnTo>
                <a:lnTo>
                  <a:pt x="11654" y="115"/>
                </a:lnTo>
                <a:lnTo>
                  <a:pt x="11654" y="62"/>
                </a:lnTo>
                <a:lnTo>
                  <a:pt x="11812" y="62"/>
                </a:lnTo>
                <a:moveTo>
                  <a:pt x="12077" y="62"/>
                </a:moveTo>
                <a:lnTo>
                  <a:pt x="12077" y="115"/>
                </a:lnTo>
                <a:lnTo>
                  <a:pt x="11918" y="115"/>
                </a:lnTo>
                <a:lnTo>
                  <a:pt x="11918" y="62"/>
                </a:lnTo>
                <a:lnTo>
                  <a:pt x="12077" y="62"/>
                </a:lnTo>
                <a:moveTo>
                  <a:pt x="12342" y="62"/>
                </a:moveTo>
                <a:lnTo>
                  <a:pt x="12342" y="115"/>
                </a:lnTo>
                <a:lnTo>
                  <a:pt x="12183" y="115"/>
                </a:lnTo>
                <a:lnTo>
                  <a:pt x="12183" y="62"/>
                </a:lnTo>
                <a:lnTo>
                  <a:pt x="12342" y="62"/>
                </a:lnTo>
                <a:moveTo>
                  <a:pt x="12607" y="62"/>
                </a:moveTo>
                <a:lnTo>
                  <a:pt x="12607" y="115"/>
                </a:lnTo>
                <a:lnTo>
                  <a:pt x="12448" y="115"/>
                </a:lnTo>
                <a:lnTo>
                  <a:pt x="12448" y="62"/>
                </a:lnTo>
                <a:lnTo>
                  <a:pt x="12607" y="62"/>
                </a:lnTo>
                <a:moveTo>
                  <a:pt x="12871" y="62"/>
                </a:moveTo>
                <a:lnTo>
                  <a:pt x="12871" y="115"/>
                </a:lnTo>
                <a:lnTo>
                  <a:pt x="12713" y="115"/>
                </a:lnTo>
                <a:lnTo>
                  <a:pt x="12713" y="62"/>
                </a:lnTo>
                <a:lnTo>
                  <a:pt x="12871" y="62"/>
                </a:lnTo>
                <a:moveTo>
                  <a:pt x="13137" y="62"/>
                </a:moveTo>
                <a:lnTo>
                  <a:pt x="13137" y="115"/>
                </a:lnTo>
                <a:lnTo>
                  <a:pt x="12978" y="115"/>
                </a:lnTo>
                <a:lnTo>
                  <a:pt x="12978" y="62"/>
                </a:lnTo>
                <a:lnTo>
                  <a:pt x="13137" y="62"/>
                </a:lnTo>
                <a:moveTo>
                  <a:pt x="13402" y="62"/>
                </a:moveTo>
                <a:lnTo>
                  <a:pt x="13402" y="115"/>
                </a:lnTo>
                <a:lnTo>
                  <a:pt x="13243" y="115"/>
                </a:lnTo>
                <a:lnTo>
                  <a:pt x="13243" y="62"/>
                </a:lnTo>
                <a:lnTo>
                  <a:pt x="13402" y="62"/>
                </a:lnTo>
                <a:moveTo>
                  <a:pt x="13667" y="62"/>
                </a:moveTo>
                <a:lnTo>
                  <a:pt x="13667" y="115"/>
                </a:lnTo>
                <a:lnTo>
                  <a:pt x="13508" y="115"/>
                </a:lnTo>
                <a:lnTo>
                  <a:pt x="13508" y="62"/>
                </a:lnTo>
                <a:lnTo>
                  <a:pt x="13667" y="62"/>
                </a:lnTo>
                <a:moveTo>
                  <a:pt x="13932" y="62"/>
                </a:moveTo>
                <a:lnTo>
                  <a:pt x="13932" y="115"/>
                </a:lnTo>
                <a:lnTo>
                  <a:pt x="13773" y="115"/>
                </a:lnTo>
                <a:lnTo>
                  <a:pt x="13773" y="62"/>
                </a:lnTo>
                <a:lnTo>
                  <a:pt x="13932" y="62"/>
                </a:lnTo>
                <a:moveTo>
                  <a:pt x="14197" y="62"/>
                </a:moveTo>
                <a:lnTo>
                  <a:pt x="14197" y="115"/>
                </a:lnTo>
                <a:lnTo>
                  <a:pt x="14038" y="115"/>
                </a:lnTo>
                <a:lnTo>
                  <a:pt x="14038" y="62"/>
                </a:lnTo>
                <a:lnTo>
                  <a:pt x="14197" y="62"/>
                </a:lnTo>
                <a:moveTo>
                  <a:pt x="14461" y="62"/>
                </a:moveTo>
                <a:lnTo>
                  <a:pt x="14461" y="115"/>
                </a:lnTo>
                <a:lnTo>
                  <a:pt x="14303" y="115"/>
                </a:lnTo>
                <a:lnTo>
                  <a:pt x="14303" y="62"/>
                </a:lnTo>
                <a:lnTo>
                  <a:pt x="14461" y="62"/>
                </a:lnTo>
                <a:moveTo>
                  <a:pt x="14726" y="62"/>
                </a:moveTo>
                <a:lnTo>
                  <a:pt x="14726" y="115"/>
                </a:lnTo>
                <a:lnTo>
                  <a:pt x="14567" y="115"/>
                </a:lnTo>
                <a:lnTo>
                  <a:pt x="14567" y="62"/>
                </a:lnTo>
                <a:lnTo>
                  <a:pt x="14726" y="62"/>
                </a:lnTo>
                <a:moveTo>
                  <a:pt x="14991" y="62"/>
                </a:moveTo>
                <a:lnTo>
                  <a:pt x="14991" y="115"/>
                </a:lnTo>
                <a:lnTo>
                  <a:pt x="14832" y="115"/>
                </a:lnTo>
                <a:lnTo>
                  <a:pt x="14832" y="62"/>
                </a:lnTo>
                <a:lnTo>
                  <a:pt x="14991" y="62"/>
                </a:lnTo>
                <a:moveTo>
                  <a:pt x="15256" y="62"/>
                </a:moveTo>
                <a:lnTo>
                  <a:pt x="15256" y="115"/>
                </a:lnTo>
                <a:lnTo>
                  <a:pt x="15097" y="115"/>
                </a:lnTo>
                <a:lnTo>
                  <a:pt x="15097" y="62"/>
                </a:lnTo>
                <a:lnTo>
                  <a:pt x="15256" y="62"/>
                </a:lnTo>
                <a:moveTo>
                  <a:pt x="15521" y="62"/>
                </a:moveTo>
                <a:lnTo>
                  <a:pt x="15521" y="115"/>
                </a:lnTo>
                <a:lnTo>
                  <a:pt x="15362" y="115"/>
                </a:lnTo>
                <a:lnTo>
                  <a:pt x="15362" y="62"/>
                </a:lnTo>
                <a:lnTo>
                  <a:pt x="15521" y="62"/>
                </a:lnTo>
                <a:moveTo>
                  <a:pt x="15785" y="62"/>
                </a:moveTo>
                <a:lnTo>
                  <a:pt x="15785" y="115"/>
                </a:lnTo>
                <a:lnTo>
                  <a:pt x="15627" y="115"/>
                </a:lnTo>
                <a:lnTo>
                  <a:pt x="15627" y="62"/>
                </a:lnTo>
                <a:lnTo>
                  <a:pt x="15785" y="62"/>
                </a:lnTo>
                <a:moveTo>
                  <a:pt x="16050" y="62"/>
                </a:moveTo>
                <a:lnTo>
                  <a:pt x="16050" y="115"/>
                </a:lnTo>
                <a:lnTo>
                  <a:pt x="15891" y="115"/>
                </a:lnTo>
                <a:lnTo>
                  <a:pt x="15891" y="62"/>
                </a:lnTo>
                <a:lnTo>
                  <a:pt x="16050" y="62"/>
                </a:lnTo>
                <a:moveTo>
                  <a:pt x="16315" y="62"/>
                </a:moveTo>
                <a:lnTo>
                  <a:pt x="16315" y="115"/>
                </a:lnTo>
                <a:lnTo>
                  <a:pt x="16156" y="115"/>
                </a:lnTo>
                <a:lnTo>
                  <a:pt x="16156" y="62"/>
                </a:lnTo>
                <a:lnTo>
                  <a:pt x="16315" y="62"/>
                </a:lnTo>
                <a:moveTo>
                  <a:pt x="16580" y="62"/>
                </a:moveTo>
                <a:lnTo>
                  <a:pt x="16580" y="115"/>
                </a:lnTo>
                <a:lnTo>
                  <a:pt x="16421" y="115"/>
                </a:lnTo>
                <a:lnTo>
                  <a:pt x="16421" y="62"/>
                </a:lnTo>
                <a:lnTo>
                  <a:pt x="16580" y="62"/>
                </a:lnTo>
                <a:moveTo>
                  <a:pt x="16845" y="62"/>
                </a:moveTo>
                <a:lnTo>
                  <a:pt x="16845" y="115"/>
                </a:lnTo>
                <a:lnTo>
                  <a:pt x="16686" y="115"/>
                </a:lnTo>
                <a:lnTo>
                  <a:pt x="16686" y="62"/>
                </a:lnTo>
                <a:lnTo>
                  <a:pt x="16845" y="62"/>
                </a:lnTo>
                <a:moveTo>
                  <a:pt x="17109" y="62"/>
                </a:moveTo>
                <a:lnTo>
                  <a:pt x="17109" y="115"/>
                </a:lnTo>
                <a:lnTo>
                  <a:pt x="16951" y="115"/>
                </a:lnTo>
                <a:lnTo>
                  <a:pt x="16951" y="62"/>
                </a:lnTo>
                <a:lnTo>
                  <a:pt x="17109" y="62"/>
                </a:lnTo>
                <a:moveTo>
                  <a:pt x="17374" y="62"/>
                </a:moveTo>
                <a:lnTo>
                  <a:pt x="17374" y="115"/>
                </a:lnTo>
                <a:lnTo>
                  <a:pt x="17215" y="115"/>
                </a:lnTo>
                <a:lnTo>
                  <a:pt x="17215" y="62"/>
                </a:lnTo>
                <a:lnTo>
                  <a:pt x="17374" y="62"/>
                </a:lnTo>
                <a:moveTo>
                  <a:pt x="17639" y="62"/>
                </a:moveTo>
                <a:lnTo>
                  <a:pt x="17639" y="115"/>
                </a:lnTo>
                <a:lnTo>
                  <a:pt x="17480" y="115"/>
                </a:lnTo>
                <a:lnTo>
                  <a:pt x="17480" y="62"/>
                </a:lnTo>
                <a:lnTo>
                  <a:pt x="17639" y="62"/>
                </a:lnTo>
                <a:moveTo>
                  <a:pt x="17904" y="62"/>
                </a:moveTo>
                <a:lnTo>
                  <a:pt x="17904" y="115"/>
                </a:lnTo>
                <a:lnTo>
                  <a:pt x="17745" y="115"/>
                </a:lnTo>
                <a:lnTo>
                  <a:pt x="17745" y="62"/>
                </a:lnTo>
                <a:lnTo>
                  <a:pt x="17904" y="62"/>
                </a:lnTo>
                <a:moveTo>
                  <a:pt x="18169" y="62"/>
                </a:moveTo>
                <a:lnTo>
                  <a:pt x="18169" y="115"/>
                </a:lnTo>
                <a:lnTo>
                  <a:pt x="18010" y="115"/>
                </a:lnTo>
                <a:lnTo>
                  <a:pt x="18010" y="62"/>
                </a:lnTo>
                <a:lnTo>
                  <a:pt x="18169" y="62"/>
                </a:lnTo>
                <a:moveTo>
                  <a:pt x="18433" y="62"/>
                </a:moveTo>
                <a:lnTo>
                  <a:pt x="18433" y="115"/>
                </a:lnTo>
                <a:lnTo>
                  <a:pt x="18275" y="115"/>
                </a:lnTo>
                <a:lnTo>
                  <a:pt x="18275" y="62"/>
                </a:lnTo>
                <a:lnTo>
                  <a:pt x="18433" y="62"/>
                </a:lnTo>
                <a:moveTo>
                  <a:pt x="18698" y="62"/>
                </a:moveTo>
                <a:lnTo>
                  <a:pt x="18698" y="115"/>
                </a:lnTo>
                <a:lnTo>
                  <a:pt x="18539" y="115"/>
                </a:lnTo>
                <a:lnTo>
                  <a:pt x="18539" y="62"/>
                </a:lnTo>
                <a:lnTo>
                  <a:pt x="18698" y="62"/>
                </a:lnTo>
                <a:moveTo>
                  <a:pt x="18963" y="62"/>
                </a:moveTo>
                <a:lnTo>
                  <a:pt x="18963" y="115"/>
                </a:lnTo>
                <a:lnTo>
                  <a:pt x="18804" y="115"/>
                </a:lnTo>
                <a:lnTo>
                  <a:pt x="18804" y="62"/>
                </a:lnTo>
                <a:lnTo>
                  <a:pt x="18963" y="62"/>
                </a:lnTo>
                <a:moveTo>
                  <a:pt x="19228" y="62"/>
                </a:moveTo>
                <a:lnTo>
                  <a:pt x="19228" y="115"/>
                </a:lnTo>
                <a:lnTo>
                  <a:pt x="19069" y="115"/>
                </a:lnTo>
                <a:lnTo>
                  <a:pt x="19069" y="62"/>
                </a:lnTo>
                <a:lnTo>
                  <a:pt x="19228" y="62"/>
                </a:lnTo>
                <a:moveTo>
                  <a:pt x="19493" y="62"/>
                </a:moveTo>
                <a:lnTo>
                  <a:pt x="19493" y="115"/>
                </a:lnTo>
                <a:lnTo>
                  <a:pt x="19334" y="115"/>
                </a:lnTo>
                <a:lnTo>
                  <a:pt x="19334" y="62"/>
                </a:lnTo>
                <a:lnTo>
                  <a:pt x="19493" y="62"/>
                </a:lnTo>
                <a:moveTo>
                  <a:pt x="19757" y="62"/>
                </a:moveTo>
                <a:lnTo>
                  <a:pt x="19757" y="115"/>
                </a:lnTo>
                <a:lnTo>
                  <a:pt x="19599" y="115"/>
                </a:lnTo>
                <a:lnTo>
                  <a:pt x="19599" y="62"/>
                </a:lnTo>
                <a:lnTo>
                  <a:pt x="19757" y="62"/>
                </a:lnTo>
                <a:moveTo>
                  <a:pt x="20022" y="62"/>
                </a:moveTo>
                <a:lnTo>
                  <a:pt x="20022" y="115"/>
                </a:lnTo>
                <a:lnTo>
                  <a:pt x="19863" y="115"/>
                </a:lnTo>
                <a:lnTo>
                  <a:pt x="19863" y="62"/>
                </a:lnTo>
                <a:lnTo>
                  <a:pt x="20022" y="62"/>
                </a:lnTo>
                <a:moveTo>
                  <a:pt x="20287" y="62"/>
                </a:moveTo>
                <a:lnTo>
                  <a:pt x="20287" y="115"/>
                </a:lnTo>
                <a:lnTo>
                  <a:pt x="20128" y="115"/>
                </a:lnTo>
                <a:lnTo>
                  <a:pt x="20128" y="62"/>
                </a:lnTo>
                <a:lnTo>
                  <a:pt x="20287" y="62"/>
                </a:lnTo>
                <a:moveTo>
                  <a:pt x="20552" y="62"/>
                </a:moveTo>
                <a:lnTo>
                  <a:pt x="20552" y="115"/>
                </a:lnTo>
                <a:lnTo>
                  <a:pt x="20393" y="115"/>
                </a:lnTo>
                <a:lnTo>
                  <a:pt x="20393" y="62"/>
                </a:lnTo>
                <a:lnTo>
                  <a:pt x="20552" y="62"/>
                </a:lnTo>
                <a:moveTo>
                  <a:pt x="20817" y="62"/>
                </a:moveTo>
                <a:lnTo>
                  <a:pt x="20817" y="115"/>
                </a:lnTo>
                <a:lnTo>
                  <a:pt x="20658" y="115"/>
                </a:lnTo>
                <a:lnTo>
                  <a:pt x="20658" y="62"/>
                </a:lnTo>
                <a:lnTo>
                  <a:pt x="20817" y="62"/>
                </a:lnTo>
                <a:moveTo>
                  <a:pt x="21081" y="62"/>
                </a:moveTo>
                <a:lnTo>
                  <a:pt x="21081" y="115"/>
                </a:lnTo>
                <a:lnTo>
                  <a:pt x="20923" y="115"/>
                </a:lnTo>
                <a:lnTo>
                  <a:pt x="20923" y="62"/>
                </a:lnTo>
                <a:lnTo>
                  <a:pt x="21081" y="62"/>
                </a:lnTo>
                <a:moveTo>
                  <a:pt x="21346" y="62"/>
                </a:moveTo>
                <a:lnTo>
                  <a:pt x="21346" y="115"/>
                </a:lnTo>
                <a:lnTo>
                  <a:pt x="21187" y="115"/>
                </a:lnTo>
                <a:lnTo>
                  <a:pt x="21187" y="62"/>
                </a:lnTo>
                <a:lnTo>
                  <a:pt x="21346" y="62"/>
                </a:lnTo>
                <a:moveTo>
                  <a:pt x="21611" y="62"/>
                </a:moveTo>
                <a:lnTo>
                  <a:pt x="21611" y="115"/>
                </a:lnTo>
                <a:lnTo>
                  <a:pt x="21452" y="115"/>
                </a:lnTo>
                <a:lnTo>
                  <a:pt x="21452" y="62"/>
                </a:lnTo>
                <a:lnTo>
                  <a:pt x="21611" y="62"/>
                </a:lnTo>
                <a:moveTo>
                  <a:pt x="21876" y="62"/>
                </a:moveTo>
                <a:lnTo>
                  <a:pt x="21876" y="115"/>
                </a:lnTo>
                <a:lnTo>
                  <a:pt x="21717" y="115"/>
                </a:lnTo>
                <a:lnTo>
                  <a:pt x="21717" y="62"/>
                </a:lnTo>
                <a:lnTo>
                  <a:pt x="21876" y="62"/>
                </a:lnTo>
                <a:moveTo>
                  <a:pt x="22141" y="62"/>
                </a:moveTo>
                <a:lnTo>
                  <a:pt x="22141" y="115"/>
                </a:lnTo>
                <a:lnTo>
                  <a:pt x="21982" y="115"/>
                </a:lnTo>
                <a:lnTo>
                  <a:pt x="21982" y="62"/>
                </a:lnTo>
                <a:lnTo>
                  <a:pt x="22141" y="62"/>
                </a:lnTo>
                <a:moveTo>
                  <a:pt x="22405" y="62"/>
                </a:moveTo>
                <a:lnTo>
                  <a:pt x="22405" y="115"/>
                </a:lnTo>
                <a:lnTo>
                  <a:pt x="22247" y="115"/>
                </a:lnTo>
                <a:lnTo>
                  <a:pt x="22247" y="62"/>
                </a:lnTo>
                <a:lnTo>
                  <a:pt x="22405" y="62"/>
                </a:lnTo>
                <a:moveTo>
                  <a:pt x="22670" y="62"/>
                </a:moveTo>
                <a:lnTo>
                  <a:pt x="22670" y="115"/>
                </a:lnTo>
                <a:lnTo>
                  <a:pt x="22511" y="115"/>
                </a:lnTo>
                <a:lnTo>
                  <a:pt x="22511" y="62"/>
                </a:lnTo>
                <a:lnTo>
                  <a:pt x="22670" y="62"/>
                </a:lnTo>
                <a:moveTo>
                  <a:pt x="22935" y="62"/>
                </a:moveTo>
                <a:lnTo>
                  <a:pt x="22935" y="115"/>
                </a:lnTo>
                <a:lnTo>
                  <a:pt x="22776" y="115"/>
                </a:lnTo>
                <a:lnTo>
                  <a:pt x="22776" y="62"/>
                </a:lnTo>
                <a:lnTo>
                  <a:pt x="22935" y="62"/>
                </a:lnTo>
                <a:moveTo>
                  <a:pt x="23200" y="62"/>
                </a:moveTo>
                <a:lnTo>
                  <a:pt x="23200" y="115"/>
                </a:lnTo>
                <a:lnTo>
                  <a:pt x="23041" y="115"/>
                </a:lnTo>
                <a:lnTo>
                  <a:pt x="23041" y="62"/>
                </a:lnTo>
                <a:lnTo>
                  <a:pt x="23200" y="62"/>
                </a:lnTo>
                <a:moveTo>
                  <a:pt x="23465" y="62"/>
                </a:moveTo>
                <a:lnTo>
                  <a:pt x="23465" y="115"/>
                </a:lnTo>
                <a:lnTo>
                  <a:pt x="23306" y="115"/>
                </a:lnTo>
                <a:lnTo>
                  <a:pt x="23306" y="62"/>
                </a:lnTo>
                <a:lnTo>
                  <a:pt x="23465" y="62"/>
                </a:lnTo>
                <a:moveTo>
                  <a:pt x="23729" y="62"/>
                </a:moveTo>
                <a:lnTo>
                  <a:pt x="23729" y="115"/>
                </a:lnTo>
                <a:lnTo>
                  <a:pt x="23571" y="115"/>
                </a:lnTo>
                <a:lnTo>
                  <a:pt x="23571" y="62"/>
                </a:lnTo>
                <a:lnTo>
                  <a:pt x="23729" y="62"/>
                </a:lnTo>
                <a:moveTo>
                  <a:pt x="23994" y="62"/>
                </a:moveTo>
                <a:lnTo>
                  <a:pt x="23994" y="115"/>
                </a:lnTo>
                <a:lnTo>
                  <a:pt x="23835" y="115"/>
                </a:lnTo>
                <a:lnTo>
                  <a:pt x="23835" y="62"/>
                </a:lnTo>
                <a:lnTo>
                  <a:pt x="23994" y="62"/>
                </a:lnTo>
                <a:moveTo>
                  <a:pt x="24259" y="62"/>
                </a:moveTo>
                <a:lnTo>
                  <a:pt x="24259" y="115"/>
                </a:lnTo>
                <a:lnTo>
                  <a:pt x="24100" y="115"/>
                </a:lnTo>
                <a:lnTo>
                  <a:pt x="24100" y="62"/>
                </a:lnTo>
                <a:lnTo>
                  <a:pt x="24259" y="62"/>
                </a:lnTo>
                <a:moveTo>
                  <a:pt x="24524" y="62"/>
                </a:moveTo>
                <a:lnTo>
                  <a:pt x="24524" y="115"/>
                </a:lnTo>
                <a:lnTo>
                  <a:pt x="24365" y="115"/>
                </a:lnTo>
                <a:lnTo>
                  <a:pt x="24365" y="62"/>
                </a:lnTo>
                <a:lnTo>
                  <a:pt x="24524" y="62"/>
                </a:lnTo>
                <a:moveTo>
                  <a:pt x="24789" y="62"/>
                </a:moveTo>
                <a:lnTo>
                  <a:pt x="24789" y="115"/>
                </a:lnTo>
                <a:lnTo>
                  <a:pt x="24630" y="115"/>
                </a:lnTo>
                <a:lnTo>
                  <a:pt x="24630" y="62"/>
                </a:lnTo>
                <a:lnTo>
                  <a:pt x="24789" y="62"/>
                </a:lnTo>
                <a:moveTo>
                  <a:pt x="25053" y="62"/>
                </a:moveTo>
                <a:lnTo>
                  <a:pt x="25053" y="115"/>
                </a:lnTo>
                <a:lnTo>
                  <a:pt x="24895" y="115"/>
                </a:lnTo>
                <a:lnTo>
                  <a:pt x="24895" y="62"/>
                </a:lnTo>
                <a:lnTo>
                  <a:pt x="25053" y="62"/>
                </a:lnTo>
                <a:moveTo>
                  <a:pt x="25318" y="62"/>
                </a:moveTo>
                <a:lnTo>
                  <a:pt x="25318" y="115"/>
                </a:lnTo>
                <a:lnTo>
                  <a:pt x="25160" y="115"/>
                </a:lnTo>
                <a:lnTo>
                  <a:pt x="25160" y="62"/>
                </a:lnTo>
                <a:lnTo>
                  <a:pt x="25318" y="62"/>
                </a:lnTo>
                <a:moveTo>
                  <a:pt x="25583" y="62"/>
                </a:moveTo>
                <a:lnTo>
                  <a:pt x="25583" y="115"/>
                </a:lnTo>
                <a:lnTo>
                  <a:pt x="25424" y="115"/>
                </a:lnTo>
                <a:lnTo>
                  <a:pt x="25424" y="62"/>
                </a:lnTo>
                <a:lnTo>
                  <a:pt x="25583" y="62"/>
                </a:lnTo>
                <a:moveTo>
                  <a:pt x="25848" y="62"/>
                </a:moveTo>
                <a:lnTo>
                  <a:pt x="25848" y="115"/>
                </a:lnTo>
                <a:lnTo>
                  <a:pt x="25689" y="115"/>
                </a:lnTo>
                <a:lnTo>
                  <a:pt x="25689" y="62"/>
                </a:lnTo>
                <a:lnTo>
                  <a:pt x="25848" y="62"/>
                </a:lnTo>
                <a:moveTo>
                  <a:pt x="26113" y="62"/>
                </a:moveTo>
                <a:lnTo>
                  <a:pt x="26113" y="115"/>
                </a:lnTo>
                <a:lnTo>
                  <a:pt x="25954" y="115"/>
                </a:lnTo>
                <a:lnTo>
                  <a:pt x="25954" y="62"/>
                </a:lnTo>
                <a:lnTo>
                  <a:pt x="26113" y="62"/>
                </a:lnTo>
                <a:moveTo>
                  <a:pt x="26377" y="62"/>
                </a:moveTo>
                <a:lnTo>
                  <a:pt x="26377" y="115"/>
                </a:lnTo>
                <a:lnTo>
                  <a:pt x="26219" y="115"/>
                </a:lnTo>
                <a:lnTo>
                  <a:pt x="26219" y="62"/>
                </a:lnTo>
                <a:lnTo>
                  <a:pt x="26377" y="62"/>
                </a:lnTo>
                <a:moveTo>
                  <a:pt x="26642" y="62"/>
                </a:moveTo>
                <a:lnTo>
                  <a:pt x="26642" y="115"/>
                </a:lnTo>
                <a:lnTo>
                  <a:pt x="26484" y="115"/>
                </a:lnTo>
                <a:lnTo>
                  <a:pt x="26484" y="62"/>
                </a:lnTo>
                <a:lnTo>
                  <a:pt x="26642" y="62"/>
                </a:lnTo>
                <a:moveTo>
                  <a:pt x="26907" y="62"/>
                </a:moveTo>
                <a:lnTo>
                  <a:pt x="26907" y="115"/>
                </a:lnTo>
                <a:lnTo>
                  <a:pt x="26748" y="115"/>
                </a:lnTo>
                <a:lnTo>
                  <a:pt x="26748" y="62"/>
                </a:lnTo>
                <a:lnTo>
                  <a:pt x="26907" y="62"/>
                </a:lnTo>
                <a:moveTo>
                  <a:pt x="27172" y="62"/>
                </a:moveTo>
                <a:lnTo>
                  <a:pt x="27172" y="115"/>
                </a:lnTo>
                <a:lnTo>
                  <a:pt x="27013" y="115"/>
                </a:lnTo>
                <a:lnTo>
                  <a:pt x="27013" y="62"/>
                </a:lnTo>
                <a:lnTo>
                  <a:pt x="27172" y="62"/>
                </a:lnTo>
                <a:moveTo>
                  <a:pt x="27437" y="62"/>
                </a:moveTo>
                <a:lnTo>
                  <a:pt x="27437" y="115"/>
                </a:lnTo>
                <a:lnTo>
                  <a:pt x="27278" y="115"/>
                </a:lnTo>
                <a:lnTo>
                  <a:pt x="27278" y="62"/>
                </a:lnTo>
                <a:lnTo>
                  <a:pt x="27437" y="62"/>
                </a:lnTo>
                <a:moveTo>
                  <a:pt x="27702" y="62"/>
                </a:moveTo>
                <a:lnTo>
                  <a:pt x="27702" y="115"/>
                </a:lnTo>
                <a:lnTo>
                  <a:pt x="27543" y="115"/>
                </a:lnTo>
                <a:lnTo>
                  <a:pt x="27543" y="62"/>
                </a:lnTo>
                <a:lnTo>
                  <a:pt x="27702" y="62"/>
                </a:lnTo>
                <a:moveTo>
                  <a:pt x="27966" y="62"/>
                </a:moveTo>
                <a:lnTo>
                  <a:pt x="27966" y="115"/>
                </a:lnTo>
                <a:lnTo>
                  <a:pt x="27808" y="115"/>
                </a:lnTo>
                <a:lnTo>
                  <a:pt x="27808" y="62"/>
                </a:lnTo>
                <a:lnTo>
                  <a:pt x="27966" y="62"/>
                </a:lnTo>
                <a:moveTo>
                  <a:pt x="28231" y="62"/>
                </a:moveTo>
                <a:lnTo>
                  <a:pt x="28231" y="115"/>
                </a:lnTo>
                <a:lnTo>
                  <a:pt x="28072" y="115"/>
                </a:lnTo>
                <a:lnTo>
                  <a:pt x="28072" y="62"/>
                </a:lnTo>
                <a:lnTo>
                  <a:pt x="28231" y="62"/>
                </a:lnTo>
                <a:moveTo>
                  <a:pt x="28496" y="62"/>
                </a:moveTo>
                <a:lnTo>
                  <a:pt x="28496" y="115"/>
                </a:lnTo>
                <a:lnTo>
                  <a:pt x="28337" y="115"/>
                </a:lnTo>
                <a:lnTo>
                  <a:pt x="28337" y="62"/>
                </a:lnTo>
                <a:lnTo>
                  <a:pt x="28496" y="62"/>
                </a:lnTo>
                <a:moveTo>
                  <a:pt x="28761" y="62"/>
                </a:moveTo>
                <a:lnTo>
                  <a:pt x="28761" y="115"/>
                </a:lnTo>
                <a:lnTo>
                  <a:pt x="28602" y="115"/>
                </a:lnTo>
                <a:lnTo>
                  <a:pt x="28602" y="62"/>
                </a:lnTo>
                <a:lnTo>
                  <a:pt x="28761" y="62"/>
                </a:lnTo>
                <a:moveTo>
                  <a:pt x="29026" y="62"/>
                </a:moveTo>
                <a:lnTo>
                  <a:pt x="29026" y="115"/>
                </a:lnTo>
                <a:lnTo>
                  <a:pt x="28867" y="115"/>
                </a:lnTo>
                <a:lnTo>
                  <a:pt x="28867" y="62"/>
                </a:lnTo>
                <a:lnTo>
                  <a:pt x="29026" y="62"/>
                </a:lnTo>
                <a:moveTo>
                  <a:pt x="29290" y="62"/>
                </a:moveTo>
                <a:lnTo>
                  <a:pt x="29290" y="115"/>
                </a:lnTo>
                <a:lnTo>
                  <a:pt x="29132" y="115"/>
                </a:lnTo>
                <a:lnTo>
                  <a:pt x="29132" y="62"/>
                </a:lnTo>
                <a:lnTo>
                  <a:pt x="29290" y="62"/>
                </a:lnTo>
                <a:moveTo>
                  <a:pt x="29555" y="62"/>
                </a:moveTo>
                <a:lnTo>
                  <a:pt x="29555" y="115"/>
                </a:lnTo>
                <a:lnTo>
                  <a:pt x="29396" y="115"/>
                </a:lnTo>
                <a:lnTo>
                  <a:pt x="29396" y="62"/>
                </a:lnTo>
                <a:lnTo>
                  <a:pt x="29555" y="62"/>
                </a:lnTo>
                <a:moveTo>
                  <a:pt x="29817" y="62"/>
                </a:moveTo>
                <a:cubicBezTo>
                  <a:pt x="29818" y="62"/>
                  <a:pt x="29819" y="62"/>
                  <a:pt x="29820" y="62"/>
                </a:cubicBezTo>
                <a:lnTo>
                  <a:pt x="29820" y="115"/>
                </a:lnTo>
                <a:cubicBezTo>
                  <a:pt x="29819" y="115"/>
                  <a:pt x="29818" y="115"/>
                  <a:pt x="29817" y="115"/>
                </a:cubicBezTo>
                <a:lnTo>
                  <a:pt x="29661" y="115"/>
                </a:lnTo>
                <a:lnTo>
                  <a:pt x="29661" y="62"/>
                </a:lnTo>
                <a:lnTo>
                  <a:pt x="29817" y="62"/>
                </a:lnTo>
                <a:moveTo>
                  <a:pt x="29967" y="0"/>
                </a:moveTo>
                <a:lnTo>
                  <a:pt x="30005" y="37"/>
                </a:lnTo>
                <a:cubicBezTo>
                  <a:pt x="29984" y="59"/>
                  <a:pt x="29960" y="76"/>
                  <a:pt x="29934" y="88"/>
                </a:cubicBezTo>
                <a:lnTo>
                  <a:pt x="29911" y="40"/>
                </a:lnTo>
                <a:cubicBezTo>
                  <a:pt x="29932" y="30"/>
                  <a:pt x="29951" y="16"/>
                  <a:pt x="29967" y="0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1483640" y="6015960"/>
            <a:ext cx="41760" cy="604800"/>
          </a:xfrm>
          <a:custGeom>
            <a:avLst/>
            <a:gdLst/>
            <a:ahLst/>
            <a:rect l="0" t="0" r="r" b="b"/>
            <a:pathLst>
              <a:path w="116" h="1680">
                <a:moveTo>
                  <a:pt x="0" y="1643"/>
                </a:moveTo>
                <a:cubicBezTo>
                  <a:pt x="18" y="1625"/>
                  <a:pt x="32" y="1605"/>
                  <a:pt x="42" y="1583"/>
                </a:cubicBezTo>
                <a:lnTo>
                  <a:pt x="91" y="1605"/>
                </a:lnTo>
                <a:cubicBezTo>
                  <a:pt x="77" y="1633"/>
                  <a:pt x="59" y="1658"/>
                  <a:pt x="38" y="1680"/>
                </a:cubicBezTo>
                <a:lnTo>
                  <a:pt x="0" y="1643"/>
                </a:lnTo>
                <a:moveTo>
                  <a:pt x="62" y="1332"/>
                </a:moveTo>
                <a:lnTo>
                  <a:pt x="116" y="1332"/>
                </a:lnTo>
                <a:lnTo>
                  <a:pt x="116" y="1491"/>
                </a:lnTo>
                <a:lnTo>
                  <a:pt x="62" y="1491"/>
                </a:lnTo>
                <a:lnTo>
                  <a:pt x="62" y="1332"/>
                </a:lnTo>
                <a:moveTo>
                  <a:pt x="62" y="1068"/>
                </a:moveTo>
                <a:lnTo>
                  <a:pt x="116" y="1068"/>
                </a:lnTo>
                <a:lnTo>
                  <a:pt x="116" y="1226"/>
                </a:lnTo>
                <a:lnTo>
                  <a:pt x="62" y="1226"/>
                </a:lnTo>
                <a:lnTo>
                  <a:pt x="62" y="1068"/>
                </a:lnTo>
                <a:moveTo>
                  <a:pt x="62" y="802"/>
                </a:moveTo>
                <a:lnTo>
                  <a:pt x="116" y="802"/>
                </a:lnTo>
                <a:lnTo>
                  <a:pt x="116" y="962"/>
                </a:lnTo>
                <a:lnTo>
                  <a:pt x="62" y="962"/>
                </a:lnTo>
                <a:lnTo>
                  <a:pt x="62" y="802"/>
                </a:lnTo>
                <a:moveTo>
                  <a:pt x="62" y="537"/>
                </a:moveTo>
                <a:lnTo>
                  <a:pt x="116" y="537"/>
                </a:lnTo>
                <a:lnTo>
                  <a:pt x="116" y="696"/>
                </a:lnTo>
                <a:lnTo>
                  <a:pt x="62" y="696"/>
                </a:lnTo>
                <a:lnTo>
                  <a:pt x="62" y="537"/>
                </a:lnTo>
                <a:moveTo>
                  <a:pt x="62" y="272"/>
                </a:moveTo>
                <a:lnTo>
                  <a:pt x="116" y="272"/>
                </a:lnTo>
                <a:lnTo>
                  <a:pt x="116" y="431"/>
                </a:lnTo>
                <a:lnTo>
                  <a:pt x="62" y="431"/>
                </a:lnTo>
                <a:lnTo>
                  <a:pt x="62" y="272"/>
                </a:lnTo>
                <a:moveTo>
                  <a:pt x="62" y="90"/>
                </a:moveTo>
                <a:cubicBezTo>
                  <a:pt x="62" y="65"/>
                  <a:pt x="58" y="41"/>
                  <a:pt x="50" y="18"/>
                </a:cubicBezTo>
                <a:lnTo>
                  <a:pt x="100" y="0"/>
                </a:lnTo>
                <a:cubicBezTo>
                  <a:pt x="111" y="29"/>
                  <a:pt x="116" y="59"/>
                  <a:pt x="116" y="90"/>
                </a:cubicBezTo>
                <a:lnTo>
                  <a:pt x="116" y="166"/>
                </a:lnTo>
                <a:lnTo>
                  <a:pt x="62" y="166"/>
                </a:lnTo>
                <a:lnTo>
                  <a:pt x="62" y="9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655200" y="5941440"/>
            <a:ext cx="10881720" cy="718560"/>
          </a:xfrm>
          <a:custGeom>
            <a:avLst/>
            <a:gdLst/>
            <a:ahLst/>
            <a:rect l="0" t="0" r="r" b="b"/>
            <a:pathLst>
              <a:path w="30227" h="1996">
                <a:moveTo>
                  <a:pt x="561" y="0"/>
                </a:moveTo>
                <a:lnTo>
                  <a:pt x="720" y="0"/>
                </a:lnTo>
                <a:lnTo>
                  <a:pt x="720" y="117"/>
                </a:lnTo>
                <a:lnTo>
                  <a:pt x="561" y="117"/>
                </a:lnTo>
                <a:lnTo>
                  <a:pt x="561" y="0"/>
                </a:lnTo>
                <a:moveTo>
                  <a:pt x="826" y="0"/>
                </a:moveTo>
                <a:lnTo>
                  <a:pt x="985" y="0"/>
                </a:lnTo>
                <a:lnTo>
                  <a:pt x="985" y="117"/>
                </a:lnTo>
                <a:lnTo>
                  <a:pt x="826" y="117"/>
                </a:lnTo>
                <a:lnTo>
                  <a:pt x="826" y="0"/>
                </a:lnTo>
                <a:moveTo>
                  <a:pt x="1091" y="0"/>
                </a:moveTo>
                <a:lnTo>
                  <a:pt x="1249" y="0"/>
                </a:lnTo>
                <a:lnTo>
                  <a:pt x="1249" y="117"/>
                </a:lnTo>
                <a:lnTo>
                  <a:pt x="1091" y="117"/>
                </a:lnTo>
                <a:lnTo>
                  <a:pt x="1091" y="0"/>
                </a:lnTo>
                <a:moveTo>
                  <a:pt x="1355" y="0"/>
                </a:moveTo>
                <a:lnTo>
                  <a:pt x="1514" y="0"/>
                </a:lnTo>
                <a:lnTo>
                  <a:pt x="1514" y="117"/>
                </a:lnTo>
                <a:lnTo>
                  <a:pt x="1355" y="117"/>
                </a:lnTo>
                <a:lnTo>
                  <a:pt x="1355" y="0"/>
                </a:lnTo>
                <a:moveTo>
                  <a:pt x="1620" y="0"/>
                </a:moveTo>
                <a:lnTo>
                  <a:pt x="1779" y="0"/>
                </a:lnTo>
                <a:lnTo>
                  <a:pt x="1779" y="117"/>
                </a:lnTo>
                <a:lnTo>
                  <a:pt x="1620" y="117"/>
                </a:lnTo>
                <a:lnTo>
                  <a:pt x="1620" y="0"/>
                </a:lnTo>
                <a:moveTo>
                  <a:pt x="1885" y="0"/>
                </a:moveTo>
                <a:lnTo>
                  <a:pt x="2044" y="0"/>
                </a:lnTo>
                <a:lnTo>
                  <a:pt x="2044" y="117"/>
                </a:lnTo>
                <a:lnTo>
                  <a:pt x="1885" y="117"/>
                </a:lnTo>
                <a:lnTo>
                  <a:pt x="1885" y="0"/>
                </a:lnTo>
                <a:moveTo>
                  <a:pt x="2150" y="0"/>
                </a:moveTo>
                <a:lnTo>
                  <a:pt x="2309" y="0"/>
                </a:lnTo>
                <a:lnTo>
                  <a:pt x="2309" y="117"/>
                </a:lnTo>
                <a:lnTo>
                  <a:pt x="2150" y="117"/>
                </a:lnTo>
                <a:lnTo>
                  <a:pt x="2150" y="0"/>
                </a:lnTo>
                <a:moveTo>
                  <a:pt x="2415" y="0"/>
                </a:moveTo>
                <a:lnTo>
                  <a:pt x="2573" y="0"/>
                </a:lnTo>
                <a:lnTo>
                  <a:pt x="2573" y="117"/>
                </a:lnTo>
                <a:lnTo>
                  <a:pt x="2415" y="117"/>
                </a:lnTo>
                <a:lnTo>
                  <a:pt x="2415" y="0"/>
                </a:lnTo>
                <a:moveTo>
                  <a:pt x="2679" y="0"/>
                </a:moveTo>
                <a:lnTo>
                  <a:pt x="2838" y="0"/>
                </a:lnTo>
                <a:lnTo>
                  <a:pt x="2838" y="117"/>
                </a:lnTo>
                <a:lnTo>
                  <a:pt x="2679" y="117"/>
                </a:lnTo>
                <a:lnTo>
                  <a:pt x="2679" y="0"/>
                </a:lnTo>
                <a:moveTo>
                  <a:pt x="2944" y="0"/>
                </a:moveTo>
                <a:lnTo>
                  <a:pt x="3103" y="0"/>
                </a:lnTo>
                <a:lnTo>
                  <a:pt x="3103" y="117"/>
                </a:lnTo>
                <a:lnTo>
                  <a:pt x="2944" y="117"/>
                </a:lnTo>
                <a:lnTo>
                  <a:pt x="2944" y="0"/>
                </a:lnTo>
                <a:moveTo>
                  <a:pt x="3209" y="0"/>
                </a:moveTo>
                <a:lnTo>
                  <a:pt x="3368" y="0"/>
                </a:lnTo>
                <a:lnTo>
                  <a:pt x="3368" y="117"/>
                </a:lnTo>
                <a:lnTo>
                  <a:pt x="3209" y="117"/>
                </a:lnTo>
                <a:lnTo>
                  <a:pt x="3209" y="0"/>
                </a:lnTo>
                <a:moveTo>
                  <a:pt x="3474" y="0"/>
                </a:moveTo>
                <a:lnTo>
                  <a:pt x="3633" y="0"/>
                </a:lnTo>
                <a:lnTo>
                  <a:pt x="3633" y="117"/>
                </a:lnTo>
                <a:lnTo>
                  <a:pt x="3474" y="117"/>
                </a:lnTo>
                <a:lnTo>
                  <a:pt x="3474" y="0"/>
                </a:lnTo>
                <a:moveTo>
                  <a:pt x="3739" y="0"/>
                </a:moveTo>
                <a:lnTo>
                  <a:pt x="3897" y="0"/>
                </a:lnTo>
                <a:lnTo>
                  <a:pt x="3897" y="117"/>
                </a:lnTo>
                <a:lnTo>
                  <a:pt x="3739" y="117"/>
                </a:lnTo>
                <a:lnTo>
                  <a:pt x="3739" y="0"/>
                </a:lnTo>
                <a:moveTo>
                  <a:pt x="4003" y="0"/>
                </a:moveTo>
                <a:lnTo>
                  <a:pt x="4162" y="0"/>
                </a:lnTo>
                <a:lnTo>
                  <a:pt x="4162" y="117"/>
                </a:lnTo>
                <a:lnTo>
                  <a:pt x="4003" y="117"/>
                </a:lnTo>
                <a:lnTo>
                  <a:pt x="4003" y="0"/>
                </a:lnTo>
                <a:moveTo>
                  <a:pt x="4268" y="0"/>
                </a:moveTo>
                <a:lnTo>
                  <a:pt x="4427" y="0"/>
                </a:lnTo>
                <a:lnTo>
                  <a:pt x="4427" y="117"/>
                </a:lnTo>
                <a:lnTo>
                  <a:pt x="4268" y="117"/>
                </a:lnTo>
                <a:lnTo>
                  <a:pt x="4268" y="0"/>
                </a:lnTo>
                <a:moveTo>
                  <a:pt x="4533" y="0"/>
                </a:moveTo>
                <a:lnTo>
                  <a:pt x="4692" y="0"/>
                </a:lnTo>
                <a:lnTo>
                  <a:pt x="4692" y="117"/>
                </a:lnTo>
                <a:lnTo>
                  <a:pt x="4533" y="117"/>
                </a:lnTo>
                <a:lnTo>
                  <a:pt x="4533" y="0"/>
                </a:lnTo>
                <a:moveTo>
                  <a:pt x="4798" y="0"/>
                </a:moveTo>
                <a:lnTo>
                  <a:pt x="4957" y="0"/>
                </a:lnTo>
                <a:lnTo>
                  <a:pt x="4957" y="117"/>
                </a:lnTo>
                <a:lnTo>
                  <a:pt x="4798" y="117"/>
                </a:lnTo>
                <a:lnTo>
                  <a:pt x="4798" y="0"/>
                </a:lnTo>
                <a:moveTo>
                  <a:pt x="5063" y="0"/>
                </a:moveTo>
                <a:lnTo>
                  <a:pt x="5221" y="0"/>
                </a:lnTo>
                <a:lnTo>
                  <a:pt x="5221" y="117"/>
                </a:lnTo>
                <a:lnTo>
                  <a:pt x="5063" y="117"/>
                </a:lnTo>
                <a:lnTo>
                  <a:pt x="5063" y="0"/>
                </a:lnTo>
                <a:moveTo>
                  <a:pt x="5327" y="0"/>
                </a:moveTo>
                <a:lnTo>
                  <a:pt x="5486" y="0"/>
                </a:lnTo>
                <a:lnTo>
                  <a:pt x="5486" y="117"/>
                </a:lnTo>
                <a:lnTo>
                  <a:pt x="5327" y="117"/>
                </a:lnTo>
                <a:lnTo>
                  <a:pt x="5327" y="0"/>
                </a:lnTo>
                <a:moveTo>
                  <a:pt x="5592" y="0"/>
                </a:moveTo>
                <a:lnTo>
                  <a:pt x="5751" y="0"/>
                </a:lnTo>
                <a:lnTo>
                  <a:pt x="5751" y="117"/>
                </a:lnTo>
                <a:lnTo>
                  <a:pt x="5592" y="117"/>
                </a:lnTo>
                <a:lnTo>
                  <a:pt x="5592" y="0"/>
                </a:lnTo>
                <a:moveTo>
                  <a:pt x="5857" y="0"/>
                </a:moveTo>
                <a:lnTo>
                  <a:pt x="6016" y="0"/>
                </a:lnTo>
                <a:lnTo>
                  <a:pt x="6016" y="117"/>
                </a:lnTo>
                <a:lnTo>
                  <a:pt x="5857" y="117"/>
                </a:lnTo>
                <a:lnTo>
                  <a:pt x="5857" y="0"/>
                </a:lnTo>
                <a:moveTo>
                  <a:pt x="6122" y="0"/>
                </a:moveTo>
                <a:lnTo>
                  <a:pt x="6281" y="0"/>
                </a:lnTo>
                <a:lnTo>
                  <a:pt x="6281" y="117"/>
                </a:lnTo>
                <a:lnTo>
                  <a:pt x="6122" y="117"/>
                </a:lnTo>
                <a:lnTo>
                  <a:pt x="6122" y="0"/>
                </a:lnTo>
                <a:moveTo>
                  <a:pt x="6387" y="0"/>
                </a:moveTo>
                <a:lnTo>
                  <a:pt x="6545" y="0"/>
                </a:lnTo>
                <a:lnTo>
                  <a:pt x="6545" y="117"/>
                </a:lnTo>
                <a:lnTo>
                  <a:pt x="6387" y="117"/>
                </a:lnTo>
                <a:lnTo>
                  <a:pt x="6387" y="0"/>
                </a:lnTo>
                <a:moveTo>
                  <a:pt x="6651" y="0"/>
                </a:moveTo>
                <a:lnTo>
                  <a:pt x="6810" y="0"/>
                </a:lnTo>
                <a:lnTo>
                  <a:pt x="6810" y="117"/>
                </a:lnTo>
                <a:lnTo>
                  <a:pt x="6651" y="117"/>
                </a:lnTo>
                <a:lnTo>
                  <a:pt x="6651" y="0"/>
                </a:lnTo>
                <a:moveTo>
                  <a:pt x="6916" y="0"/>
                </a:moveTo>
                <a:lnTo>
                  <a:pt x="7075" y="0"/>
                </a:lnTo>
                <a:lnTo>
                  <a:pt x="7075" y="117"/>
                </a:lnTo>
                <a:lnTo>
                  <a:pt x="6916" y="117"/>
                </a:lnTo>
                <a:lnTo>
                  <a:pt x="6916" y="0"/>
                </a:lnTo>
                <a:moveTo>
                  <a:pt x="7181" y="0"/>
                </a:moveTo>
                <a:lnTo>
                  <a:pt x="7340" y="0"/>
                </a:lnTo>
                <a:lnTo>
                  <a:pt x="7340" y="117"/>
                </a:lnTo>
                <a:lnTo>
                  <a:pt x="7181" y="117"/>
                </a:lnTo>
                <a:lnTo>
                  <a:pt x="7181" y="0"/>
                </a:lnTo>
                <a:moveTo>
                  <a:pt x="7446" y="0"/>
                </a:moveTo>
                <a:lnTo>
                  <a:pt x="7605" y="0"/>
                </a:lnTo>
                <a:lnTo>
                  <a:pt x="7605" y="117"/>
                </a:lnTo>
                <a:lnTo>
                  <a:pt x="7446" y="117"/>
                </a:lnTo>
                <a:lnTo>
                  <a:pt x="7446" y="0"/>
                </a:lnTo>
                <a:moveTo>
                  <a:pt x="7711" y="0"/>
                </a:moveTo>
                <a:lnTo>
                  <a:pt x="7869" y="0"/>
                </a:lnTo>
                <a:lnTo>
                  <a:pt x="7869" y="117"/>
                </a:lnTo>
                <a:lnTo>
                  <a:pt x="7711" y="117"/>
                </a:lnTo>
                <a:lnTo>
                  <a:pt x="7711" y="0"/>
                </a:lnTo>
                <a:moveTo>
                  <a:pt x="7975" y="0"/>
                </a:moveTo>
                <a:lnTo>
                  <a:pt x="8134" y="0"/>
                </a:lnTo>
                <a:lnTo>
                  <a:pt x="8134" y="117"/>
                </a:lnTo>
                <a:lnTo>
                  <a:pt x="7975" y="117"/>
                </a:lnTo>
                <a:lnTo>
                  <a:pt x="7975" y="0"/>
                </a:lnTo>
                <a:moveTo>
                  <a:pt x="8240" y="0"/>
                </a:moveTo>
                <a:lnTo>
                  <a:pt x="8399" y="0"/>
                </a:lnTo>
                <a:lnTo>
                  <a:pt x="8399" y="117"/>
                </a:lnTo>
                <a:lnTo>
                  <a:pt x="8240" y="117"/>
                </a:lnTo>
                <a:lnTo>
                  <a:pt x="8240" y="0"/>
                </a:lnTo>
                <a:moveTo>
                  <a:pt x="8505" y="0"/>
                </a:moveTo>
                <a:lnTo>
                  <a:pt x="8664" y="0"/>
                </a:lnTo>
                <a:lnTo>
                  <a:pt x="8664" y="117"/>
                </a:lnTo>
                <a:lnTo>
                  <a:pt x="8505" y="117"/>
                </a:lnTo>
                <a:lnTo>
                  <a:pt x="8505" y="0"/>
                </a:lnTo>
                <a:moveTo>
                  <a:pt x="8770" y="0"/>
                </a:moveTo>
                <a:lnTo>
                  <a:pt x="8929" y="0"/>
                </a:lnTo>
                <a:lnTo>
                  <a:pt x="8929" y="117"/>
                </a:lnTo>
                <a:lnTo>
                  <a:pt x="8770" y="117"/>
                </a:lnTo>
                <a:lnTo>
                  <a:pt x="8770" y="0"/>
                </a:lnTo>
                <a:moveTo>
                  <a:pt x="9035" y="0"/>
                </a:moveTo>
                <a:lnTo>
                  <a:pt x="9193" y="0"/>
                </a:lnTo>
                <a:lnTo>
                  <a:pt x="9193" y="117"/>
                </a:lnTo>
                <a:lnTo>
                  <a:pt x="9035" y="117"/>
                </a:lnTo>
                <a:lnTo>
                  <a:pt x="9035" y="0"/>
                </a:lnTo>
                <a:moveTo>
                  <a:pt x="9299" y="0"/>
                </a:moveTo>
                <a:lnTo>
                  <a:pt x="9458" y="0"/>
                </a:lnTo>
                <a:lnTo>
                  <a:pt x="9458" y="117"/>
                </a:lnTo>
                <a:lnTo>
                  <a:pt x="9299" y="117"/>
                </a:lnTo>
                <a:lnTo>
                  <a:pt x="9299" y="0"/>
                </a:lnTo>
                <a:moveTo>
                  <a:pt x="9564" y="0"/>
                </a:moveTo>
                <a:lnTo>
                  <a:pt x="9723" y="0"/>
                </a:lnTo>
                <a:lnTo>
                  <a:pt x="9723" y="117"/>
                </a:lnTo>
                <a:lnTo>
                  <a:pt x="9564" y="117"/>
                </a:lnTo>
                <a:lnTo>
                  <a:pt x="9564" y="0"/>
                </a:lnTo>
                <a:moveTo>
                  <a:pt x="9829" y="0"/>
                </a:moveTo>
                <a:lnTo>
                  <a:pt x="9988" y="0"/>
                </a:lnTo>
                <a:lnTo>
                  <a:pt x="9988" y="117"/>
                </a:lnTo>
                <a:lnTo>
                  <a:pt x="9829" y="117"/>
                </a:lnTo>
                <a:lnTo>
                  <a:pt x="9829" y="0"/>
                </a:lnTo>
                <a:moveTo>
                  <a:pt x="10094" y="0"/>
                </a:moveTo>
                <a:lnTo>
                  <a:pt x="10253" y="0"/>
                </a:lnTo>
                <a:lnTo>
                  <a:pt x="10253" y="117"/>
                </a:lnTo>
                <a:lnTo>
                  <a:pt x="10094" y="117"/>
                </a:lnTo>
                <a:lnTo>
                  <a:pt x="10094" y="0"/>
                </a:lnTo>
                <a:moveTo>
                  <a:pt x="10359" y="0"/>
                </a:moveTo>
                <a:lnTo>
                  <a:pt x="10517" y="0"/>
                </a:lnTo>
                <a:lnTo>
                  <a:pt x="10517" y="117"/>
                </a:lnTo>
                <a:lnTo>
                  <a:pt x="10359" y="117"/>
                </a:lnTo>
                <a:lnTo>
                  <a:pt x="10359" y="0"/>
                </a:lnTo>
                <a:moveTo>
                  <a:pt x="10624" y="0"/>
                </a:moveTo>
                <a:lnTo>
                  <a:pt x="10782" y="0"/>
                </a:lnTo>
                <a:lnTo>
                  <a:pt x="10782" y="117"/>
                </a:lnTo>
                <a:lnTo>
                  <a:pt x="10624" y="117"/>
                </a:lnTo>
                <a:lnTo>
                  <a:pt x="10624" y="0"/>
                </a:lnTo>
                <a:moveTo>
                  <a:pt x="10888" y="0"/>
                </a:moveTo>
                <a:lnTo>
                  <a:pt x="11047" y="0"/>
                </a:lnTo>
                <a:lnTo>
                  <a:pt x="11047" y="117"/>
                </a:lnTo>
                <a:lnTo>
                  <a:pt x="10888" y="117"/>
                </a:lnTo>
                <a:lnTo>
                  <a:pt x="10888" y="0"/>
                </a:lnTo>
                <a:moveTo>
                  <a:pt x="11153" y="0"/>
                </a:moveTo>
                <a:lnTo>
                  <a:pt x="11312" y="0"/>
                </a:lnTo>
                <a:lnTo>
                  <a:pt x="11312" y="117"/>
                </a:lnTo>
                <a:lnTo>
                  <a:pt x="11153" y="117"/>
                </a:lnTo>
                <a:lnTo>
                  <a:pt x="11153" y="0"/>
                </a:lnTo>
                <a:moveTo>
                  <a:pt x="11418" y="0"/>
                </a:moveTo>
                <a:lnTo>
                  <a:pt x="11577" y="0"/>
                </a:lnTo>
                <a:lnTo>
                  <a:pt x="11577" y="117"/>
                </a:lnTo>
                <a:lnTo>
                  <a:pt x="11418" y="117"/>
                </a:lnTo>
                <a:lnTo>
                  <a:pt x="11418" y="0"/>
                </a:lnTo>
                <a:moveTo>
                  <a:pt x="11683" y="0"/>
                </a:moveTo>
                <a:lnTo>
                  <a:pt x="11841" y="0"/>
                </a:lnTo>
                <a:lnTo>
                  <a:pt x="11841" y="117"/>
                </a:lnTo>
                <a:lnTo>
                  <a:pt x="11683" y="117"/>
                </a:lnTo>
                <a:lnTo>
                  <a:pt x="11683" y="0"/>
                </a:lnTo>
                <a:moveTo>
                  <a:pt x="11948" y="0"/>
                </a:moveTo>
                <a:lnTo>
                  <a:pt x="12106" y="0"/>
                </a:lnTo>
                <a:lnTo>
                  <a:pt x="12106" y="117"/>
                </a:lnTo>
                <a:lnTo>
                  <a:pt x="11948" y="117"/>
                </a:lnTo>
                <a:lnTo>
                  <a:pt x="11948" y="0"/>
                </a:lnTo>
                <a:moveTo>
                  <a:pt x="12212" y="0"/>
                </a:moveTo>
                <a:lnTo>
                  <a:pt x="12371" y="0"/>
                </a:lnTo>
                <a:lnTo>
                  <a:pt x="12371" y="117"/>
                </a:lnTo>
                <a:lnTo>
                  <a:pt x="12212" y="117"/>
                </a:lnTo>
                <a:lnTo>
                  <a:pt x="12212" y="0"/>
                </a:lnTo>
                <a:moveTo>
                  <a:pt x="12477" y="0"/>
                </a:moveTo>
                <a:lnTo>
                  <a:pt x="12636" y="0"/>
                </a:lnTo>
                <a:lnTo>
                  <a:pt x="12636" y="117"/>
                </a:lnTo>
                <a:lnTo>
                  <a:pt x="12477" y="117"/>
                </a:lnTo>
                <a:lnTo>
                  <a:pt x="12477" y="0"/>
                </a:lnTo>
                <a:moveTo>
                  <a:pt x="12742" y="0"/>
                </a:moveTo>
                <a:lnTo>
                  <a:pt x="12901" y="0"/>
                </a:lnTo>
                <a:lnTo>
                  <a:pt x="12901" y="117"/>
                </a:lnTo>
                <a:lnTo>
                  <a:pt x="12742" y="117"/>
                </a:lnTo>
                <a:lnTo>
                  <a:pt x="12742" y="0"/>
                </a:lnTo>
                <a:moveTo>
                  <a:pt x="13007" y="0"/>
                </a:moveTo>
                <a:lnTo>
                  <a:pt x="13165" y="0"/>
                </a:lnTo>
                <a:lnTo>
                  <a:pt x="13165" y="117"/>
                </a:lnTo>
                <a:lnTo>
                  <a:pt x="13007" y="117"/>
                </a:lnTo>
                <a:lnTo>
                  <a:pt x="13007" y="0"/>
                </a:lnTo>
                <a:moveTo>
                  <a:pt x="13272" y="0"/>
                </a:moveTo>
                <a:lnTo>
                  <a:pt x="13431" y="0"/>
                </a:lnTo>
                <a:lnTo>
                  <a:pt x="13431" y="117"/>
                </a:lnTo>
                <a:lnTo>
                  <a:pt x="13272" y="117"/>
                </a:lnTo>
                <a:lnTo>
                  <a:pt x="13272" y="0"/>
                </a:lnTo>
                <a:moveTo>
                  <a:pt x="13537" y="0"/>
                </a:moveTo>
                <a:lnTo>
                  <a:pt x="13696" y="0"/>
                </a:lnTo>
                <a:lnTo>
                  <a:pt x="13696" y="117"/>
                </a:lnTo>
                <a:lnTo>
                  <a:pt x="13537" y="117"/>
                </a:lnTo>
                <a:lnTo>
                  <a:pt x="13537" y="0"/>
                </a:lnTo>
                <a:moveTo>
                  <a:pt x="13802" y="0"/>
                </a:moveTo>
                <a:lnTo>
                  <a:pt x="13961" y="0"/>
                </a:lnTo>
                <a:lnTo>
                  <a:pt x="13961" y="117"/>
                </a:lnTo>
                <a:lnTo>
                  <a:pt x="13802" y="117"/>
                </a:lnTo>
                <a:lnTo>
                  <a:pt x="13802" y="0"/>
                </a:lnTo>
                <a:moveTo>
                  <a:pt x="14067" y="0"/>
                </a:moveTo>
                <a:lnTo>
                  <a:pt x="14226" y="0"/>
                </a:lnTo>
                <a:lnTo>
                  <a:pt x="14226" y="117"/>
                </a:lnTo>
                <a:lnTo>
                  <a:pt x="14067" y="117"/>
                </a:lnTo>
                <a:lnTo>
                  <a:pt x="14067" y="0"/>
                </a:lnTo>
                <a:moveTo>
                  <a:pt x="14332" y="0"/>
                </a:moveTo>
                <a:lnTo>
                  <a:pt x="14491" y="0"/>
                </a:lnTo>
                <a:lnTo>
                  <a:pt x="14491" y="117"/>
                </a:lnTo>
                <a:lnTo>
                  <a:pt x="14332" y="117"/>
                </a:lnTo>
                <a:lnTo>
                  <a:pt x="14332" y="0"/>
                </a:lnTo>
                <a:moveTo>
                  <a:pt x="14597" y="0"/>
                </a:moveTo>
                <a:lnTo>
                  <a:pt x="14755" y="0"/>
                </a:lnTo>
                <a:lnTo>
                  <a:pt x="14755" y="117"/>
                </a:lnTo>
                <a:lnTo>
                  <a:pt x="14597" y="117"/>
                </a:lnTo>
                <a:lnTo>
                  <a:pt x="14597" y="0"/>
                </a:lnTo>
                <a:moveTo>
                  <a:pt x="14861" y="0"/>
                </a:moveTo>
                <a:lnTo>
                  <a:pt x="15020" y="0"/>
                </a:lnTo>
                <a:lnTo>
                  <a:pt x="15020" y="117"/>
                </a:lnTo>
                <a:lnTo>
                  <a:pt x="14861" y="117"/>
                </a:lnTo>
                <a:lnTo>
                  <a:pt x="14861" y="0"/>
                </a:lnTo>
                <a:moveTo>
                  <a:pt x="15126" y="0"/>
                </a:moveTo>
                <a:lnTo>
                  <a:pt x="15285" y="0"/>
                </a:lnTo>
                <a:lnTo>
                  <a:pt x="15285" y="117"/>
                </a:lnTo>
                <a:lnTo>
                  <a:pt x="15126" y="117"/>
                </a:lnTo>
                <a:lnTo>
                  <a:pt x="15126" y="0"/>
                </a:lnTo>
                <a:moveTo>
                  <a:pt x="15391" y="0"/>
                </a:moveTo>
                <a:lnTo>
                  <a:pt x="15550" y="0"/>
                </a:lnTo>
                <a:lnTo>
                  <a:pt x="15550" y="117"/>
                </a:lnTo>
                <a:lnTo>
                  <a:pt x="15391" y="117"/>
                </a:lnTo>
                <a:lnTo>
                  <a:pt x="15391" y="0"/>
                </a:lnTo>
                <a:moveTo>
                  <a:pt x="15656" y="0"/>
                </a:moveTo>
                <a:lnTo>
                  <a:pt x="15815" y="0"/>
                </a:lnTo>
                <a:lnTo>
                  <a:pt x="15815" y="117"/>
                </a:lnTo>
                <a:lnTo>
                  <a:pt x="15656" y="117"/>
                </a:lnTo>
                <a:lnTo>
                  <a:pt x="15656" y="0"/>
                </a:lnTo>
                <a:moveTo>
                  <a:pt x="15921" y="0"/>
                </a:moveTo>
                <a:lnTo>
                  <a:pt x="16079" y="0"/>
                </a:lnTo>
                <a:lnTo>
                  <a:pt x="16079" y="117"/>
                </a:lnTo>
                <a:lnTo>
                  <a:pt x="15921" y="117"/>
                </a:lnTo>
                <a:lnTo>
                  <a:pt x="15921" y="0"/>
                </a:lnTo>
                <a:moveTo>
                  <a:pt x="16185" y="0"/>
                </a:moveTo>
                <a:lnTo>
                  <a:pt x="16344" y="0"/>
                </a:lnTo>
                <a:lnTo>
                  <a:pt x="16344" y="117"/>
                </a:lnTo>
                <a:lnTo>
                  <a:pt x="16185" y="117"/>
                </a:lnTo>
                <a:lnTo>
                  <a:pt x="16185" y="0"/>
                </a:lnTo>
                <a:moveTo>
                  <a:pt x="16450" y="0"/>
                </a:moveTo>
                <a:lnTo>
                  <a:pt x="16609" y="0"/>
                </a:lnTo>
                <a:lnTo>
                  <a:pt x="16609" y="117"/>
                </a:lnTo>
                <a:lnTo>
                  <a:pt x="16450" y="117"/>
                </a:lnTo>
                <a:lnTo>
                  <a:pt x="16450" y="0"/>
                </a:lnTo>
                <a:moveTo>
                  <a:pt x="16715" y="0"/>
                </a:moveTo>
                <a:lnTo>
                  <a:pt x="16874" y="0"/>
                </a:lnTo>
                <a:lnTo>
                  <a:pt x="16874" y="117"/>
                </a:lnTo>
                <a:lnTo>
                  <a:pt x="16715" y="117"/>
                </a:lnTo>
                <a:lnTo>
                  <a:pt x="16715" y="0"/>
                </a:lnTo>
                <a:moveTo>
                  <a:pt x="16980" y="0"/>
                </a:moveTo>
                <a:lnTo>
                  <a:pt x="17139" y="0"/>
                </a:lnTo>
                <a:lnTo>
                  <a:pt x="17139" y="117"/>
                </a:lnTo>
                <a:lnTo>
                  <a:pt x="16980" y="117"/>
                </a:lnTo>
                <a:lnTo>
                  <a:pt x="16980" y="0"/>
                </a:lnTo>
                <a:moveTo>
                  <a:pt x="17245" y="0"/>
                </a:moveTo>
                <a:lnTo>
                  <a:pt x="17403" y="0"/>
                </a:lnTo>
                <a:lnTo>
                  <a:pt x="17403" y="117"/>
                </a:lnTo>
                <a:lnTo>
                  <a:pt x="17245" y="117"/>
                </a:lnTo>
                <a:lnTo>
                  <a:pt x="17245" y="0"/>
                </a:lnTo>
                <a:moveTo>
                  <a:pt x="17509" y="0"/>
                </a:moveTo>
                <a:lnTo>
                  <a:pt x="17668" y="0"/>
                </a:lnTo>
                <a:lnTo>
                  <a:pt x="17668" y="117"/>
                </a:lnTo>
                <a:lnTo>
                  <a:pt x="17509" y="117"/>
                </a:lnTo>
                <a:lnTo>
                  <a:pt x="17509" y="0"/>
                </a:lnTo>
                <a:moveTo>
                  <a:pt x="17774" y="0"/>
                </a:moveTo>
                <a:lnTo>
                  <a:pt x="17933" y="0"/>
                </a:lnTo>
                <a:lnTo>
                  <a:pt x="17933" y="117"/>
                </a:lnTo>
                <a:lnTo>
                  <a:pt x="17774" y="117"/>
                </a:lnTo>
                <a:lnTo>
                  <a:pt x="17774" y="0"/>
                </a:lnTo>
                <a:moveTo>
                  <a:pt x="18039" y="0"/>
                </a:moveTo>
                <a:lnTo>
                  <a:pt x="18198" y="0"/>
                </a:lnTo>
                <a:lnTo>
                  <a:pt x="18198" y="117"/>
                </a:lnTo>
                <a:lnTo>
                  <a:pt x="18039" y="117"/>
                </a:lnTo>
                <a:lnTo>
                  <a:pt x="18039" y="0"/>
                </a:lnTo>
                <a:moveTo>
                  <a:pt x="18304" y="0"/>
                </a:moveTo>
                <a:lnTo>
                  <a:pt x="18463" y="0"/>
                </a:lnTo>
                <a:lnTo>
                  <a:pt x="18463" y="117"/>
                </a:lnTo>
                <a:lnTo>
                  <a:pt x="18304" y="117"/>
                </a:lnTo>
                <a:lnTo>
                  <a:pt x="18304" y="0"/>
                </a:lnTo>
                <a:moveTo>
                  <a:pt x="18569" y="0"/>
                </a:moveTo>
                <a:lnTo>
                  <a:pt x="18727" y="0"/>
                </a:lnTo>
                <a:lnTo>
                  <a:pt x="18727" y="117"/>
                </a:lnTo>
                <a:lnTo>
                  <a:pt x="18569" y="117"/>
                </a:lnTo>
                <a:lnTo>
                  <a:pt x="18569" y="0"/>
                </a:lnTo>
                <a:moveTo>
                  <a:pt x="18833" y="0"/>
                </a:moveTo>
                <a:lnTo>
                  <a:pt x="18992" y="0"/>
                </a:lnTo>
                <a:lnTo>
                  <a:pt x="18992" y="117"/>
                </a:lnTo>
                <a:lnTo>
                  <a:pt x="18833" y="117"/>
                </a:lnTo>
                <a:lnTo>
                  <a:pt x="18833" y="0"/>
                </a:lnTo>
                <a:moveTo>
                  <a:pt x="19098" y="0"/>
                </a:moveTo>
                <a:lnTo>
                  <a:pt x="19257" y="0"/>
                </a:lnTo>
                <a:lnTo>
                  <a:pt x="19257" y="117"/>
                </a:lnTo>
                <a:lnTo>
                  <a:pt x="19098" y="117"/>
                </a:lnTo>
                <a:lnTo>
                  <a:pt x="19098" y="0"/>
                </a:lnTo>
                <a:moveTo>
                  <a:pt x="19363" y="0"/>
                </a:moveTo>
                <a:lnTo>
                  <a:pt x="19522" y="0"/>
                </a:lnTo>
                <a:lnTo>
                  <a:pt x="19522" y="117"/>
                </a:lnTo>
                <a:lnTo>
                  <a:pt x="19363" y="117"/>
                </a:lnTo>
                <a:lnTo>
                  <a:pt x="19363" y="0"/>
                </a:lnTo>
                <a:moveTo>
                  <a:pt x="19628" y="0"/>
                </a:moveTo>
                <a:lnTo>
                  <a:pt x="19787" y="0"/>
                </a:lnTo>
                <a:lnTo>
                  <a:pt x="19787" y="117"/>
                </a:lnTo>
                <a:lnTo>
                  <a:pt x="19628" y="117"/>
                </a:lnTo>
                <a:lnTo>
                  <a:pt x="19628" y="0"/>
                </a:lnTo>
                <a:moveTo>
                  <a:pt x="19893" y="0"/>
                </a:moveTo>
                <a:lnTo>
                  <a:pt x="20051" y="0"/>
                </a:lnTo>
                <a:lnTo>
                  <a:pt x="20051" y="117"/>
                </a:lnTo>
                <a:lnTo>
                  <a:pt x="19893" y="117"/>
                </a:lnTo>
                <a:lnTo>
                  <a:pt x="19893" y="0"/>
                </a:lnTo>
                <a:moveTo>
                  <a:pt x="20157" y="0"/>
                </a:moveTo>
                <a:lnTo>
                  <a:pt x="20316" y="0"/>
                </a:lnTo>
                <a:lnTo>
                  <a:pt x="20316" y="117"/>
                </a:lnTo>
                <a:lnTo>
                  <a:pt x="20157" y="117"/>
                </a:lnTo>
                <a:lnTo>
                  <a:pt x="20157" y="0"/>
                </a:lnTo>
                <a:moveTo>
                  <a:pt x="20422" y="0"/>
                </a:moveTo>
                <a:lnTo>
                  <a:pt x="20581" y="0"/>
                </a:lnTo>
                <a:lnTo>
                  <a:pt x="20581" y="117"/>
                </a:lnTo>
                <a:lnTo>
                  <a:pt x="20422" y="117"/>
                </a:lnTo>
                <a:lnTo>
                  <a:pt x="20422" y="0"/>
                </a:lnTo>
                <a:moveTo>
                  <a:pt x="20687" y="0"/>
                </a:moveTo>
                <a:lnTo>
                  <a:pt x="20846" y="0"/>
                </a:lnTo>
                <a:lnTo>
                  <a:pt x="20846" y="117"/>
                </a:lnTo>
                <a:lnTo>
                  <a:pt x="20687" y="117"/>
                </a:lnTo>
                <a:lnTo>
                  <a:pt x="20687" y="0"/>
                </a:lnTo>
                <a:moveTo>
                  <a:pt x="20952" y="0"/>
                </a:moveTo>
                <a:lnTo>
                  <a:pt x="21111" y="0"/>
                </a:lnTo>
                <a:lnTo>
                  <a:pt x="21111" y="117"/>
                </a:lnTo>
                <a:lnTo>
                  <a:pt x="20952" y="117"/>
                </a:lnTo>
                <a:lnTo>
                  <a:pt x="20952" y="0"/>
                </a:lnTo>
                <a:moveTo>
                  <a:pt x="21217" y="0"/>
                </a:moveTo>
                <a:lnTo>
                  <a:pt x="21375" y="0"/>
                </a:lnTo>
                <a:lnTo>
                  <a:pt x="21375" y="117"/>
                </a:lnTo>
                <a:lnTo>
                  <a:pt x="21217" y="117"/>
                </a:lnTo>
                <a:lnTo>
                  <a:pt x="21217" y="0"/>
                </a:lnTo>
                <a:moveTo>
                  <a:pt x="21481" y="0"/>
                </a:moveTo>
                <a:lnTo>
                  <a:pt x="21640" y="0"/>
                </a:lnTo>
                <a:lnTo>
                  <a:pt x="21640" y="117"/>
                </a:lnTo>
                <a:lnTo>
                  <a:pt x="21481" y="117"/>
                </a:lnTo>
                <a:lnTo>
                  <a:pt x="21481" y="0"/>
                </a:lnTo>
                <a:moveTo>
                  <a:pt x="21746" y="0"/>
                </a:moveTo>
                <a:lnTo>
                  <a:pt x="21905" y="0"/>
                </a:lnTo>
                <a:lnTo>
                  <a:pt x="21905" y="117"/>
                </a:lnTo>
                <a:lnTo>
                  <a:pt x="21746" y="117"/>
                </a:lnTo>
                <a:lnTo>
                  <a:pt x="21746" y="0"/>
                </a:lnTo>
                <a:moveTo>
                  <a:pt x="22011" y="0"/>
                </a:moveTo>
                <a:lnTo>
                  <a:pt x="22170" y="0"/>
                </a:lnTo>
                <a:lnTo>
                  <a:pt x="22170" y="117"/>
                </a:lnTo>
                <a:lnTo>
                  <a:pt x="22011" y="117"/>
                </a:lnTo>
                <a:lnTo>
                  <a:pt x="22011" y="0"/>
                </a:lnTo>
                <a:moveTo>
                  <a:pt x="22276" y="0"/>
                </a:moveTo>
                <a:lnTo>
                  <a:pt x="22435" y="0"/>
                </a:lnTo>
                <a:lnTo>
                  <a:pt x="22435" y="117"/>
                </a:lnTo>
                <a:lnTo>
                  <a:pt x="22276" y="117"/>
                </a:lnTo>
                <a:lnTo>
                  <a:pt x="22276" y="0"/>
                </a:lnTo>
                <a:moveTo>
                  <a:pt x="22541" y="0"/>
                </a:moveTo>
                <a:lnTo>
                  <a:pt x="22699" y="0"/>
                </a:lnTo>
                <a:lnTo>
                  <a:pt x="22699" y="117"/>
                </a:lnTo>
                <a:lnTo>
                  <a:pt x="22541" y="117"/>
                </a:lnTo>
                <a:lnTo>
                  <a:pt x="22541" y="0"/>
                </a:lnTo>
                <a:moveTo>
                  <a:pt x="22805" y="0"/>
                </a:moveTo>
                <a:lnTo>
                  <a:pt x="22964" y="0"/>
                </a:lnTo>
                <a:lnTo>
                  <a:pt x="22964" y="117"/>
                </a:lnTo>
                <a:lnTo>
                  <a:pt x="22805" y="117"/>
                </a:lnTo>
                <a:lnTo>
                  <a:pt x="22805" y="0"/>
                </a:lnTo>
                <a:moveTo>
                  <a:pt x="23070" y="0"/>
                </a:moveTo>
                <a:lnTo>
                  <a:pt x="23229" y="0"/>
                </a:lnTo>
                <a:lnTo>
                  <a:pt x="23229" y="117"/>
                </a:lnTo>
                <a:lnTo>
                  <a:pt x="23070" y="117"/>
                </a:lnTo>
                <a:lnTo>
                  <a:pt x="23070" y="0"/>
                </a:lnTo>
                <a:moveTo>
                  <a:pt x="23335" y="0"/>
                </a:moveTo>
                <a:lnTo>
                  <a:pt x="23494" y="0"/>
                </a:lnTo>
                <a:lnTo>
                  <a:pt x="23494" y="117"/>
                </a:lnTo>
                <a:lnTo>
                  <a:pt x="23335" y="117"/>
                </a:lnTo>
                <a:lnTo>
                  <a:pt x="23335" y="0"/>
                </a:lnTo>
                <a:moveTo>
                  <a:pt x="23600" y="0"/>
                </a:moveTo>
                <a:lnTo>
                  <a:pt x="23759" y="0"/>
                </a:lnTo>
                <a:lnTo>
                  <a:pt x="23759" y="117"/>
                </a:lnTo>
                <a:lnTo>
                  <a:pt x="23600" y="117"/>
                </a:lnTo>
                <a:lnTo>
                  <a:pt x="23600" y="0"/>
                </a:lnTo>
                <a:moveTo>
                  <a:pt x="23865" y="0"/>
                </a:moveTo>
                <a:lnTo>
                  <a:pt x="24023" y="0"/>
                </a:lnTo>
                <a:lnTo>
                  <a:pt x="24023" y="117"/>
                </a:lnTo>
                <a:lnTo>
                  <a:pt x="23865" y="117"/>
                </a:lnTo>
                <a:lnTo>
                  <a:pt x="23865" y="0"/>
                </a:lnTo>
                <a:moveTo>
                  <a:pt x="24130" y="0"/>
                </a:moveTo>
                <a:lnTo>
                  <a:pt x="24288" y="0"/>
                </a:lnTo>
                <a:lnTo>
                  <a:pt x="24288" y="117"/>
                </a:lnTo>
                <a:lnTo>
                  <a:pt x="24130" y="117"/>
                </a:lnTo>
                <a:lnTo>
                  <a:pt x="24130" y="0"/>
                </a:lnTo>
                <a:moveTo>
                  <a:pt x="24394" y="0"/>
                </a:moveTo>
                <a:lnTo>
                  <a:pt x="24553" y="0"/>
                </a:lnTo>
                <a:lnTo>
                  <a:pt x="24553" y="117"/>
                </a:lnTo>
                <a:lnTo>
                  <a:pt x="24394" y="117"/>
                </a:lnTo>
                <a:lnTo>
                  <a:pt x="24394" y="0"/>
                </a:lnTo>
                <a:moveTo>
                  <a:pt x="24659" y="0"/>
                </a:moveTo>
                <a:lnTo>
                  <a:pt x="24818" y="0"/>
                </a:lnTo>
                <a:lnTo>
                  <a:pt x="24818" y="117"/>
                </a:lnTo>
                <a:lnTo>
                  <a:pt x="24659" y="117"/>
                </a:lnTo>
                <a:lnTo>
                  <a:pt x="24659" y="0"/>
                </a:lnTo>
                <a:moveTo>
                  <a:pt x="24924" y="0"/>
                </a:moveTo>
                <a:lnTo>
                  <a:pt x="25083" y="0"/>
                </a:lnTo>
                <a:lnTo>
                  <a:pt x="25083" y="117"/>
                </a:lnTo>
                <a:lnTo>
                  <a:pt x="24924" y="117"/>
                </a:lnTo>
                <a:lnTo>
                  <a:pt x="24924" y="0"/>
                </a:lnTo>
                <a:moveTo>
                  <a:pt x="25189" y="0"/>
                </a:moveTo>
                <a:lnTo>
                  <a:pt x="25347" y="0"/>
                </a:lnTo>
                <a:lnTo>
                  <a:pt x="25347" y="117"/>
                </a:lnTo>
                <a:lnTo>
                  <a:pt x="25189" y="117"/>
                </a:lnTo>
                <a:lnTo>
                  <a:pt x="25189" y="0"/>
                </a:lnTo>
                <a:moveTo>
                  <a:pt x="25454" y="0"/>
                </a:moveTo>
                <a:lnTo>
                  <a:pt x="25612" y="0"/>
                </a:lnTo>
                <a:lnTo>
                  <a:pt x="25612" y="117"/>
                </a:lnTo>
                <a:lnTo>
                  <a:pt x="25454" y="117"/>
                </a:lnTo>
                <a:lnTo>
                  <a:pt x="25454" y="0"/>
                </a:lnTo>
                <a:moveTo>
                  <a:pt x="25718" y="0"/>
                </a:moveTo>
                <a:lnTo>
                  <a:pt x="25877" y="0"/>
                </a:lnTo>
                <a:lnTo>
                  <a:pt x="25877" y="117"/>
                </a:lnTo>
                <a:lnTo>
                  <a:pt x="25718" y="117"/>
                </a:lnTo>
                <a:lnTo>
                  <a:pt x="25718" y="0"/>
                </a:lnTo>
                <a:moveTo>
                  <a:pt x="25983" y="0"/>
                </a:moveTo>
                <a:lnTo>
                  <a:pt x="26142" y="0"/>
                </a:lnTo>
                <a:lnTo>
                  <a:pt x="26142" y="117"/>
                </a:lnTo>
                <a:lnTo>
                  <a:pt x="25983" y="117"/>
                </a:lnTo>
                <a:lnTo>
                  <a:pt x="25983" y="0"/>
                </a:lnTo>
                <a:moveTo>
                  <a:pt x="26248" y="0"/>
                </a:moveTo>
                <a:lnTo>
                  <a:pt x="26407" y="0"/>
                </a:lnTo>
                <a:lnTo>
                  <a:pt x="26407" y="117"/>
                </a:lnTo>
                <a:lnTo>
                  <a:pt x="26248" y="117"/>
                </a:lnTo>
                <a:lnTo>
                  <a:pt x="26248" y="0"/>
                </a:lnTo>
                <a:moveTo>
                  <a:pt x="26513" y="0"/>
                </a:moveTo>
                <a:lnTo>
                  <a:pt x="26671" y="0"/>
                </a:lnTo>
                <a:lnTo>
                  <a:pt x="26671" y="117"/>
                </a:lnTo>
                <a:lnTo>
                  <a:pt x="26513" y="117"/>
                </a:lnTo>
                <a:lnTo>
                  <a:pt x="26513" y="0"/>
                </a:lnTo>
                <a:moveTo>
                  <a:pt x="26778" y="0"/>
                </a:moveTo>
                <a:lnTo>
                  <a:pt x="26936" y="0"/>
                </a:lnTo>
                <a:lnTo>
                  <a:pt x="26936" y="117"/>
                </a:lnTo>
                <a:lnTo>
                  <a:pt x="26778" y="117"/>
                </a:lnTo>
                <a:lnTo>
                  <a:pt x="26778" y="0"/>
                </a:lnTo>
                <a:moveTo>
                  <a:pt x="27042" y="0"/>
                </a:moveTo>
                <a:lnTo>
                  <a:pt x="27201" y="0"/>
                </a:lnTo>
                <a:lnTo>
                  <a:pt x="27201" y="117"/>
                </a:lnTo>
                <a:lnTo>
                  <a:pt x="27042" y="117"/>
                </a:lnTo>
                <a:lnTo>
                  <a:pt x="27042" y="0"/>
                </a:lnTo>
                <a:moveTo>
                  <a:pt x="27307" y="0"/>
                </a:moveTo>
                <a:lnTo>
                  <a:pt x="27466" y="0"/>
                </a:lnTo>
                <a:lnTo>
                  <a:pt x="27466" y="117"/>
                </a:lnTo>
                <a:lnTo>
                  <a:pt x="27307" y="117"/>
                </a:lnTo>
                <a:lnTo>
                  <a:pt x="27307" y="0"/>
                </a:lnTo>
                <a:moveTo>
                  <a:pt x="27572" y="0"/>
                </a:moveTo>
                <a:lnTo>
                  <a:pt x="27731" y="0"/>
                </a:lnTo>
                <a:lnTo>
                  <a:pt x="27731" y="117"/>
                </a:lnTo>
                <a:lnTo>
                  <a:pt x="27572" y="117"/>
                </a:lnTo>
                <a:lnTo>
                  <a:pt x="27572" y="0"/>
                </a:lnTo>
                <a:moveTo>
                  <a:pt x="27837" y="0"/>
                </a:moveTo>
                <a:lnTo>
                  <a:pt x="27996" y="0"/>
                </a:lnTo>
                <a:lnTo>
                  <a:pt x="27996" y="117"/>
                </a:lnTo>
                <a:lnTo>
                  <a:pt x="27837" y="117"/>
                </a:lnTo>
                <a:lnTo>
                  <a:pt x="27837" y="0"/>
                </a:lnTo>
                <a:moveTo>
                  <a:pt x="28102" y="0"/>
                </a:moveTo>
                <a:lnTo>
                  <a:pt x="28260" y="0"/>
                </a:lnTo>
                <a:lnTo>
                  <a:pt x="28260" y="117"/>
                </a:lnTo>
                <a:lnTo>
                  <a:pt x="28102" y="117"/>
                </a:lnTo>
                <a:lnTo>
                  <a:pt x="28102" y="0"/>
                </a:lnTo>
                <a:moveTo>
                  <a:pt x="28366" y="0"/>
                </a:moveTo>
                <a:lnTo>
                  <a:pt x="28525" y="0"/>
                </a:lnTo>
                <a:lnTo>
                  <a:pt x="28525" y="117"/>
                </a:lnTo>
                <a:lnTo>
                  <a:pt x="28366" y="117"/>
                </a:lnTo>
                <a:lnTo>
                  <a:pt x="28366" y="0"/>
                </a:lnTo>
                <a:moveTo>
                  <a:pt x="28631" y="0"/>
                </a:moveTo>
                <a:lnTo>
                  <a:pt x="28790" y="0"/>
                </a:lnTo>
                <a:lnTo>
                  <a:pt x="28790" y="117"/>
                </a:lnTo>
                <a:lnTo>
                  <a:pt x="28631" y="117"/>
                </a:lnTo>
                <a:lnTo>
                  <a:pt x="28631" y="0"/>
                </a:lnTo>
                <a:moveTo>
                  <a:pt x="28896" y="0"/>
                </a:moveTo>
                <a:lnTo>
                  <a:pt x="29055" y="0"/>
                </a:lnTo>
                <a:lnTo>
                  <a:pt x="29055" y="117"/>
                </a:lnTo>
                <a:lnTo>
                  <a:pt x="28896" y="117"/>
                </a:lnTo>
                <a:lnTo>
                  <a:pt x="28896" y="0"/>
                </a:lnTo>
                <a:moveTo>
                  <a:pt x="29161" y="0"/>
                </a:moveTo>
                <a:lnTo>
                  <a:pt x="29320" y="0"/>
                </a:lnTo>
                <a:lnTo>
                  <a:pt x="29320" y="117"/>
                </a:lnTo>
                <a:lnTo>
                  <a:pt x="29161" y="117"/>
                </a:lnTo>
                <a:lnTo>
                  <a:pt x="29161" y="0"/>
                </a:lnTo>
                <a:moveTo>
                  <a:pt x="29426" y="0"/>
                </a:moveTo>
                <a:lnTo>
                  <a:pt x="29584" y="0"/>
                </a:lnTo>
                <a:lnTo>
                  <a:pt x="29584" y="117"/>
                </a:lnTo>
                <a:lnTo>
                  <a:pt x="29426" y="117"/>
                </a:lnTo>
                <a:lnTo>
                  <a:pt x="29426" y="0"/>
                </a:lnTo>
                <a:moveTo>
                  <a:pt x="29690" y="0"/>
                </a:moveTo>
                <a:lnTo>
                  <a:pt x="29849" y="0"/>
                </a:lnTo>
                <a:lnTo>
                  <a:pt x="29849" y="117"/>
                </a:lnTo>
                <a:lnTo>
                  <a:pt x="29690" y="117"/>
                </a:lnTo>
                <a:lnTo>
                  <a:pt x="29690" y="0"/>
                </a:lnTo>
                <a:moveTo>
                  <a:pt x="29960" y="2"/>
                </a:moveTo>
                <a:cubicBezTo>
                  <a:pt x="30029" y="9"/>
                  <a:pt x="30088" y="36"/>
                  <a:pt x="30138" y="85"/>
                </a:cubicBezTo>
                <a:lnTo>
                  <a:pt x="30056" y="168"/>
                </a:lnTo>
                <a:cubicBezTo>
                  <a:pt x="30026" y="139"/>
                  <a:pt x="29990" y="122"/>
                  <a:pt x="29948" y="118"/>
                </a:cubicBezTo>
                <a:lnTo>
                  <a:pt x="29960" y="2"/>
                </a:lnTo>
                <a:moveTo>
                  <a:pt x="30209" y="196"/>
                </a:moveTo>
                <a:cubicBezTo>
                  <a:pt x="30221" y="229"/>
                  <a:pt x="30227" y="262"/>
                  <a:pt x="30227" y="297"/>
                </a:cubicBezTo>
                <a:lnTo>
                  <a:pt x="30227" y="373"/>
                </a:lnTo>
                <a:lnTo>
                  <a:pt x="30110" y="373"/>
                </a:lnTo>
                <a:lnTo>
                  <a:pt x="30110" y="297"/>
                </a:lnTo>
                <a:cubicBezTo>
                  <a:pt x="30110" y="276"/>
                  <a:pt x="30107" y="255"/>
                  <a:pt x="30100" y="236"/>
                </a:cubicBezTo>
                <a:lnTo>
                  <a:pt x="30209" y="196"/>
                </a:lnTo>
                <a:moveTo>
                  <a:pt x="30227" y="480"/>
                </a:moveTo>
                <a:lnTo>
                  <a:pt x="30227" y="639"/>
                </a:lnTo>
                <a:lnTo>
                  <a:pt x="30110" y="639"/>
                </a:lnTo>
                <a:lnTo>
                  <a:pt x="30110" y="480"/>
                </a:lnTo>
                <a:lnTo>
                  <a:pt x="30227" y="480"/>
                </a:lnTo>
                <a:moveTo>
                  <a:pt x="30227" y="745"/>
                </a:moveTo>
                <a:lnTo>
                  <a:pt x="30227" y="904"/>
                </a:lnTo>
                <a:lnTo>
                  <a:pt x="30110" y="904"/>
                </a:lnTo>
                <a:lnTo>
                  <a:pt x="30110" y="745"/>
                </a:lnTo>
                <a:lnTo>
                  <a:pt x="30227" y="745"/>
                </a:lnTo>
                <a:moveTo>
                  <a:pt x="30227" y="1010"/>
                </a:moveTo>
                <a:lnTo>
                  <a:pt x="30227" y="1169"/>
                </a:lnTo>
                <a:lnTo>
                  <a:pt x="30110" y="1169"/>
                </a:lnTo>
                <a:lnTo>
                  <a:pt x="30110" y="1010"/>
                </a:lnTo>
                <a:lnTo>
                  <a:pt x="30227" y="1010"/>
                </a:lnTo>
                <a:moveTo>
                  <a:pt x="30227" y="1275"/>
                </a:moveTo>
                <a:lnTo>
                  <a:pt x="30227" y="1433"/>
                </a:lnTo>
                <a:lnTo>
                  <a:pt x="30110" y="1433"/>
                </a:lnTo>
                <a:lnTo>
                  <a:pt x="30110" y="1275"/>
                </a:lnTo>
                <a:lnTo>
                  <a:pt x="30227" y="1275"/>
                </a:lnTo>
                <a:moveTo>
                  <a:pt x="30227" y="1539"/>
                </a:moveTo>
                <a:lnTo>
                  <a:pt x="30227" y="1698"/>
                </a:lnTo>
                <a:lnTo>
                  <a:pt x="30110" y="1698"/>
                </a:lnTo>
                <a:lnTo>
                  <a:pt x="30110" y="1539"/>
                </a:lnTo>
                <a:lnTo>
                  <a:pt x="30227" y="1539"/>
                </a:lnTo>
                <a:moveTo>
                  <a:pt x="30199" y="1826"/>
                </a:moveTo>
                <a:cubicBezTo>
                  <a:pt x="30169" y="1889"/>
                  <a:pt x="30123" y="1935"/>
                  <a:pt x="30061" y="1966"/>
                </a:cubicBezTo>
                <a:lnTo>
                  <a:pt x="30010" y="1861"/>
                </a:lnTo>
                <a:cubicBezTo>
                  <a:pt x="30048" y="1843"/>
                  <a:pt x="30075" y="1814"/>
                  <a:pt x="30093" y="1776"/>
                </a:cubicBezTo>
                <a:lnTo>
                  <a:pt x="30199" y="1826"/>
                </a:lnTo>
                <a:moveTo>
                  <a:pt x="29933" y="1996"/>
                </a:moveTo>
                <a:cubicBezTo>
                  <a:pt x="29932" y="1996"/>
                  <a:pt x="29931" y="1996"/>
                  <a:pt x="29930" y="1996"/>
                </a:cubicBezTo>
                <a:lnTo>
                  <a:pt x="29774" y="1996"/>
                </a:lnTo>
                <a:lnTo>
                  <a:pt x="29774" y="1880"/>
                </a:lnTo>
                <a:lnTo>
                  <a:pt x="29930" y="1880"/>
                </a:lnTo>
                <a:cubicBezTo>
                  <a:pt x="29931" y="1880"/>
                  <a:pt x="29932" y="1880"/>
                  <a:pt x="29932" y="1880"/>
                </a:cubicBezTo>
                <a:lnTo>
                  <a:pt x="29933" y="1996"/>
                </a:lnTo>
                <a:moveTo>
                  <a:pt x="29668" y="1996"/>
                </a:moveTo>
                <a:lnTo>
                  <a:pt x="29509" y="1996"/>
                </a:lnTo>
                <a:lnTo>
                  <a:pt x="29509" y="1880"/>
                </a:lnTo>
                <a:lnTo>
                  <a:pt x="29668" y="1880"/>
                </a:lnTo>
                <a:lnTo>
                  <a:pt x="29668" y="1996"/>
                </a:lnTo>
                <a:moveTo>
                  <a:pt x="29403" y="1996"/>
                </a:moveTo>
                <a:lnTo>
                  <a:pt x="29245" y="1996"/>
                </a:lnTo>
                <a:lnTo>
                  <a:pt x="29245" y="1880"/>
                </a:lnTo>
                <a:lnTo>
                  <a:pt x="29403" y="1880"/>
                </a:lnTo>
                <a:lnTo>
                  <a:pt x="29403" y="1996"/>
                </a:lnTo>
                <a:moveTo>
                  <a:pt x="29139" y="1996"/>
                </a:moveTo>
                <a:lnTo>
                  <a:pt x="28980" y="1996"/>
                </a:lnTo>
                <a:lnTo>
                  <a:pt x="28980" y="1880"/>
                </a:lnTo>
                <a:lnTo>
                  <a:pt x="29139" y="1880"/>
                </a:lnTo>
                <a:lnTo>
                  <a:pt x="29139" y="1996"/>
                </a:lnTo>
                <a:moveTo>
                  <a:pt x="28874" y="1996"/>
                </a:moveTo>
                <a:lnTo>
                  <a:pt x="28715" y="1996"/>
                </a:lnTo>
                <a:lnTo>
                  <a:pt x="28715" y="1880"/>
                </a:lnTo>
                <a:lnTo>
                  <a:pt x="28874" y="1880"/>
                </a:lnTo>
                <a:lnTo>
                  <a:pt x="28874" y="1996"/>
                </a:lnTo>
                <a:moveTo>
                  <a:pt x="28609" y="1996"/>
                </a:moveTo>
                <a:lnTo>
                  <a:pt x="28450" y="1996"/>
                </a:lnTo>
                <a:lnTo>
                  <a:pt x="28450" y="1880"/>
                </a:lnTo>
                <a:lnTo>
                  <a:pt x="28609" y="1880"/>
                </a:lnTo>
                <a:lnTo>
                  <a:pt x="28609" y="1996"/>
                </a:lnTo>
                <a:moveTo>
                  <a:pt x="28344" y="1996"/>
                </a:moveTo>
                <a:lnTo>
                  <a:pt x="28185" y="1996"/>
                </a:lnTo>
                <a:lnTo>
                  <a:pt x="28185" y="1880"/>
                </a:lnTo>
                <a:lnTo>
                  <a:pt x="28344" y="1880"/>
                </a:lnTo>
                <a:lnTo>
                  <a:pt x="28344" y="1996"/>
                </a:lnTo>
                <a:moveTo>
                  <a:pt x="28079" y="1996"/>
                </a:moveTo>
                <a:lnTo>
                  <a:pt x="27921" y="1996"/>
                </a:lnTo>
                <a:lnTo>
                  <a:pt x="27921" y="1880"/>
                </a:lnTo>
                <a:lnTo>
                  <a:pt x="28079" y="1880"/>
                </a:lnTo>
                <a:lnTo>
                  <a:pt x="28079" y="1996"/>
                </a:lnTo>
                <a:moveTo>
                  <a:pt x="27815" y="1996"/>
                </a:moveTo>
                <a:lnTo>
                  <a:pt x="27656" y="1996"/>
                </a:lnTo>
                <a:lnTo>
                  <a:pt x="27656" y="1880"/>
                </a:lnTo>
                <a:lnTo>
                  <a:pt x="27815" y="1880"/>
                </a:lnTo>
                <a:lnTo>
                  <a:pt x="27815" y="1996"/>
                </a:lnTo>
                <a:moveTo>
                  <a:pt x="27550" y="1996"/>
                </a:moveTo>
                <a:lnTo>
                  <a:pt x="27391" y="1996"/>
                </a:lnTo>
                <a:lnTo>
                  <a:pt x="27391" y="1880"/>
                </a:lnTo>
                <a:lnTo>
                  <a:pt x="27550" y="1880"/>
                </a:lnTo>
                <a:lnTo>
                  <a:pt x="27550" y="1996"/>
                </a:lnTo>
                <a:moveTo>
                  <a:pt x="27285" y="1996"/>
                </a:moveTo>
                <a:lnTo>
                  <a:pt x="27126" y="1996"/>
                </a:lnTo>
                <a:lnTo>
                  <a:pt x="27126" y="1880"/>
                </a:lnTo>
                <a:lnTo>
                  <a:pt x="27285" y="1880"/>
                </a:lnTo>
                <a:lnTo>
                  <a:pt x="27285" y="1996"/>
                </a:lnTo>
                <a:moveTo>
                  <a:pt x="27020" y="1996"/>
                </a:moveTo>
                <a:lnTo>
                  <a:pt x="26861" y="1996"/>
                </a:lnTo>
                <a:lnTo>
                  <a:pt x="26861" y="1880"/>
                </a:lnTo>
                <a:lnTo>
                  <a:pt x="27020" y="1880"/>
                </a:lnTo>
                <a:lnTo>
                  <a:pt x="27020" y="1996"/>
                </a:lnTo>
                <a:moveTo>
                  <a:pt x="26755" y="1996"/>
                </a:moveTo>
                <a:lnTo>
                  <a:pt x="26597" y="1996"/>
                </a:lnTo>
                <a:lnTo>
                  <a:pt x="26597" y="1880"/>
                </a:lnTo>
                <a:lnTo>
                  <a:pt x="26755" y="1880"/>
                </a:lnTo>
                <a:lnTo>
                  <a:pt x="26755" y="1996"/>
                </a:lnTo>
                <a:moveTo>
                  <a:pt x="26490" y="1996"/>
                </a:moveTo>
                <a:lnTo>
                  <a:pt x="26332" y="1996"/>
                </a:lnTo>
                <a:lnTo>
                  <a:pt x="26332" y="1880"/>
                </a:lnTo>
                <a:lnTo>
                  <a:pt x="26490" y="1880"/>
                </a:lnTo>
                <a:lnTo>
                  <a:pt x="26490" y="1996"/>
                </a:lnTo>
                <a:moveTo>
                  <a:pt x="26226" y="1996"/>
                </a:moveTo>
                <a:lnTo>
                  <a:pt x="26067" y="1996"/>
                </a:lnTo>
                <a:lnTo>
                  <a:pt x="26067" y="1880"/>
                </a:lnTo>
                <a:lnTo>
                  <a:pt x="26226" y="1880"/>
                </a:lnTo>
                <a:lnTo>
                  <a:pt x="26226" y="1996"/>
                </a:lnTo>
                <a:moveTo>
                  <a:pt x="25961" y="1996"/>
                </a:moveTo>
                <a:lnTo>
                  <a:pt x="25802" y="1996"/>
                </a:lnTo>
                <a:lnTo>
                  <a:pt x="25802" y="1880"/>
                </a:lnTo>
                <a:lnTo>
                  <a:pt x="25961" y="1880"/>
                </a:lnTo>
                <a:lnTo>
                  <a:pt x="25961" y="1996"/>
                </a:lnTo>
                <a:moveTo>
                  <a:pt x="25696" y="1996"/>
                </a:moveTo>
                <a:lnTo>
                  <a:pt x="25537" y="1996"/>
                </a:lnTo>
                <a:lnTo>
                  <a:pt x="25537" y="1880"/>
                </a:lnTo>
                <a:lnTo>
                  <a:pt x="25696" y="1880"/>
                </a:lnTo>
                <a:lnTo>
                  <a:pt x="25696" y="1996"/>
                </a:lnTo>
                <a:moveTo>
                  <a:pt x="25431" y="1996"/>
                </a:moveTo>
                <a:lnTo>
                  <a:pt x="25273" y="1996"/>
                </a:lnTo>
                <a:lnTo>
                  <a:pt x="25273" y="1880"/>
                </a:lnTo>
                <a:lnTo>
                  <a:pt x="25431" y="1880"/>
                </a:lnTo>
                <a:lnTo>
                  <a:pt x="25431" y="1996"/>
                </a:lnTo>
                <a:moveTo>
                  <a:pt x="25166" y="1996"/>
                </a:moveTo>
                <a:lnTo>
                  <a:pt x="25008" y="1996"/>
                </a:lnTo>
                <a:lnTo>
                  <a:pt x="25008" y="1880"/>
                </a:lnTo>
                <a:lnTo>
                  <a:pt x="25166" y="1880"/>
                </a:lnTo>
                <a:lnTo>
                  <a:pt x="25166" y="1996"/>
                </a:lnTo>
                <a:moveTo>
                  <a:pt x="24902" y="1996"/>
                </a:moveTo>
                <a:lnTo>
                  <a:pt x="24743" y="1996"/>
                </a:lnTo>
                <a:lnTo>
                  <a:pt x="24743" y="1880"/>
                </a:lnTo>
                <a:lnTo>
                  <a:pt x="24902" y="1880"/>
                </a:lnTo>
                <a:lnTo>
                  <a:pt x="24902" y="1996"/>
                </a:lnTo>
                <a:moveTo>
                  <a:pt x="24637" y="1996"/>
                </a:moveTo>
                <a:lnTo>
                  <a:pt x="24478" y="1996"/>
                </a:lnTo>
                <a:lnTo>
                  <a:pt x="24478" y="1880"/>
                </a:lnTo>
                <a:lnTo>
                  <a:pt x="24637" y="1880"/>
                </a:lnTo>
                <a:lnTo>
                  <a:pt x="24637" y="1996"/>
                </a:lnTo>
                <a:moveTo>
                  <a:pt x="24372" y="1996"/>
                </a:moveTo>
                <a:lnTo>
                  <a:pt x="24213" y="1996"/>
                </a:lnTo>
                <a:lnTo>
                  <a:pt x="24213" y="1880"/>
                </a:lnTo>
                <a:lnTo>
                  <a:pt x="24372" y="1880"/>
                </a:lnTo>
                <a:lnTo>
                  <a:pt x="24372" y="1996"/>
                </a:lnTo>
                <a:moveTo>
                  <a:pt x="24107" y="1996"/>
                </a:moveTo>
                <a:lnTo>
                  <a:pt x="23948" y="1996"/>
                </a:lnTo>
                <a:lnTo>
                  <a:pt x="23948" y="1880"/>
                </a:lnTo>
                <a:lnTo>
                  <a:pt x="24107" y="1880"/>
                </a:lnTo>
                <a:lnTo>
                  <a:pt x="24107" y="1996"/>
                </a:lnTo>
                <a:moveTo>
                  <a:pt x="23842" y="1996"/>
                </a:moveTo>
                <a:lnTo>
                  <a:pt x="23684" y="1996"/>
                </a:lnTo>
                <a:lnTo>
                  <a:pt x="23684" y="1880"/>
                </a:lnTo>
                <a:lnTo>
                  <a:pt x="23842" y="1880"/>
                </a:lnTo>
                <a:lnTo>
                  <a:pt x="23842" y="1996"/>
                </a:lnTo>
                <a:moveTo>
                  <a:pt x="23578" y="1996"/>
                </a:moveTo>
                <a:lnTo>
                  <a:pt x="23419" y="1996"/>
                </a:lnTo>
                <a:lnTo>
                  <a:pt x="23419" y="1880"/>
                </a:lnTo>
                <a:lnTo>
                  <a:pt x="23578" y="1880"/>
                </a:lnTo>
                <a:lnTo>
                  <a:pt x="23578" y="1996"/>
                </a:lnTo>
                <a:moveTo>
                  <a:pt x="23313" y="1996"/>
                </a:moveTo>
                <a:lnTo>
                  <a:pt x="23154" y="1996"/>
                </a:lnTo>
                <a:lnTo>
                  <a:pt x="23154" y="1880"/>
                </a:lnTo>
                <a:lnTo>
                  <a:pt x="23313" y="1880"/>
                </a:lnTo>
                <a:lnTo>
                  <a:pt x="23313" y="1996"/>
                </a:lnTo>
                <a:moveTo>
                  <a:pt x="23048" y="1996"/>
                </a:moveTo>
                <a:lnTo>
                  <a:pt x="22889" y="1996"/>
                </a:lnTo>
                <a:lnTo>
                  <a:pt x="22889" y="1880"/>
                </a:lnTo>
                <a:lnTo>
                  <a:pt x="23048" y="1880"/>
                </a:lnTo>
                <a:lnTo>
                  <a:pt x="23048" y="1996"/>
                </a:lnTo>
                <a:moveTo>
                  <a:pt x="22783" y="1996"/>
                </a:moveTo>
                <a:lnTo>
                  <a:pt x="22624" y="1996"/>
                </a:lnTo>
                <a:lnTo>
                  <a:pt x="22624" y="1880"/>
                </a:lnTo>
                <a:lnTo>
                  <a:pt x="22783" y="1880"/>
                </a:lnTo>
                <a:lnTo>
                  <a:pt x="22783" y="1996"/>
                </a:lnTo>
                <a:moveTo>
                  <a:pt x="22518" y="1996"/>
                </a:moveTo>
                <a:lnTo>
                  <a:pt x="22360" y="1996"/>
                </a:lnTo>
                <a:lnTo>
                  <a:pt x="22360" y="1880"/>
                </a:lnTo>
                <a:lnTo>
                  <a:pt x="22518" y="1880"/>
                </a:lnTo>
                <a:lnTo>
                  <a:pt x="22518" y="1996"/>
                </a:lnTo>
                <a:moveTo>
                  <a:pt x="22254" y="1996"/>
                </a:moveTo>
                <a:lnTo>
                  <a:pt x="22095" y="1996"/>
                </a:lnTo>
                <a:lnTo>
                  <a:pt x="22095" y="1880"/>
                </a:lnTo>
                <a:lnTo>
                  <a:pt x="22254" y="1880"/>
                </a:lnTo>
                <a:lnTo>
                  <a:pt x="22254" y="1996"/>
                </a:lnTo>
                <a:moveTo>
                  <a:pt x="21989" y="1996"/>
                </a:moveTo>
                <a:lnTo>
                  <a:pt x="21830" y="1996"/>
                </a:lnTo>
                <a:lnTo>
                  <a:pt x="21830" y="1880"/>
                </a:lnTo>
                <a:lnTo>
                  <a:pt x="21989" y="1880"/>
                </a:lnTo>
                <a:lnTo>
                  <a:pt x="21989" y="1996"/>
                </a:lnTo>
                <a:moveTo>
                  <a:pt x="21724" y="1996"/>
                </a:moveTo>
                <a:lnTo>
                  <a:pt x="21565" y="1996"/>
                </a:lnTo>
                <a:lnTo>
                  <a:pt x="21565" y="1880"/>
                </a:lnTo>
                <a:lnTo>
                  <a:pt x="21724" y="1880"/>
                </a:lnTo>
                <a:lnTo>
                  <a:pt x="21724" y="1996"/>
                </a:lnTo>
                <a:moveTo>
                  <a:pt x="21459" y="1996"/>
                </a:moveTo>
                <a:lnTo>
                  <a:pt x="21300" y="1996"/>
                </a:lnTo>
                <a:lnTo>
                  <a:pt x="21300" y="1880"/>
                </a:lnTo>
                <a:lnTo>
                  <a:pt x="21459" y="1880"/>
                </a:lnTo>
                <a:lnTo>
                  <a:pt x="21459" y="1996"/>
                </a:lnTo>
                <a:moveTo>
                  <a:pt x="21194" y="1996"/>
                </a:moveTo>
                <a:lnTo>
                  <a:pt x="21036" y="1996"/>
                </a:lnTo>
                <a:lnTo>
                  <a:pt x="21036" y="1880"/>
                </a:lnTo>
                <a:lnTo>
                  <a:pt x="21194" y="1880"/>
                </a:lnTo>
                <a:lnTo>
                  <a:pt x="21194" y="1996"/>
                </a:lnTo>
                <a:moveTo>
                  <a:pt x="20930" y="1996"/>
                </a:moveTo>
                <a:lnTo>
                  <a:pt x="20771" y="1996"/>
                </a:lnTo>
                <a:lnTo>
                  <a:pt x="20771" y="1880"/>
                </a:lnTo>
                <a:lnTo>
                  <a:pt x="20930" y="1880"/>
                </a:lnTo>
                <a:lnTo>
                  <a:pt x="20930" y="1996"/>
                </a:lnTo>
                <a:moveTo>
                  <a:pt x="20665" y="1996"/>
                </a:moveTo>
                <a:lnTo>
                  <a:pt x="20506" y="1996"/>
                </a:lnTo>
                <a:lnTo>
                  <a:pt x="20506" y="1880"/>
                </a:lnTo>
                <a:lnTo>
                  <a:pt x="20665" y="1880"/>
                </a:lnTo>
                <a:lnTo>
                  <a:pt x="20665" y="1996"/>
                </a:lnTo>
                <a:moveTo>
                  <a:pt x="20400" y="1996"/>
                </a:moveTo>
                <a:lnTo>
                  <a:pt x="20241" y="1996"/>
                </a:lnTo>
                <a:lnTo>
                  <a:pt x="20241" y="1880"/>
                </a:lnTo>
                <a:lnTo>
                  <a:pt x="20400" y="1880"/>
                </a:lnTo>
                <a:lnTo>
                  <a:pt x="20400" y="1996"/>
                </a:lnTo>
                <a:moveTo>
                  <a:pt x="20135" y="1996"/>
                </a:moveTo>
                <a:lnTo>
                  <a:pt x="19976" y="1996"/>
                </a:lnTo>
                <a:lnTo>
                  <a:pt x="19976" y="1880"/>
                </a:lnTo>
                <a:lnTo>
                  <a:pt x="20135" y="1880"/>
                </a:lnTo>
                <a:lnTo>
                  <a:pt x="20135" y="1996"/>
                </a:lnTo>
                <a:moveTo>
                  <a:pt x="19870" y="1996"/>
                </a:moveTo>
                <a:lnTo>
                  <a:pt x="19712" y="1996"/>
                </a:lnTo>
                <a:lnTo>
                  <a:pt x="19712" y="1880"/>
                </a:lnTo>
                <a:lnTo>
                  <a:pt x="19870" y="1880"/>
                </a:lnTo>
                <a:lnTo>
                  <a:pt x="19870" y="1996"/>
                </a:lnTo>
                <a:moveTo>
                  <a:pt x="19606" y="1996"/>
                </a:moveTo>
                <a:lnTo>
                  <a:pt x="19447" y="1996"/>
                </a:lnTo>
                <a:lnTo>
                  <a:pt x="19447" y="1880"/>
                </a:lnTo>
                <a:lnTo>
                  <a:pt x="19606" y="1880"/>
                </a:lnTo>
                <a:lnTo>
                  <a:pt x="19606" y="1996"/>
                </a:lnTo>
                <a:moveTo>
                  <a:pt x="19341" y="1996"/>
                </a:moveTo>
                <a:lnTo>
                  <a:pt x="19182" y="1996"/>
                </a:lnTo>
                <a:lnTo>
                  <a:pt x="19182" y="1880"/>
                </a:lnTo>
                <a:lnTo>
                  <a:pt x="19341" y="1880"/>
                </a:lnTo>
                <a:lnTo>
                  <a:pt x="19341" y="1996"/>
                </a:lnTo>
                <a:moveTo>
                  <a:pt x="19076" y="1996"/>
                </a:moveTo>
                <a:lnTo>
                  <a:pt x="18917" y="1996"/>
                </a:lnTo>
                <a:lnTo>
                  <a:pt x="18917" y="1880"/>
                </a:lnTo>
                <a:lnTo>
                  <a:pt x="19076" y="1880"/>
                </a:lnTo>
                <a:lnTo>
                  <a:pt x="19076" y="1996"/>
                </a:lnTo>
                <a:moveTo>
                  <a:pt x="18811" y="1996"/>
                </a:moveTo>
                <a:lnTo>
                  <a:pt x="18652" y="1996"/>
                </a:lnTo>
                <a:lnTo>
                  <a:pt x="18652" y="1880"/>
                </a:lnTo>
                <a:lnTo>
                  <a:pt x="18811" y="1880"/>
                </a:lnTo>
                <a:lnTo>
                  <a:pt x="18811" y="1996"/>
                </a:lnTo>
                <a:moveTo>
                  <a:pt x="18546" y="1996"/>
                </a:moveTo>
                <a:lnTo>
                  <a:pt x="18388" y="1996"/>
                </a:lnTo>
                <a:lnTo>
                  <a:pt x="18388" y="1880"/>
                </a:lnTo>
                <a:lnTo>
                  <a:pt x="18546" y="1880"/>
                </a:lnTo>
                <a:lnTo>
                  <a:pt x="18546" y="1996"/>
                </a:lnTo>
                <a:moveTo>
                  <a:pt x="18282" y="1996"/>
                </a:moveTo>
                <a:lnTo>
                  <a:pt x="18123" y="1996"/>
                </a:lnTo>
                <a:lnTo>
                  <a:pt x="18123" y="1880"/>
                </a:lnTo>
                <a:lnTo>
                  <a:pt x="18282" y="1880"/>
                </a:lnTo>
                <a:lnTo>
                  <a:pt x="18282" y="1996"/>
                </a:lnTo>
                <a:moveTo>
                  <a:pt x="18017" y="1996"/>
                </a:moveTo>
                <a:lnTo>
                  <a:pt x="17858" y="1996"/>
                </a:lnTo>
                <a:lnTo>
                  <a:pt x="17858" y="1880"/>
                </a:lnTo>
                <a:lnTo>
                  <a:pt x="18017" y="1880"/>
                </a:lnTo>
                <a:lnTo>
                  <a:pt x="18017" y="1996"/>
                </a:lnTo>
                <a:moveTo>
                  <a:pt x="17752" y="1996"/>
                </a:moveTo>
                <a:lnTo>
                  <a:pt x="17593" y="1996"/>
                </a:lnTo>
                <a:lnTo>
                  <a:pt x="17593" y="1880"/>
                </a:lnTo>
                <a:lnTo>
                  <a:pt x="17752" y="1880"/>
                </a:lnTo>
                <a:lnTo>
                  <a:pt x="17752" y="1996"/>
                </a:lnTo>
                <a:moveTo>
                  <a:pt x="17487" y="1996"/>
                </a:moveTo>
                <a:lnTo>
                  <a:pt x="17328" y="1996"/>
                </a:lnTo>
                <a:lnTo>
                  <a:pt x="17328" y="1880"/>
                </a:lnTo>
                <a:lnTo>
                  <a:pt x="17487" y="1880"/>
                </a:lnTo>
                <a:lnTo>
                  <a:pt x="17487" y="1996"/>
                </a:lnTo>
                <a:moveTo>
                  <a:pt x="17222" y="1996"/>
                </a:moveTo>
                <a:lnTo>
                  <a:pt x="17064" y="1996"/>
                </a:lnTo>
                <a:lnTo>
                  <a:pt x="17064" y="1880"/>
                </a:lnTo>
                <a:lnTo>
                  <a:pt x="17222" y="1880"/>
                </a:lnTo>
                <a:lnTo>
                  <a:pt x="17222" y="1996"/>
                </a:lnTo>
                <a:moveTo>
                  <a:pt x="16958" y="1996"/>
                </a:moveTo>
                <a:lnTo>
                  <a:pt x="16799" y="1996"/>
                </a:lnTo>
                <a:lnTo>
                  <a:pt x="16799" y="1880"/>
                </a:lnTo>
                <a:lnTo>
                  <a:pt x="16958" y="1880"/>
                </a:lnTo>
                <a:lnTo>
                  <a:pt x="16958" y="1996"/>
                </a:lnTo>
                <a:moveTo>
                  <a:pt x="16693" y="1996"/>
                </a:moveTo>
                <a:lnTo>
                  <a:pt x="16534" y="1996"/>
                </a:lnTo>
                <a:lnTo>
                  <a:pt x="16534" y="1880"/>
                </a:lnTo>
                <a:lnTo>
                  <a:pt x="16693" y="1880"/>
                </a:lnTo>
                <a:lnTo>
                  <a:pt x="16693" y="1996"/>
                </a:lnTo>
                <a:moveTo>
                  <a:pt x="16428" y="1996"/>
                </a:moveTo>
                <a:lnTo>
                  <a:pt x="16269" y="1996"/>
                </a:lnTo>
                <a:lnTo>
                  <a:pt x="16269" y="1880"/>
                </a:lnTo>
                <a:lnTo>
                  <a:pt x="16428" y="1880"/>
                </a:lnTo>
                <a:lnTo>
                  <a:pt x="16428" y="1996"/>
                </a:lnTo>
                <a:moveTo>
                  <a:pt x="16163" y="1996"/>
                </a:moveTo>
                <a:lnTo>
                  <a:pt x="16004" y="1996"/>
                </a:lnTo>
                <a:lnTo>
                  <a:pt x="16004" y="1880"/>
                </a:lnTo>
                <a:lnTo>
                  <a:pt x="16163" y="1880"/>
                </a:lnTo>
                <a:lnTo>
                  <a:pt x="16163" y="1996"/>
                </a:lnTo>
                <a:moveTo>
                  <a:pt x="15898" y="1996"/>
                </a:moveTo>
                <a:lnTo>
                  <a:pt x="15740" y="1996"/>
                </a:lnTo>
                <a:lnTo>
                  <a:pt x="15740" y="1880"/>
                </a:lnTo>
                <a:lnTo>
                  <a:pt x="15898" y="1880"/>
                </a:lnTo>
                <a:lnTo>
                  <a:pt x="15898" y="1996"/>
                </a:lnTo>
                <a:moveTo>
                  <a:pt x="15634" y="1996"/>
                </a:moveTo>
                <a:lnTo>
                  <a:pt x="15475" y="1996"/>
                </a:lnTo>
                <a:lnTo>
                  <a:pt x="15475" y="1880"/>
                </a:lnTo>
                <a:lnTo>
                  <a:pt x="15634" y="1880"/>
                </a:lnTo>
                <a:lnTo>
                  <a:pt x="15634" y="1996"/>
                </a:lnTo>
                <a:moveTo>
                  <a:pt x="15369" y="1996"/>
                </a:moveTo>
                <a:lnTo>
                  <a:pt x="15210" y="1996"/>
                </a:lnTo>
                <a:lnTo>
                  <a:pt x="15210" y="1880"/>
                </a:lnTo>
                <a:lnTo>
                  <a:pt x="15369" y="1880"/>
                </a:lnTo>
                <a:lnTo>
                  <a:pt x="15369" y="1996"/>
                </a:lnTo>
                <a:moveTo>
                  <a:pt x="15104" y="1996"/>
                </a:moveTo>
                <a:lnTo>
                  <a:pt x="14945" y="1996"/>
                </a:lnTo>
                <a:lnTo>
                  <a:pt x="14945" y="1880"/>
                </a:lnTo>
                <a:lnTo>
                  <a:pt x="15104" y="1880"/>
                </a:lnTo>
                <a:lnTo>
                  <a:pt x="15104" y="1996"/>
                </a:lnTo>
                <a:moveTo>
                  <a:pt x="14839" y="1996"/>
                </a:moveTo>
                <a:lnTo>
                  <a:pt x="14680" y="1996"/>
                </a:lnTo>
                <a:lnTo>
                  <a:pt x="14680" y="1880"/>
                </a:lnTo>
                <a:lnTo>
                  <a:pt x="14839" y="1880"/>
                </a:lnTo>
                <a:lnTo>
                  <a:pt x="14839" y="1996"/>
                </a:lnTo>
                <a:moveTo>
                  <a:pt x="14574" y="1996"/>
                </a:moveTo>
                <a:lnTo>
                  <a:pt x="14416" y="1996"/>
                </a:lnTo>
                <a:lnTo>
                  <a:pt x="14416" y="1880"/>
                </a:lnTo>
                <a:lnTo>
                  <a:pt x="14574" y="1880"/>
                </a:lnTo>
                <a:lnTo>
                  <a:pt x="14574" y="1996"/>
                </a:lnTo>
                <a:moveTo>
                  <a:pt x="14310" y="1996"/>
                </a:moveTo>
                <a:lnTo>
                  <a:pt x="14151" y="1996"/>
                </a:lnTo>
                <a:lnTo>
                  <a:pt x="14151" y="1880"/>
                </a:lnTo>
                <a:lnTo>
                  <a:pt x="14310" y="1880"/>
                </a:lnTo>
                <a:lnTo>
                  <a:pt x="14310" y="1996"/>
                </a:lnTo>
                <a:moveTo>
                  <a:pt x="14045" y="1996"/>
                </a:moveTo>
                <a:lnTo>
                  <a:pt x="13886" y="1996"/>
                </a:lnTo>
                <a:lnTo>
                  <a:pt x="13886" y="1880"/>
                </a:lnTo>
                <a:lnTo>
                  <a:pt x="14045" y="1880"/>
                </a:lnTo>
                <a:lnTo>
                  <a:pt x="14045" y="1996"/>
                </a:lnTo>
                <a:moveTo>
                  <a:pt x="13780" y="1996"/>
                </a:moveTo>
                <a:lnTo>
                  <a:pt x="13621" y="1996"/>
                </a:lnTo>
                <a:lnTo>
                  <a:pt x="13621" y="1880"/>
                </a:lnTo>
                <a:lnTo>
                  <a:pt x="13780" y="1880"/>
                </a:lnTo>
                <a:lnTo>
                  <a:pt x="13780" y="1996"/>
                </a:lnTo>
                <a:moveTo>
                  <a:pt x="13515" y="1996"/>
                </a:moveTo>
                <a:lnTo>
                  <a:pt x="13356" y="1996"/>
                </a:lnTo>
                <a:lnTo>
                  <a:pt x="13356" y="1880"/>
                </a:lnTo>
                <a:lnTo>
                  <a:pt x="13515" y="1880"/>
                </a:lnTo>
                <a:lnTo>
                  <a:pt x="13515" y="1996"/>
                </a:lnTo>
                <a:moveTo>
                  <a:pt x="13249" y="1996"/>
                </a:moveTo>
                <a:lnTo>
                  <a:pt x="13091" y="1996"/>
                </a:lnTo>
                <a:lnTo>
                  <a:pt x="13091" y="1880"/>
                </a:lnTo>
                <a:lnTo>
                  <a:pt x="13249" y="1880"/>
                </a:lnTo>
                <a:lnTo>
                  <a:pt x="13249" y="1996"/>
                </a:lnTo>
                <a:moveTo>
                  <a:pt x="12984" y="1996"/>
                </a:moveTo>
                <a:lnTo>
                  <a:pt x="12826" y="1996"/>
                </a:lnTo>
                <a:lnTo>
                  <a:pt x="12826" y="1880"/>
                </a:lnTo>
                <a:lnTo>
                  <a:pt x="12984" y="1880"/>
                </a:lnTo>
                <a:lnTo>
                  <a:pt x="12984" y="1996"/>
                </a:lnTo>
                <a:moveTo>
                  <a:pt x="12720" y="1996"/>
                </a:moveTo>
                <a:lnTo>
                  <a:pt x="12561" y="1996"/>
                </a:lnTo>
                <a:lnTo>
                  <a:pt x="12561" y="1880"/>
                </a:lnTo>
                <a:lnTo>
                  <a:pt x="12720" y="1880"/>
                </a:lnTo>
                <a:lnTo>
                  <a:pt x="12720" y="1996"/>
                </a:lnTo>
                <a:moveTo>
                  <a:pt x="12455" y="1996"/>
                </a:moveTo>
                <a:lnTo>
                  <a:pt x="12296" y="1996"/>
                </a:lnTo>
                <a:lnTo>
                  <a:pt x="12296" y="1880"/>
                </a:lnTo>
                <a:lnTo>
                  <a:pt x="12455" y="1880"/>
                </a:lnTo>
                <a:lnTo>
                  <a:pt x="12455" y="1996"/>
                </a:lnTo>
                <a:moveTo>
                  <a:pt x="12190" y="1996"/>
                </a:moveTo>
                <a:lnTo>
                  <a:pt x="12031" y="1996"/>
                </a:lnTo>
                <a:lnTo>
                  <a:pt x="12031" y="1880"/>
                </a:lnTo>
                <a:lnTo>
                  <a:pt x="12190" y="1880"/>
                </a:lnTo>
                <a:lnTo>
                  <a:pt x="12190" y="1996"/>
                </a:lnTo>
                <a:moveTo>
                  <a:pt x="11925" y="1996"/>
                </a:moveTo>
                <a:lnTo>
                  <a:pt x="11767" y="1996"/>
                </a:lnTo>
                <a:lnTo>
                  <a:pt x="11767" y="1880"/>
                </a:lnTo>
                <a:lnTo>
                  <a:pt x="11925" y="1880"/>
                </a:lnTo>
                <a:lnTo>
                  <a:pt x="11925" y="1996"/>
                </a:lnTo>
                <a:moveTo>
                  <a:pt x="11660" y="1996"/>
                </a:moveTo>
                <a:lnTo>
                  <a:pt x="11502" y="1996"/>
                </a:lnTo>
                <a:lnTo>
                  <a:pt x="11502" y="1880"/>
                </a:lnTo>
                <a:lnTo>
                  <a:pt x="11660" y="1880"/>
                </a:lnTo>
                <a:lnTo>
                  <a:pt x="11660" y="1996"/>
                </a:lnTo>
                <a:moveTo>
                  <a:pt x="11396" y="1996"/>
                </a:moveTo>
                <a:lnTo>
                  <a:pt x="11237" y="1996"/>
                </a:lnTo>
                <a:lnTo>
                  <a:pt x="11237" y="1880"/>
                </a:lnTo>
                <a:lnTo>
                  <a:pt x="11396" y="1880"/>
                </a:lnTo>
                <a:lnTo>
                  <a:pt x="11396" y="1996"/>
                </a:lnTo>
                <a:moveTo>
                  <a:pt x="11131" y="1996"/>
                </a:moveTo>
                <a:lnTo>
                  <a:pt x="10972" y="1996"/>
                </a:lnTo>
                <a:lnTo>
                  <a:pt x="10972" y="1880"/>
                </a:lnTo>
                <a:lnTo>
                  <a:pt x="11131" y="1880"/>
                </a:lnTo>
                <a:lnTo>
                  <a:pt x="11131" y="1996"/>
                </a:lnTo>
                <a:moveTo>
                  <a:pt x="10866" y="1996"/>
                </a:moveTo>
                <a:lnTo>
                  <a:pt x="10707" y="1996"/>
                </a:lnTo>
                <a:lnTo>
                  <a:pt x="10707" y="1880"/>
                </a:lnTo>
                <a:lnTo>
                  <a:pt x="10866" y="1880"/>
                </a:lnTo>
                <a:lnTo>
                  <a:pt x="10866" y="1996"/>
                </a:lnTo>
                <a:moveTo>
                  <a:pt x="10601" y="1996"/>
                </a:moveTo>
                <a:lnTo>
                  <a:pt x="10443" y="1996"/>
                </a:lnTo>
                <a:lnTo>
                  <a:pt x="10443" y="1880"/>
                </a:lnTo>
                <a:lnTo>
                  <a:pt x="10601" y="1880"/>
                </a:lnTo>
                <a:lnTo>
                  <a:pt x="10601" y="1996"/>
                </a:lnTo>
                <a:moveTo>
                  <a:pt x="10336" y="1996"/>
                </a:moveTo>
                <a:lnTo>
                  <a:pt x="10178" y="1996"/>
                </a:lnTo>
                <a:lnTo>
                  <a:pt x="10178" y="1880"/>
                </a:lnTo>
                <a:lnTo>
                  <a:pt x="10336" y="1880"/>
                </a:lnTo>
                <a:lnTo>
                  <a:pt x="10336" y="1996"/>
                </a:lnTo>
                <a:moveTo>
                  <a:pt x="10072" y="1996"/>
                </a:moveTo>
                <a:lnTo>
                  <a:pt x="9913" y="1996"/>
                </a:lnTo>
                <a:lnTo>
                  <a:pt x="9913" y="1880"/>
                </a:lnTo>
                <a:lnTo>
                  <a:pt x="10072" y="1880"/>
                </a:lnTo>
                <a:lnTo>
                  <a:pt x="10072" y="1996"/>
                </a:lnTo>
                <a:moveTo>
                  <a:pt x="9807" y="1996"/>
                </a:moveTo>
                <a:lnTo>
                  <a:pt x="9648" y="1996"/>
                </a:lnTo>
                <a:lnTo>
                  <a:pt x="9648" y="1880"/>
                </a:lnTo>
                <a:lnTo>
                  <a:pt x="9807" y="1880"/>
                </a:lnTo>
                <a:lnTo>
                  <a:pt x="9807" y="1996"/>
                </a:lnTo>
                <a:moveTo>
                  <a:pt x="9542" y="1996"/>
                </a:moveTo>
                <a:lnTo>
                  <a:pt x="9383" y="1996"/>
                </a:lnTo>
                <a:lnTo>
                  <a:pt x="9383" y="1880"/>
                </a:lnTo>
                <a:lnTo>
                  <a:pt x="9542" y="1880"/>
                </a:lnTo>
                <a:lnTo>
                  <a:pt x="9542" y="1996"/>
                </a:lnTo>
                <a:moveTo>
                  <a:pt x="9277" y="1996"/>
                </a:moveTo>
                <a:lnTo>
                  <a:pt x="9118" y="1996"/>
                </a:lnTo>
                <a:lnTo>
                  <a:pt x="9118" y="1880"/>
                </a:lnTo>
                <a:lnTo>
                  <a:pt x="9277" y="1880"/>
                </a:lnTo>
                <a:lnTo>
                  <a:pt x="9277" y="1996"/>
                </a:lnTo>
                <a:moveTo>
                  <a:pt x="9012" y="1996"/>
                </a:moveTo>
                <a:lnTo>
                  <a:pt x="8854" y="1996"/>
                </a:lnTo>
                <a:lnTo>
                  <a:pt x="8854" y="1880"/>
                </a:lnTo>
                <a:lnTo>
                  <a:pt x="9012" y="1880"/>
                </a:lnTo>
                <a:lnTo>
                  <a:pt x="9012" y="1996"/>
                </a:lnTo>
                <a:moveTo>
                  <a:pt x="8748" y="1996"/>
                </a:moveTo>
                <a:lnTo>
                  <a:pt x="8589" y="1996"/>
                </a:lnTo>
                <a:lnTo>
                  <a:pt x="8589" y="1880"/>
                </a:lnTo>
                <a:lnTo>
                  <a:pt x="8748" y="1880"/>
                </a:lnTo>
                <a:lnTo>
                  <a:pt x="8748" y="1996"/>
                </a:lnTo>
                <a:moveTo>
                  <a:pt x="8483" y="1996"/>
                </a:moveTo>
                <a:lnTo>
                  <a:pt x="8324" y="1996"/>
                </a:lnTo>
                <a:lnTo>
                  <a:pt x="8324" y="1880"/>
                </a:lnTo>
                <a:lnTo>
                  <a:pt x="8483" y="1880"/>
                </a:lnTo>
                <a:lnTo>
                  <a:pt x="8483" y="1996"/>
                </a:lnTo>
                <a:moveTo>
                  <a:pt x="8218" y="1996"/>
                </a:moveTo>
                <a:lnTo>
                  <a:pt x="8059" y="1996"/>
                </a:lnTo>
                <a:lnTo>
                  <a:pt x="8059" y="1880"/>
                </a:lnTo>
                <a:lnTo>
                  <a:pt x="8218" y="1880"/>
                </a:lnTo>
                <a:lnTo>
                  <a:pt x="8218" y="1996"/>
                </a:lnTo>
                <a:moveTo>
                  <a:pt x="7953" y="1996"/>
                </a:moveTo>
                <a:lnTo>
                  <a:pt x="7794" y="1996"/>
                </a:lnTo>
                <a:lnTo>
                  <a:pt x="7794" y="1880"/>
                </a:lnTo>
                <a:lnTo>
                  <a:pt x="7953" y="1880"/>
                </a:lnTo>
                <a:lnTo>
                  <a:pt x="7953" y="1996"/>
                </a:lnTo>
                <a:moveTo>
                  <a:pt x="7688" y="1996"/>
                </a:moveTo>
                <a:lnTo>
                  <a:pt x="7530" y="1996"/>
                </a:lnTo>
                <a:lnTo>
                  <a:pt x="7530" y="1880"/>
                </a:lnTo>
                <a:lnTo>
                  <a:pt x="7688" y="1880"/>
                </a:lnTo>
                <a:lnTo>
                  <a:pt x="7688" y="1996"/>
                </a:lnTo>
                <a:moveTo>
                  <a:pt x="7424" y="1996"/>
                </a:moveTo>
                <a:lnTo>
                  <a:pt x="7265" y="1996"/>
                </a:lnTo>
                <a:lnTo>
                  <a:pt x="7265" y="1880"/>
                </a:lnTo>
                <a:lnTo>
                  <a:pt x="7424" y="1880"/>
                </a:lnTo>
                <a:lnTo>
                  <a:pt x="7424" y="1996"/>
                </a:lnTo>
                <a:moveTo>
                  <a:pt x="7159" y="1996"/>
                </a:moveTo>
                <a:lnTo>
                  <a:pt x="7000" y="1996"/>
                </a:lnTo>
                <a:lnTo>
                  <a:pt x="7000" y="1880"/>
                </a:lnTo>
                <a:lnTo>
                  <a:pt x="7159" y="1880"/>
                </a:lnTo>
                <a:lnTo>
                  <a:pt x="7159" y="1996"/>
                </a:lnTo>
                <a:moveTo>
                  <a:pt x="6894" y="1996"/>
                </a:moveTo>
                <a:lnTo>
                  <a:pt x="6735" y="1996"/>
                </a:lnTo>
                <a:lnTo>
                  <a:pt x="6735" y="1880"/>
                </a:lnTo>
                <a:lnTo>
                  <a:pt x="6894" y="1880"/>
                </a:lnTo>
                <a:lnTo>
                  <a:pt x="6894" y="1996"/>
                </a:lnTo>
                <a:moveTo>
                  <a:pt x="6629" y="1996"/>
                </a:moveTo>
                <a:lnTo>
                  <a:pt x="6470" y="1996"/>
                </a:lnTo>
                <a:lnTo>
                  <a:pt x="6470" y="1880"/>
                </a:lnTo>
                <a:lnTo>
                  <a:pt x="6629" y="1880"/>
                </a:lnTo>
                <a:lnTo>
                  <a:pt x="6629" y="1996"/>
                </a:lnTo>
                <a:moveTo>
                  <a:pt x="6364" y="1996"/>
                </a:moveTo>
                <a:lnTo>
                  <a:pt x="6206" y="1996"/>
                </a:lnTo>
                <a:lnTo>
                  <a:pt x="6206" y="1880"/>
                </a:lnTo>
                <a:lnTo>
                  <a:pt x="6364" y="1880"/>
                </a:lnTo>
                <a:lnTo>
                  <a:pt x="6364" y="1996"/>
                </a:lnTo>
                <a:moveTo>
                  <a:pt x="6100" y="1996"/>
                </a:moveTo>
                <a:lnTo>
                  <a:pt x="5941" y="1996"/>
                </a:lnTo>
                <a:lnTo>
                  <a:pt x="5941" y="1880"/>
                </a:lnTo>
                <a:lnTo>
                  <a:pt x="6100" y="1880"/>
                </a:lnTo>
                <a:lnTo>
                  <a:pt x="6100" y="1996"/>
                </a:lnTo>
                <a:moveTo>
                  <a:pt x="5835" y="1996"/>
                </a:moveTo>
                <a:lnTo>
                  <a:pt x="5676" y="1996"/>
                </a:lnTo>
                <a:lnTo>
                  <a:pt x="5676" y="1880"/>
                </a:lnTo>
                <a:lnTo>
                  <a:pt x="5835" y="1880"/>
                </a:lnTo>
                <a:lnTo>
                  <a:pt x="5835" y="1996"/>
                </a:lnTo>
                <a:moveTo>
                  <a:pt x="5570" y="1996"/>
                </a:moveTo>
                <a:lnTo>
                  <a:pt x="5411" y="1996"/>
                </a:lnTo>
                <a:lnTo>
                  <a:pt x="5411" y="1880"/>
                </a:lnTo>
                <a:lnTo>
                  <a:pt x="5570" y="1880"/>
                </a:lnTo>
                <a:lnTo>
                  <a:pt x="5570" y="1996"/>
                </a:lnTo>
                <a:moveTo>
                  <a:pt x="5305" y="1996"/>
                </a:moveTo>
                <a:lnTo>
                  <a:pt x="5146" y="1996"/>
                </a:lnTo>
                <a:lnTo>
                  <a:pt x="5146" y="1880"/>
                </a:lnTo>
                <a:lnTo>
                  <a:pt x="5305" y="1880"/>
                </a:lnTo>
                <a:lnTo>
                  <a:pt x="5305" y="1996"/>
                </a:lnTo>
                <a:moveTo>
                  <a:pt x="5040" y="1996"/>
                </a:moveTo>
                <a:lnTo>
                  <a:pt x="4882" y="1996"/>
                </a:lnTo>
                <a:lnTo>
                  <a:pt x="4882" y="1880"/>
                </a:lnTo>
                <a:lnTo>
                  <a:pt x="5040" y="1880"/>
                </a:lnTo>
                <a:lnTo>
                  <a:pt x="5040" y="1996"/>
                </a:lnTo>
                <a:moveTo>
                  <a:pt x="4776" y="1996"/>
                </a:moveTo>
                <a:lnTo>
                  <a:pt x="4617" y="1996"/>
                </a:lnTo>
                <a:lnTo>
                  <a:pt x="4617" y="1880"/>
                </a:lnTo>
                <a:lnTo>
                  <a:pt x="4776" y="1880"/>
                </a:lnTo>
                <a:lnTo>
                  <a:pt x="4776" y="1996"/>
                </a:lnTo>
                <a:moveTo>
                  <a:pt x="4511" y="1996"/>
                </a:moveTo>
                <a:lnTo>
                  <a:pt x="4352" y="1996"/>
                </a:lnTo>
                <a:lnTo>
                  <a:pt x="4352" y="1880"/>
                </a:lnTo>
                <a:lnTo>
                  <a:pt x="4511" y="1880"/>
                </a:lnTo>
                <a:lnTo>
                  <a:pt x="4511" y="1996"/>
                </a:lnTo>
                <a:moveTo>
                  <a:pt x="4246" y="1996"/>
                </a:moveTo>
                <a:lnTo>
                  <a:pt x="4087" y="1996"/>
                </a:lnTo>
                <a:lnTo>
                  <a:pt x="4087" y="1880"/>
                </a:lnTo>
                <a:lnTo>
                  <a:pt x="4246" y="1880"/>
                </a:lnTo>
                <a:lnTo>
                  <a:pt x="4246" y="1996"/>
                </a:lnTo>
                <a:moveTo>
                  <a:pt x="3981" y="1996"/>
                </a:moveTo>
                <a:lnTo>
                  <a:pt x="3822" y="1996"/>
                </a:lnTo>
                <a:lnTo>
                  <a:pt x="3822" y="1880"/>
                </a:lnTo>
                <a:lnTo>
                  <a:pt x="3981" y="1880"/>
                </a:lnTo>
                <a:lnTo>
                  <a:pt x="3981" y="1996"/>
                </a:lnTo>
                <a:moveTo>
                  <a:pt x="3716" y="1996"/>
                </a:moveTo>
                <a:lnTo>
                  <a:pt x="3558" y="1996"/>
                </a:lnTo>
                <a:lnTo>
                  <a:pt x="3558" y="1880"/>
                </a:lnTo>
                <a:lnTo>
                  <a:pt x="3716" y="1880"/>
                </a:lnTo>
                <a:lnTo>
                  <a:pt x="3716" y="1996"/>
                </a:lnTo>
                <a:moveTo>
                  <a:pt x="3452" y="1996"/>
                </a:moveTo>
                <a:lnTo>
                  <a:pt x="3293" y="1996"/>
                </a:lnTo>
                <a:lnTo>
                  <a:pt x="3293" y="1880"/>
                </a:lnTo>
                <a:lnTo>
                  <a:pt x="3452" y="1880"/>
                </a:lnTo>
                <a:lnTo>
                  <a:pt x="3452" y="1996"/>
                </a:lnTo>
                <a:moveTo>
                  <a:pt x="3187" y="1996"/>
                </a:moveTo>
                <a:lnTo>
                  <a:pt x="3028" y="1996"/>
                </a:lnTo>
                <a:lnTo>
                  <a:pt x="3028" y="1880"/>
                </a:lnTo>
                <a:lnTo>
                  <a:pt x="3187" y="1880"/>
                </a:lnTo>
                <a:lnTo>
                  <a:pt x="3187" y="1996"/>
                </a:lnTo>
                <a:moveTo>
                  <a:pt x="2922" y="1996"/>
                </a:moveTo>
                <a:lnTo>
                  <a:pt x="2763" y="1996"/>
                </a:lnTo>
                <a:lnTo>
                  <a:pt x="2763" y="1880"/>
                </a:lnTo>
                <a:lnTo>
                  <a:pt x="2922" y="1880"/>
                </a:lnTo>
                <a:lnTo>
                  <a:pt x="2922" y="1996"/>
                </a:lnTo>
                <a:moveTo>
                  <a:pt x="2657" y="1996"/>
                </a:moveTo>
                <a:lnTo>
                  <a:pt x="2498" y="1996"/>
                </a:lnTo>
                <a:lnTo>
                  <a:pt x="2498" y="1880"/>
                </a:lnTo>
                <a:lnTo>
                  <a:pt x="2657" y="1880"/>
                </a:lnTo>
                <a:lnTo>
                  <a:pt x="2657" y="1996"/>
                </a:lnTo>
                <a:moveTo>
                  <a:pt x="2392" y="1996"/>
                </a:moveTo>
                <a:lnTo>
                  <a:pt x="2234" y="1996"/>
                </a:lnTo>
                <a:lnTo>
                  <a:pt x="2234" y="1880"/>
                </a:lnTo>
                <a:lnTo>
                  <a:pt x="2392" y="1880"/>
                </a:lnTo>
                <a:lnTo>
                  <a:pt x="2392" y="1996"/>
                </a:lnTo>
                <a:moveTo>
                  <a:pt x="2128" y="1996"/>
                </a:moveTo>
                <a:lnTo>
                  <a:pt x="1969" y="1996"/>
                </a:lnTo>
                <a:lnTo>
                  <a:pt x="1969" y="1880"/>
                </a:lnTo>
                <a:lnTo>
                  <a:pt x="2128" y="1880"/>
                </a:lnTo>
                <a:lnTo>
                  <a:pt x="2128" y="1996"/>
                </a:lnTo>
                <a:moveTo>
                  <a:pt x="1863" y="1996"/>
                </a:moveTo>
                <a:lnTo>
                  <a:pt x="1704" y="1996"/>
                </a:lnTo>
                <a:lnTo>
                  <a:pt x="1704" y="1880"/>
                </a:lnTo>
                <a:lnTo>
                  <a:pt x="1863" y="1880"/>
                </a:lnTo>
                <a:lnTo>
                  <a:pt x="1863" y="1996"/>
                </a:lnTo>
                <a:moveTo>
                  <a:pt x="1598" y="1996"/>
                </a:moveTo>
                <a:lnTo>
                  <a:pt x="1439" y="1996"/>
                </a:lnTo>
                <a:lnTo>
                  <a:pt x="1439" y="1880"/>
                </a:lnTo>
                <a:lnTo>
                  <a:pt x="1598" y="1880"/>
                </a:lnTo>
                <a:lnTo>
                  <a:pt x="1598" y="1996"/>
                </a:lnTo>
                <a:moveTo>
                  <a:pt x="1333" y="1996"/>
                </a:moveTo>
                <a:lnTo>
                  <a:pt x="1174" y="1996"/>
                </a:lnTo>
                <a:lnTo>
                  <a:pt x="1174" y="1880"/>
                </a:lnTo>
                <a:lnTo>
                  <a:pt x="1333" y="1880"/>
                </a:lnTo>
                <a:lnTo>
                  <a:pt x="1333" y="1996"/>
                </a:lnTo>
                <a:moveTo>
                  <a:pt x="1068" y="1996"/>
                </a:moveTo>
                <a:lnTo>
                  <a:pt x="910" y="1996"/>
                </a:lnTo>
                <a:lnTo>
                  <a:pt x="910" y="1880"/>
                </a:lnTo>
                <a:lnTo>
                  <a:pt x="1068" y="1880"/>
                </a:lnTo>
                <a:lnTo>
                  <a:pt x="1068" y="1996"/>
                </a:lnTo>
                <a:moveTo>
                  <a:pt x="804" y="1996"/>
                </a:moveTo>
                <a:lnTo>
                  <a:pt x="645" y="1996"/>
                </a:lnTo>
                <a:lnTo>
                  <a:pt x="645" y="1880"/>
                </a:lnTo>
                <a:lnTo>
                  <a:pt x="804" y="1880"/>
                </a:lnTo>
                <a:lnTo>
                  <a:pt x="804" y="1996"/>
                </a:lnTo>
                <a:moveTo>
                  <a:pt x="539" y="1996"/>
                </a:moveTo>
                <a:lnTo>
                  <a:pt x="380" y="1996"/>
                </a:lnTo>
                <a:lnTo>
                  <a:pt x="380" y="1880"/>
                </a:lnTo>
                <a:lnTo>
                  <a:pt x="539" y="1880"/>
                </a:lnTo>
                <a:lnTo>
                  <a:pt x="539" y="1996"/>
                </a:lnTo>
                <a:moveTo>
                  <a:pt x="270" y="1995"/>
                </a:moveTo>
                <a:cubicBezTo>
                  <a:pt x="201" y="1989"/>
                  <a:pt x="141" y="1962"/>
                  <a:pt x="91" y="1914"/>
                </a:cubicBezTo>
                <a:lnTo>
                  <a:pt x="172" y="1830"/>
                </a:lnTo>
                <a:cubicBezTo>
                  <a:pt x="202" y="1859"/>
                  <a:pt x="238" y="1875"/>
                  <a:pt x="280" y="1879"/>
                </a:cubicBezTo>
                <a:lnTo>
                  <a:pt x="270" y="1995"/>
                </a:lnTo>
                <a:moveTo>
                  <a:pt x="18" y="1803"/>
                </a:moveTo>
                <a:cubicBezTo>
                  <a:pt x="6" y="1770"/>
                  <a:pt x="0" y="1735"/>
                  <a:pt x="0" y="1700"/>
                </a:cubicBezTo>
                <a:lnTo>
                  <a:pt x="0" y="1626"/>
                </a:lnTo>
                <a:lnTo>
                  <a:pt x="116" y="1626"/>
                </a:lnTo>
                <a:lnTo>
                  <a:pt x="116" y="1700"/>
                </a:lnTo>
                <a:cubicBezTo>
                  <a:pt x="116" y="1721"/>
                  <a:pt x="120" y="1742"/>
                  <a:pt x="128" y="1763"/>
                </a:cubicBezTo>
                <a:lnTo>
                  <a:pt x="18" y="1803"/>
                </a:lnTo>
                <a:moveTo>
                  <a:pt x="0" y="1520"/>
                </a:moveTo>
                <a:lnTo>
                  <a:pt x="0" y="1361"/>
                </a:lnTo>
                <a:lnTo>
                  <a:pt x="116" y="1361"/>
                </a:lnTo>
                <a:lnTo>
                  <a:pt x="116" y="1520"/>
                </a:lnTo>
                <a:lnTo>
                  <a:pt x="0" y="1520"/>
                </a:lnTo>
                <a:moveTo>
                  <a:pt x="0" y="1255"/>
                </a:moveTo>
                <a:lnTo>
                  <a:pt x="0" y="1096"/>
                </a:lnTo>
                <a:lnTo>
                  <a:pt x="116" y="1096"/>
                </a:lnTo>
                <a:lnTo>
                  <a:pt x="116" y="1255"/>
                </a:lnTo>
                <a:lnTo>
                  <a:pt x="0" y="1255"/>
                </a:lnTo>
                <a:moveTo>
                  <a:pt x="0" y="990"/>
                </a:moveTo>
                <a:lnTo>
                  <a:pt x="0" y="831"/>
                </a:lnTo>
                <a:lnTo>
                  <a:pt x="116" y="831"/>
                </a:lnTo>
                <a:lnTo>
                  <a:pt x="116" y="990"/>
                </a:lnTo>
                <a:lnTo>
                  <a:pt x="0" y="990"/>
                </a:lnTo>
                <a:moveTo>
                  <a:pt x="0" y="725"/>
                </a:moveTo>
                <a:lnTo>
                  <a:pt x="0" y="566"/>
                </a:lnTo>
                <a:lnTo>
                  <a:pt x="116" y="566"/>
                </a:lnTo>
                <a:lnTo>
                  <a:pt x="116" y="725"/>
                </a:lnTo>
                <a:lnTo>
                  <a:pt x="0" y="725"/>
                </a:lnTo>
                <a:moveTo>
                  <a:pt x="0" y="460"/>
                </a:moveTo>
                <a:lnTo>
                  <a:pt x="0" y="301"/>
                </a:lnTo>
                <a:lnTo>
                  <a:pt x="116" y="301"/>
                </a:lnTo>
                <a:lnTo>
                  <a:pt x="116" y="460"/>
                </a:lnTo>
                <a:lnTo>
                  <a:pt x="0" y="460"/>
                </a:lnTo>
                <a:moveTo>
                  <a:pt x="27" y="173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5"/>
                  <a:pt x="150" y="183"/>
                  <a:pt x="133" y="222"/>
                </a:cubicBezTo>
                <a:lnTo>
                  <a:pt x="27" y="173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7"/>
                </a:lnTo>
                <a:lnTo>
                  <a:pt x="296" y="117"/>
                </a:lnTo>
                <a:cubicBezTo>
                  <a:pt x="295" y="117"/>
                  <a:pt x="294" y="117"/>
                  <a:pt x="293" y="117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2266920" y="1361880"/>
            <a:ext cx="1943280" cy="857520"/>
          </a:xfrm>
          <a:custGeom>
            <a:avLst/>
            <a:gdLst/>
            <a:ahLst/>
            <a:rect l="0" t="0" r="r" b="b"/>
            <a:pathLst>
              <a:path w="5398" h="2382">
                <a:moveTo>
                  <a:pt x="0" y="2143"/>
                </a:moveTo>
                <a:lnTo>
                  <a:pt x="0" y="238"/>
                </a:lnTo>
                <a:cubicBezTo>
                  <a:pt x="0" y="223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5160" y="0"/>
                </a:lnTo>
                <a:cubicBezTo>
                  <a:pt x="5176" y="0"/>
                  <a:pt x="5191" y="2"/>
                  <a:pt x="5206" y="5"/>
                </a:cubicBezTo>
                <a:cubicBezTo>
                  <a:pt x="5222" y="8"/>
                  <a:pt x="5237" y="12"/>
                  <a:pt x="5251" y="18"/>
                </a:cubicBezTo>
                <a:cubicBezTo>
                  <a:pt x="5266" y="24"/>
                  <a:pt x="5279" y="31"/>
                  <a:pt x="5292" y="40"/>
                </a:cubicBezTo>
                <a:cubicBezTo>
                  <a:pt x="5305" y="49"/>
                  <a:pt x="5317" y="59"/>
                  <a:pt x="5328" y="70"/>
                </a:cubicBezTo>
                <a:cubicBezTo>
                  <a:pt x="5339" y="81"/>
                  <a:pt x="5349" y="93"/>
                  <a:pt x="5358" y="106"/>
                </a:cubicBezTo>
                <a:cubicBezTo>
                  <a:pt x="5367" y="119"/>
                  <a:pt x="5374" y="133"/>
                  <a:pt x="5380" y="147"/>
                </a:cubicBezTo>
                <a:cubicBezTo>
                  <a:pt x="5386" y="161"/>
                  <a:pt x="5390" y="176"/>
                  <a:pt x="5394" y="192"/>
                </a:cubicBezTo>
                <a:cubicBezTo>
                  <a:pt x="5397" y="207"/>
                  <a:pt x="5398" y="223"/>
                  <a:pt x="5398" y="238"/>
                </a:cubicBezTo>
                <a:lnTo>
                  <a:pt x="5398" y="2143"/>
                </a:lnTo>
                <a:cubicBezTo>
                  <a:pt x="5398" y="2159"/>
                  <a:pt x="5397" y="2175"/>
                  <a:pt x="5394" y="2191"/>
                </a:cubicBezTo>
                <a:cubicBezTo>
                  <a:pt x="5390" y="2206"/>
                  <a:pt x="5386" y="2221"/>
                  <a:pt x="5380" y="2235"/>
                </a:cubicBezTo>
                <a:cubicBezTo>
                  <a:pt x="5374" y="2250"/>
                  <a:pt x="5367" y="2263"/>
                  <a:pt x="5358" y="2276"/>
                </a:cubicBezTo>
                <a:cubicBezTo>
                  <a:pt x="5349" y="2289"/>
                  <a:pt x="5339" y="2301"/>
                  <a:pt x="5328" y="2313"/>
                </a:cubicBezTo>
                <a:cubicBezTo>
                  <a:pt x="5317" y="2324"/>
                  <a:pt x="5305" y="2333"/>
                  <a:pt x="5292" y="2342"/>
                </a:cubicBezTo>
                <a:cubicBezTo>
                  <a:pt x="5279" y="2351"/>
                  <a:pt x="5266" y="2358"/>
                  <a:pt x="5251" y="2364"/>
                </a:cubicBezTo>
                <a:cubicBezTo>
                  <a:pt x="5237" y="2370"/>
                  <a:pt x="5222" y="2375"/>
                  <a:pt x="5206" y="2378"/>
                </a:cubicBezTo>
                <a:cubicBezTo>
                  <a:pt x="5191" y="2381"/>
                  <a:pt x="5176" y="2382"/>
                  <a:pt x="5160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3"/>
                  <a:pt x="80" y="2324"/>
                  <a:pt x="69" y="2313"/>
                </a:cubicBezTo>
                <a:cubicBezTo>
                  <a:pt x="58" y="2301"/>
                  <a:pt x="48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7" y="2206"/>
                  <a:pt x="4" y="2191"/>
                </a:cubicBezTo>
                <a:cubicBezTo>
                  <a:pt x="1" y="2175"/>
                  <a:pt x="0" y="2159"/>
                  <a:pt x="0" y="2143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2266920" y="1361880"/>
            <a:ext cx="1943280" cy="857520"/>
          </a:xfrm>
          <a:custGeom>
            <a:avLst/>
            <a:gdLst/>
            <a:ahLst/>
            <a:rect l="0" t="0" r="r" b="b"/>
            <a:pathLst>
              <a:path w="5398" h="2382">
                <a:moveTo>
                  <a:pt x="0" y="2143"/>
                </a:moveTo>
                <a:lnTo>
                  <a:pt x="0" y="238"/>
                </a:lnTo>
                <a:cubicBezTo>
                  <a:pt x="0" y="223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1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5160" y="0"/>
                </a:lnTo>
                <a:cubicBezTo>
                  <a:pt x="5176" y="0"/>
                  <a:pt x="5191" y="2"/>
                  <a:pt x="5206" y="5"/>
                </a:cubicBezTo>
                <a:cubicBezTo>
                  <a:pt x="5222" y="8"/>
                  <a:pt x="5237" y="12"/>
                  <a:pt x="5251" y="18"/>
                </a:cubicBezTo>
                <a:cubicBezTo>
                  <a:pt x="5266" y="24"/>
                  <a:pt x="5279" y="31"/>
                  <a:pt x="5292" y="40"/>
                </a:cubicBezTo>
                <a:cubicBezTo>
                  <a:pt x="5305" y="49"/>
                  <a:pt x="5317" y="59"/>
                  <a:pt x="5328" y="70"/>
                </a:cubicBezTo>
                <a:cubicBezTo>
                  <a:pt x="5339" y="81"/>
                  <a:pt x="5349" y="93"/>
                  <a:pt x="5358" y="106"/>
                </a:cubicBezTo>
                <a:cubicBezTo>
                  <a:pt x="5367" y="119"/>
                  <a:pt x="5374" y="133"/>
                  <a:pt x="5380" y="147"/>
                </a:cubicBezTo>
                <a:cubicBezTo>
                  <a:pt x="5386" y="161"/>
                  <a:pt x="5390" y="176"/>
                  <a:pt x="5394" y="192"/>
                </a:cubicBezTo>
                <a:cubicBezTo>
                  <a:pt x="5397" y="207"/>
                  <a:pt x="5398" y="223"/>
                  <a:pt x="5398" y="238"/>
                </a:cubicBezTo>
                <a:lnTo>
                  <a:pt x="5398" y="2143"/>
                </a:lnTo>
                <a:cubicBezTo>
                  <a:pt x="5398" y="2159"/>
                  <a:pt x="5397" y="2175"/>
                  <a:pt x="5394" y="2191"/>
                </a:cubicBezTo>
                <a:cubicBezTo>
                  <a:pt x="5390" y="2206"/>
                  <a:pt x="5386" y="2221"/>
                  <a:pt x="5380" y="2235"/>
                </a:cubicBezTo>
                <a:cubicBezTo>
                  <a:pt x="5374" y="2250"/>
                  <a:pt x="5367" y="2263"/>
                  <a:pt x="5358" y="2276"/>
                </a:cubicBezTo>
                <a:cubicBezTo>
                  <a:pt x="5349" y="2289"/>
                  <a:pt x="5339" y="2301"/>
                  <a:pt x="5328" y="2313"/>
                </a:cubicBezTo>
                <a:cubicBezTo>
                  <a:pt x="5317" y="2324"/>
                  <a:pt x="5305" y="2333"/>
                  <a:pt x="5292" y="2342"/>
                </a:cubicBezTo>
                <a:cubicBezTo>
                  <a:pt x="5279" y="2351"/>
                  <a:pt x="5266" y="2358"/>
                  <a:pt x="5251" y="2364"/>
                </a:cubicBezTo>
                <a:cubicBezTo>
                  <a:pt x="5237" y="2370"/>
                  <a:pt x="5222" y="2375"/>
                  <a:pt x="5206" y="2378"/>
                </a:cubicBezTo>
                <a:cubicBezTo>
                  <a:pt x="5191" y="2381"/>
                  <a:pt x="5176" y="2382"/>
                  <a:pt x="5160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1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2" y="2358"/>
                  <a:pt x="118" y="2351"/>
                  <a:pt x="105" y="2342"/>
                </a:cubicBezTo>
                <a:cubicBezTo>
                  <a:pt x="92" y="2333"/>
                  <a:pt x="80" y="2324"/>
                  <a:pt x="69" y="2313"/>
                </a:cubicBezTo>
                <a:cubicBezTo>
                  <a:pt x="58" y="2301"/>
                  <a:pt x="48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7" y="2206"/>
                  <a:pt x="4" y="2191"/>
                </a:cubicBezTo>
                <a:cubicBezTo>
                  <a:pt x="1" y="2175"/>
                  <a:pt x="0" y="2159"/>
                  <a:pt x="0" y="2143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666720" y="502920"/>
            <a:ext cx="4802457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Images: the fast pipeline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2443680" y="1545840"/>
            <a:ext cx="1716163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decode_image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2581200" y="1872000"/>
            <a:ext cx="14191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uint8, channels-last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4686120" y="1361880"/>
            <a:ext cx="1695960" cy="857520"/>
          </a:xfrm>
          <a:custGeom>
            <a:avLst/>
            <a:gdLst/>
            <a:ahLst/>
            <a:rect l="0" t="0" r="r" b="b"/>
            <a:pathLst>
              <a:path w="4711" h="2382">
                <a:moveTo>
                  <a:pt x="0" y="2143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4472" y="0"/>
                </a:lnTo>
                <a:cubicBezTo>
                  <a:pt x="4488" y="0"/>
                  <a:pt x="4504" y="2"/>
                  <a:pt x="4519" y="5"/>
                </a:cubicBezTo>
                <a:cubicBezTo>
                  <a:pt x="4534" y="8"/>
                  <a:pt x="4549" y="12"/>
                  <a:pt x="4564" y="18"/>
                </a:cubicBezTo>
                <a:cubicBezTo>
                  <a:pt x="4578" y="24"/>
                  <a:pt x="4592" y="31"/>
                  <a:pt x="4605" y="40"/>
                </a:cubicBezTo>
                <a:cubicBezTo>
                  <a:pt x="4618" y="49"/>
                  <a:pt x="4630" y="59"/>
                  <a:pt x="4641" y="70"/>
                </a:cubicBezTo>
                <a:cubicBezTo>
                  <a:pt x="4652" y="81"/>
                  <a:pt x="4662" y="93"/>
                  <a:pt x="4670" y="106"/>
                </a:cubicBezTo>
                <a:cubicBezTo>
                  <a:pt x="4679" y="119"/>
                  <a:pt x="4686" y="133"/>
                  <a:pt x="4692" y="147"/>
                </a:cubicBezTo>
                <a:cubicBezTo>
                  <a:pt x="4698" y="161"/>
                  <a:pt x="4703" y="176"/>
                  <a:pt x="4706" y="192"/>
                </a:cubicBezTo>
                <a:cubicBezTo>
                  <a:pt x="4709" y="207"/>
                  <a:pt x="4711" y="223"/>
                  <a:pt x="4711" y="238"/>
                </a:cubicBezTo>
                <a:lnTo>
                  <a:pt x="4711" y="2143"/>
                </a:lnTo>
                <a:cubicBezTo>
                  <a:pt x="4711" y="2159"/>
                  <a:pt x="4709" y="2175"/>
                  <a:pt x="4706" y="2191"/>
                </a:cubicBezTo>
                <a:cubicBezTo>
                  <a:pt x="4703" y="2206"/>
                  <a:pt x="4698" y="2221"/>
                  <a:pt x="4692" y="2235"/>
                </a:cubicBezTo>
                <a:cubicBezTo>
                  <a:pt x="4686" y="2250"/>
                  <a:pt x="4679" y="2263"/>
                  <a:pt x="4670" y="2276"/>
                </a:cubicBezTo>
                <a:cubicBezTo>
                  <a:pt x="4662" y="2289"/>
                  <a:pt x="4652" y="2301"/>
                  <a:pt x="4641" y="2313"/>
                </a:cubicBezTo>
                <a:cubicBezTo>
                  <a:pt x="4630" y="2324"/>
                  <a:pt x="4618" y="2333"/>
                  <a:pt x="4605" y="2342"/>
                </a:cubicBezTo>
                <a:cubicBezTo>
                  <a:pt x="4592" y="2351"/>
                  <a:pt x="4578" y="2358"/>
                  <a:pt x="4564" y="2364"/>
                </a:cubicBezTo>
                <a:cubicBezTo>
                  <a:pt x="4549" y="2370"/>
                  <a:pt x="4534" y="2375"/>
                  <a:pt x="4519" y="2378"/>
                </a:cubicBezTo>
                <a:cubicBezTo>
                  <a:pt x="4504" y="2381"/>
                  <a:pt x="4488" y="2382"/>
                  <a:pt x="4472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2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3"/>
                  <a:pt x="81" y="2324"/>
                  <a:pt x="70" y="2313"/>
                </a:cubicBezTo>
                <a:cubicBezTo>
                  <a:pt x="59" y="2301"/>
                  <a:pt x="49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8" y="2206"/>
                  <a:pt x="5" y="2191"/>
                </a:cubicBezTo>
                <a:cubicBezTo>
                  <a:pt x="2" y="2175"/>
                  <a:pt x="0" y="2159"/>
                  <a:pt x="0" y="2143"/>
                </a:cubicBezTo>
                <a:close/>
              </a:path>
            </a:pathLst>
          </a:custGeom>
          <a:solidFill>
            <a:srgbClr val="fde8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4686120" y="1361880"/>
            <a:ext cx="1695960" cy="857520"/>
          </a:xfrm>
          <a:custGeom>
            <a:avLst/>
            <a:gdLst/>
            <a:ahLst/>
            <a:rect l="0" t="0" r="r" b="b"/>
            <a:pathLst>
              <a:path w="4711" h="2382">
                <a:moveTo>
                  <a:pt x="0" y="2143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4472" y="0"/>
                </a:lnTo>
                <a:cubicBezTo>
                  <a:pt x="4488" y="0"/>
                  <a:pt x="4504" y="2"/>
                  <a:pt x="4519" y="5"/>
                </a:cubicBezTo>
                <a:cubicBezTo>
                  <a:pt x="4534" y="8"/>
                  <a:pt x="4549" y="12"/>
                  <a:pt x="4564" y="18"/>
                </a:cubicBezTo>
                <a:cubicBezTo>
                  <a:pt x="4578" y="24"/>
                  <a:pt x="4592" y="31"/>
                  <a:pt x="4605" y="40"/>
                </a:cubicBezTo>
                <a:cubicBezTo>
                  <a:pt x="4618" y="49"/>
                  <a:pt x="4630" y="59"/>
                  <a:pt x="4641" y="70"/>
                </a:cubicBezTo>
                <a:cubicBezTo>
                  <a:pt x="4652" y="81"/>
                  <a:pt x="4662" y="93"/>
                  <a:pt x="4670" y="106"/>
                </a:cubicBezTo>
                <a:cubicBezTo>
                  <a:pt x="4679" y="119"/>
                  <a:pt x="4686" y="133"/>
                  <a:pt x="4692" y="147"/>
                </a:cubicBezTo>
                <a:cubicBezTo>
                  <a:pt x="4698" y="161"/>
                  <a:pt x="4703" y="176"/>
                  <a:pt x="4706" y="192"/>
                </a:cubicBezTo>
                <a:cubicBezTo>
                  <a:pt x="4709" y="207"/>
                  <a:pt x="4711" y="223"/>
                  <a:pt x="4711" y="238"/>
                </a:cubicBezTo>
                <a:lnTo>
                  <a:pt x="4711" y="2143"/>
                </a:lnTo>
                <a:cubicBezTo>
                  <a:pt x="4711" y="2159"/>
                  <a:pt x="4709" y="2175"/>
                  <a:pt x="4706" y="2191"/>
                </a:cubicBezTo>
                <a:cubicBezTo>
                  <a:pt x="4703" y="2206"/>
                  <a:pt x="4698" y="2221"/>
                  <a:pt x="4692" y="2235"/>
                </a:cubicBezTo>
                <a:cubicBezTo>
                  <a:pt x="4686" y="2250"/>
                  <a:pt x="4679" y="2263"/>
                  <a:pt x="4670" y="2276"/>
                </a:cubicBezTo>
                <a:cubicBezTo>
                  <a:pt x="4662" y="2289"/>
                  <a:pt x="4652" y="2301"/>
                  <a:pt x="4641" y="2313"/>
                </a:cubicBezTo>
                <a:cubicBezTo>
                  <a:pt x="4630" y="2324"/>
                  <a:pt x="4618" y="2333"/>
                  <a:pt x="4605" y="2342"/>
                </a:cubicBezTo>
                <a:cubicBezTo>
                  <a:pt x="4592" y="2351"/>
                  <a:pt x="4578" y="2358"/>
                  <a:pt x="4564" y="2364"/>
                </a:cubicBezTo>
                <a:cubicBezTo>
                  <a:pt x="4549" y="2370"/>
                  <a:pt x="4534" y="2375"/>
                  <a:pt x="4519" y="2378"/>
                </a:cubicBezTo>
                <a:cubicBezTo>
                  <a:pt x="4504" y="2381"/>
                  <a:pt x="4488" y="2382"/>
                  <a:pt x="4472" y="2382"/>
                </a:cubicBezTo>
                <a:lnTo>
                  <a:pt x="238" y="2382"/>
                </a:lnTo>
                <a:cubicBezTo>
                  <a:pt x="222" y="2382"/>
                  <a:pt x="207" y="2381"/>
                  <a:pt x="192" y="2378"/>
                </a:cubicBezTo>
                <a:cubicBezTo>
                  <a:pt x="176" y="2375"/>
                  <a:pt x="161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3"/>
                  <a:pt x="81" y="2324"/>
                  <a:pt x="70" y="2313"/>
                </a:cubicBezTo>
                <a:cubicBezTo>
                  <a:pt x="59" y="2301"/>
                  <a:pt x="49" y="2289"/>
                  <a:pt x="40" y="2276"/>
                </a:cubicBezTo>
                <a:cubicBezTo>
                  <a:pt x="31" y="2263"/>
                  <a:pt x="24" y="2250"/>
                  <a:pt x="18" y="2235"/>
                </a:cubicBezTo>
                <a:cubicBezTo>
                  <a:pt x="12" y="2221"/>
                  <a:pt x="8" y="2206"/>
                  <a:pt x="5" y="2191"/>
                </a:cubicBezTo>
                <a:cubicBezTo>
                  <a:pt x="2" y="2175"/>
                  <a:pt x="0" y="2159"/>
                  <a:pt x="0" y="2143"/>
                </a:cubicBezTo>
                <a:close/>
              </a:path>
            </a:pathLst>
          </a:custGeom>
          <a:noFill/>
          <a:ln w="18720">
            <a:solidFill>
              <a:srgbClr val="ee4c2c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4317480" y="163512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4870080" y="1545840"/>
            <a:ext cx="14416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resize / crop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5244840" y="1872000"/>
            <a:ext cx="632188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on uint8!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857640" y="1361880"/>
            <a:ext cx="1200600" cy="857520"/>
          </a:xfrm>
          <a:custGeom>
            <a:avLst/>
            <a:gdLst/>
            <a:ahLst/>
            <a:rect l="0" t="0" r="r" b="b"/>
            <a:pathLst>
              <a:path w="3335" h="2382">
                <a:moveTo>
                  <a:pt x="0" y="2143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3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8"/>
                  <a:pt x="192" y="5"/>
                </a:cubicBezTo>
                <a:cubicBezTo>
                  <a:pt x="208" y="2"/>
                  <a:pt x="223" y="0"/>
                  <a:pt x="239" y="0"/>
                </a:cubicBezTo>
                <a:lnTo>
                  <a:pt x="3097" y="0"/>
                </a:lnTo>
                <a:cubicBezTo>
                  <a:pt x="3113" y="0"/>
                  <a:pt x="3128" y="2"/>
                  <a:pt x="3144" y="5"/>
                </a:cubicBezTo>
                <a:cubicBezTo>
                  <a:pt x="3159" y="8"/>
                  <a:pt x="3174" y="12"/>
                  <a:pt x="3188" y="18"/>
                </a:cubicBezTo>
                <a:cubicBezTo>
                  <a:pt x="3203" y="24"/>
                  <a:pt x="3216" y="31"/>
                  <a:pt x="3229" y="40"/>
                </a:cubicBezTo>
                <a:cubicBezTo>
                  <a:pt x="3242" y="49"/>
                  <a:pt x="3254" y="59"/>
                  <a:pt x="3266" y="70"/>
                </a:cubicBezTo>
                <a:cubicBezTo>
                  <a:pt x="3277" y="81"/>
                  <a:pt x="3286" y="93"/>
                  <a:pt x="3295" y="106"/>
                </a:cubicBezTo>
                <a:cubicBezTo>
                  <a:pt x="3304" y="119"/>
                  <a:pt x="3311" y="133"/>
                  <a:pt x="3317" y="147"/>
                </a:cubicBezTo>
                <a:cubicBezTo>
                  <a:pt x="3323" y="161"/>
                  <a:pt x="3328" y="176"/>
                  <a:pt x="3331" y="192"/>
                </a:cubicBezTo>
                <a:cubicBezTo>
                  <a:pt x="3334" y="207"/>
                  <a:pt x="3335" y="223"/>
                  <a:pt x="3335" y="238"/>
                </a:cubicBezTo>
                <a:lnTo>
                  <a:pt x="3335" y="2143"/>
                </a:lnTo>
                <a:cubicBezTo>
                  <a:pt x="3335" y="2159"/>
                  <a:pt x="3334" y="2175"/>
                  <a:pt x="3331" y="2191"/>
                </a:cubicBezTo>
                <a:cubicBezTo>
                  <a:pt x="3328" y="2206"/>
                  <a:pt x="3323" y="2221"/>
                  <a:pt x="3317" y="2235"/>
                </a:cubicBezTo>
                <a:cubicBezTo>
                  <a:pt x="3311" y="2250"/>
                  <a:pt x="3304" y="2263"/>
                  <a:pt x="3295" y="2276"/>
                </a:cubicBezTo>
                <a:cubicBezTo>
                  <a:pt x="3286" y="2289"/>
                  <a:pt x="3277" y="2301"/>
                  <a:pt x="3266" y="2313"/>
                </a:cubicBezTo>
                <a:cubicBezTo>
                  <a:pt x="3254" y="2324"/>
                  <a:pt x="3242" y="2333"/>
                  <a:pt x="3229" y="2342"/>
                </a:cubicBezTo>
                <a:cubicBezTo>
                  <a:pt x="3216" y="2351"/>
                  <a:pt x="3203" y="2358"/>
                  <a:pt x="3188" y="2364"/>
                </a:cubicBezTo>
                <a:cubicBezTo>
                  <a:pt x="3174" y="2370"/>
                  <a:pt x="3159" y="2375"/>
                  <a:pt x="3144" y="2378"/>
                </a:cubicBezTo>
                <a:cubicBezTo>
                  <a:pt x="3128" y="2381"/>
                  <a:pt x="3113" y="2382"/>
                  <a:pt x="3097" y="2382"/>
                </a:cubicBezTo>
                <a:lnTo>
                  <a:pt x="239" y="2382"/>
                </a:lnTo>
                <a:cubicBezTo>
                  <a:pt x="223" y="2382"/>
                  <a:pt x="208" y="2381"/>
                  <a:pt x="192" y="2378"/>
                </a:cubicBezTo>
                <a:cubicBezTo>
                  <a:pt x="177" y="2375"/>
                  <a:pt x="162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3"/>
                  <a:pt x="81" y="2324"/>
                  <a:pt x="70" y="2313"/>
                </a:cubicBezTo>
                <a:cubicBezTo>
                  <a:pt x="59" y="2301"/>
                  <a:pt x="49" y="2289"/>
                  <a:pt x="41" y="2276"/>
                </a:cubicBezTo>
                <a:cubicBezTo>
                  <a:pt x="32" y="2263"/>
                  <a:pt x="25" y="2250"/>
                  <a:pt x="19" y="2235"/>
                </a:cubicBezTo>
                <a:cubicBezTo>
                  <a:pt x="13" y="2221"/>
                  <a:pt x="8" y="2206"/>
                  <a:pt x="5" y="2191"/>
                </a:cubicBezTo>
                <a:cubicBezTo>
                  <a:pt x="2" y="2175"/>
                  <a:pt x="0" y="2159"/>
                  <a:pt x="0" y="2143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6857640" y="1361880"/>
            <a:ext cx="1200600" cy="857520"/>
          </a:xfrm>
          <a:custGeom>
            <a:avLst/>
            <a:gdLst/>
            <a:ahLst/>
            <a:rect l="0" t="0" r="r" b="b"/>
            <a:pathLst>
              <a:path w="3335" h="2382">
                <a:moveTo>
                  <a:pt x="0" y="2143"/>
                </a:moveTo>
                <a:lnTo>
                  <a:pt x="0" y="238"/>
                </a:lnTo>
                <a:cubicBezTo>
                  <a:pt x="0" y="223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3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8"/>
                  <a:pt x="192" y="5"/>
                </a:cubicBezTo>
                <a:cubicBezTo>
                  <a:pt x="208" y="2"/>
                  <a:pt x="223" y="0"/>
                  <a:pt x="239" y="0"/>
                </a:cubicBezTo>
                <a:lnTo>
                  <a:pt x="3097" y="0"/>
                </a:lnTo>
                <a:cubicBezTo>
                  <a:pt x="3113" y="0"/>
                  <a:pt x="3128" y="2"/>
                  <a:pt x="3144" y="5"/>
                </a:cubicBezTo>
                <a:cubicBezTo>
                  <a:pt x="3159" y="8"/>
                  <a:pt x="3174" y="12"/>
                  <a:pt x="3188" y="18"/>
                </a:cubicBezTo>
                <a:cubicBezTo>
                  <a:pt x="3203" y="24"/>
                  <a:pt x="3216" y="31"/>
                  <a:pt x="3229" y="40"/>
                </a:cubicBezTo>
                <a:cubicBezTo>
                  <a:pt x="3242" y="49"/>
                  <a:pt x="3254" y="59"/>
                  <a:pt x="3266" y="70"/>
                </a:cubicBezTo>
                <a:cubicBezTo>
                  <a:pt x="3277" y="81"/>
                  <a:pt x="3286" y="93"/>
                  <a:pt x="3295" y="106"/>
                </a:cubicBezTo>
                <a:cubicBezTo>
                  <a:pt x="3304" y="119"/>
                  <a:pt x="3311" y="133"/>
                  <a:pt x="3317" y="147"/>
                </a:cubicBezTo>
                <a:cubicBezTo>
                  <a:pt x="3323" y="161"/>
                  <a:pt x="3328" y="176"/>
                  <a:pt x="3331" y="192"/>
                </a:cubicBezTo>
                <a:cubicBezTo>
                  <a:pt x="3334" y="207"/>
                  <a:pt x="3335" y="223"/>
                  <a:pt x="3335" y="238"/>
                </a:cubicBezTo>
                <a:lnTo>
                  <a:pt x="3335" y="2143"/>
                </a:lnTo>
                <a:cubicBezTo>
                  <a:pt x="3335" y="2159"/>
                  <a:pt x="3334" y="2175"/>
                  <a:pt x="3331" y="2191"/>
                </a:cubicBezTo>
                <a:cubicBezTo>
                  <a:pt x="3328" y="2206"/>
                  <a:pt x="3323" y="2221"/>
                  <a:pt x="3317" y="2235"/>
                </a:cubicBezTo>
                <a:cubicBezTo>
                  <a:pt x="3311" y="2250"/>
                  <a:pt x="3304" y="2263"/>
                  <a:pt x="3295" y="2276"/>
                </a:cubicBezTo>
                <a:cubicBezTo>
                  <a:pt x="3286" y="2289"/>
                  <a:pt x="3277" y="2301"/>
                  <a:pt x="3266" y="2313"/>
                </a:cubicBezTo>
                <a:cubicBezTo>
                  <a:pt x="3254" y="2324"/>
                  <a:pt x="3242" y="2333"/>
                  <a:pt x="3229" y="2342"/>
                </a:cubicBezTo>
                <a:cubicBezTo>
                  <a:pt x="3216" y="2351"/>
                  <a:pt x="3203" y="2358"/>
                  <a:pt x="3188" y="2364"/>
                </a:cubicBezTo>
                <a:cubicBezTo>
                  <a:pt x="3174" y="2370"/>
                  <a:pt x="3159" y="2375"/>
                  <a:pt x="3144" y="2378"/>
                </a:cubicBezTo>
                <a:cubicBezTo>
                  <a:pt x="3128" y="2381"/>
                  <a:pt x="3113" y="2382"/>
                  <a:pt x="3097" y="2382"/>
                </a:cubicBezTo>
                <a:lnTo>
                  <a:pt x="239" y="2382"/>
                </a:lnTo>
                <a:cubicBezTo>
                  <a:pt x="223" y="2382"/>
                  <a:pt x="208" y="2381"/>
                  <a:pt x="192" y="2378"/>
                </a:cubicBezTo>
                <a:cubicBezTo>
                  <a:pt x="177" y="2375"/>
                  <a:pt x="162" y="2370"/>
                  <a:pt x="147" y="2364"/>
                </a:cubicBezTo>
                <a:cubicBezTo>
                  <a:pt x="133" y="2358"/>
                  <a:pt x="119" y="2351"/>
                  <a:pt x="106" y="2342"/>
                </a:cubicBezTo>
                <a:cubicBezTo>
                  <a:pt x="93" y="2333"/>
                  <a:pt x="81" y="2324"/>
                  <a:pt x="70" y="2313"/>
                </a:cubicBezTo>
                <a:cubicBezTo>
                  <a:pt x="59" y="2301"/>
                  <a:pt x="49" y="2289"/>
                  <a:pt x="41" y="2276"/>
                </a:cubicBezTo>
                <a:cubicBezTo>
                  <a:pt x="32" y="2263"/>
                  <a:pt x="25" y="2250"/>
                  <a:pt x="19" y="2235"/>
                </a:cubicBezTo>
                <a:cubicBezTo>
                  <a:pt x="13" y="2221"/>
                  <a:pt x="8" y="2206"/>
                  <a:pt x="5" y="2191"/>
                </a:cubicBezTo>
                <a:cubicBezTo>
                  <a:pt x="2" y="2175"/>
                  <a:pt x="0" y="2159"/>
                  <a:pt x="0" y="2143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490080" y="163512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042320" y="1545840"/>
            <a:ext cx="93389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ToDtype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7232760" y="1872000"/>
            <a:ext cx="494942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float32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8534160" y="1476360"/>
            <a:ext cx="1391040" cy="628920"/>
          </a:xfrm>
          <a:custGeom>
            <a:avLst/>
            <a:gdLst/>
            <a:ahLst/>
            <a:rect l="0" t="0" r="r" b="b"/>
            <a:pathLst>
              <a:path w="386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3626" y="0"/>
                </a:lnTo>
                <a:cubicBezTo>
                  <a:pt x="3642" y="0"/>
                  <a:pt x="3657" y="1"/>
                  <a:pt x="3672" y="4"/>
                </a:cubicBezTo>
                <a:cubicBezTo>
                  <a:pt x="3688" y="7"/>
                  <a:pt x="3703" y="12"/>
                  <a:pt x="3717" y="18"/>
                </a:cubicBezTo>
                <a:cubicBezTo>
                  <a:pt x="3732" y="24"/>
                  <a:pt x="3745" y="31"/>
                  <a:pt x="3758" y="40"/>
                </a:cubicBezTo>
                <a:cubicBezTo>
                  <a:pt x="3771" y="48"/>
                  <a:pt x="3783" y="58"/>
                  <a:pt x="3794" y="69"/>
                </a:cubicBezTo>
                <a:cubicBezTo>
                  <a:pt x="3805" y="80"/>
                  <a:pt x="3815" y="92"/>
                  <a:pt x="3824" y="105"/>
                </a:cubicBezTo>
                <a:cubicBezTo>
                  <a:pt x="3833" y="118"/>
                  <a:pt x="3840" y="132"/>
                  <a:pt x="3846" y="147"/>
                </a:cubicBezTo>
                <a:cubicBezTo>
                  <a:pt x="3852" y="161"/>
                  <a:pt x="3856" y="176"/>
                  <a:pt x="3860" y="191"/>
                </a:cubicBezTo>
                <a:cubicBezTo>
                  <a:pt x="3863" y="207"/>
                  <a:pt x="3864" y="222"/>
                  <a:pt x="3864" y="238"/>
                </a:cubicBezTo>
                <a:lnTo>
                  <a:pt x="3864" y="1509"/>
                </a:lnTo>
                <a:cubicBezTo>
                  <a:pt x="3864" y="1524"/>
                  <a:pt x="3863" y="1540"/>
                  <a:pt x="3860" y="1555"/>
                </a:cubicBezTo>
                <a:cubicBezTo>
                  <a:pt x="3856" y="1570"/>
                  <a:pt x="3852" y="1585"/>
                  <a:pt x="3846" y="1600"/>
                </a:cubicBezTo>
                <a:cubicBezTo>
                  <a:pt x="3840" y="1614"/>
                  <a:pt x="3833" y="1628"/>
                  <a:pt x="3824" y="1641"/>
                </a:cubicBezTo>
                <a:cubicBezTo>
                  <a:pt x="3815" y="1654"/>
                  <a:pt x="3805" y="1666"/>
                  <a:pt x="3794" y="1677"/>
                </a:cubicBezTo>
                <a:cubicBezTo>
                  <a:pt x="3783" y="1688"/>
                  <a:pt x="3771" y="1698"/>
                  <a:pt x="3758" y="1707"/>
                </a:cubicBezTo>
                <a:cubicBezTo>
                  <a:pt x="3745" y="1715"/>
                  <a:pt x="3732" y="1723"/>
                  <a:pt x="3717" y="1729"/>
                </a:cubicBezTo>
                <a:cubicBezTo>
                  <a:pt x="3703" y="1735"/>
                  <a:pt x="3688" y="1739"/>
                  <a:pt x="3672" y="1742"/>
                </a:cubicBezTo>
                <a:cubicBezTo>
                  <a:pt x="3657" y="1745"/>
                  <a:pt x="3642" y="1747"/>
                  <a:pt x="3626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8534160" y="1476360"/>
            <a:ext cx="1391040" cy="628920"/>
          </a:xfrm>
          <a:custGeom>
            <a:avLst/>
            <a:gdLst/>
            <a:ahLst/>
            <a:rect l="0" t="0" r="r" b="b"/>
            <a:pathLst>
              <a:path w="3864" h="1747">
                <a:moveTo>
                  <a:pt x="0" y="1509"/>
                </a:moveTo>
                <a:lnTo>
                  <a:pt x="0" y="238"/>
                </a:lnTo>
                <a:cubicBezTo>
                  <a:pt x="0" y="222"/>
                  <a:pt x="2" y="207"/>
                  <a:pt x="5" y="191"/>
                </a:cubicBezTo>
                <a:cubicBezTo>
                  <a:pt x="8" y="176"/>
                  <a:pt x="12" y="161"/>
                  <a:pt x="18" y="147"/>
                </a:cubicBezTo>
                <a:cubicBezTo>
                  <a:pt x="24" y="132"/>
                  <a:pt x="32" y="118"/>
                  <a:pt x="40" y="105"/>
                </a:cubicBezTo>
                <a:cubicBezTo>
                  <a:pt x="49" y="92"/>
                  <a:pt x="59" y="80"/>
                  <a:pt x="70" y="69"/>
                </a:cubicBezTo>
                <a:cubicBezTo>
                  <a:pt x="81" y="58"/>
                  <a:pt x="93" y="48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6" y="7"/>
                  <a:pt x="192" y="4"/>
                </a:cubicBezTo>
                <a:cubicBezTo>
                  <a:pt x="207" y="1"/>
                  <a:pt x="223" y="0"/>
                  <a:pt x="238" y="0"/>
                </a:cubicBezTo>
                <a:lnTo>
                  <a:pt x="3626" y="0"/>
                </a:lnTo>
                <a:cubicBezTo>
                  <a:pt x="3642" y="0"/>
                  <a:pt x="3657" y="1"/>
                  <a:pt x="3672" y="4"/>
                </a:cubicBezTo>
                <a:cubicBezTo>
                  <a:pt x="3688" y="7"/>
                  <a:pt x="3703" y="12"/>
                  <a:pt x="3717" y="18"/>
                </a:cubicBezTo>
                <a:cubicBezTo>
                  <a:pt x="3732" y="24"/>
                  <a:pt x="3745" y="31"/>
                  <a:pt x="3758" y="40"/>
                </a:cubicBezTo>
                <a:cubicBezTo>
                  <a:pt x="3771" y="48"/>
                  <a:pt x="3783" y="58"/>
                  <a:pt x="3794" y="69"/>
                </a:cubicBezTo>
                <a:cubicBezTo>
                  <a:pt x="3805" y="80"/>
                  <a:pt x="3815" y="92"/>
                  <a:pt x="3824" y="105"/>
                </a:cubicBezTo>
                <a:cubicBezTo>
                  <a:pt x="3833" y="118"/>
                  <a:pt x="3840" y="132"/>
                  <a:pt x="3846" y="147"/>
                </a:cubicBezTo>
                <a:cubicBezTo>
                  <a:pt x="3852" y="161"/>
                  <a:pt x="3856" y="176"/>
                  <a:pt x="3860" y="191"/>
                </a:cubicBezTo>
                <a:cubicBezTo>
                  <a:pt x="3863" y="207"/>
                  <a:pt x="3864" y="222"/>
                  <a:pt x="3864" y="238"/>
                </a:cubicBezTo>
                <a:lnTo>
                  <a:pt x="3864" y="1509"/>
                </a:lnTo>
                <a:cubicBezTo>
                  <a:pt x="3864" y="1524"/>
                  <a:pt x="3863" y="1540"/>
                  <a:pt x="3860" y="1555"/>
                </a:cubicBezTo>
                <a:cubicBezTo>
                  <a:pt x="3856" y="1570"/>
                  <a:pt x="3852" y="1585"/>
                  <a:pt x="3846" y="1600"/>
                </a:cubicBezTo>
                <a:cubicBezTo>
                  <a:pt x="3840" y="1614"/>
                  <a:pt x="3833" y="1628"/>
                  <a:pt x="3824" y="1641"/>
                </a:cubicBezTo>
                <a:cubicBezTo>
                  <a:pt x="3815" y="1654"/>
                  <a:pt x="3805" y="1666"/>
                  <a:pt x="3794" y="1677"/>
                </a:cubicBezTo>
                <a:cubicBezTo>
                  <a:pt x="3783" y="1688"/>
                  <a:pt x="3771" y="1698"/>
                  <a:pt x="3758" y="1707"/>
                </a:cubicBezTo>
                <a:cubicBezTo>
                  <a:pt x="3745" y="1715"/>
                  <a:pt x="3732" y="1723"/>
                  <a:pt x="3717" y="1729"/>
                </a:cubicBezTo>
                <a:cubicBezTo>
                  <a:pt x="3703" y="1735"/>
                  <a:pt x="3688" y="1739"/>
                  <a:pt x="3672" y="1742"/>
                </a:cubicBezTo>
                <a:cubicBezTo>
                  <a:pt x="3657" y="1745"/>
                  <a:pt x="3642" y="1747"/>
                  <a:pt x="3626" y="1747"/>
                </a:cubicBezTo>
                <a:lnTo>
                  <a:pt x="238" y="1747"/>
                </a:lnTo>
                <a:cubicBezTo>
                  <a:pt x="223" y="1747"/>
                  <a:pt x="207" y="1745"/>
                  <a:pt x="192" y="1742"/>
                </a:cubicBezTo>
                <a:cubicBezTo>
                  <a:pt x="176" y="1739"/>
                  <a:pt x="162" y="1735"/>
                  <a:pt x="147" y="1729"/>
                </a:cubicBezTo>
                <a:cubicBezTo>
                  <a:pt x="133" y="1723"/>
                  <a:pt x="119" y="1715"/>
                  <a:pt x="106" y="1707"/>
                </a:cubicBezTo>
                <a:cubicBezTo>
                  <a:pt x="93" y="1698"/>
                  <a:pt x="81" y="1688"/>
                  <a:pt x="70" y="1677"/>
                </a:cubicBezTo>
                <a:cubicBezTo>
                  <a:pt x="59" y="1666"/>
                  <a:pt x="49" y="1654"/>
                  <a:pt x="40" y="1641"/>
                </a:cubicBezTo>
                <a:cubicBezTo>
                  <a:pt x="32" y="1628"/>
                  <a:pt x="24" y="1614"/>
                  <a:pt x="18" y="1600"/>
                </a:cubicBezTo>
                <a:cubicBezTo>
                  <a:pt x="12" y="1585"/>
                  <a:pt x="8" y="1570"/>
                  <a:pt x="5" y="1555"/>
                </a:cubicBezTo>
                <a:cubicBezTo>
                  <a:pt x="2" y="1540"/>
                  <a:pt x="0" y="1524"/>
                  <a:pt x="0" y="1509"/>
                </a:cubicBezTo>
                <a:close/>
              </a:path>
            </a:pathLst>
          </a:custGeom>
          <a:noFill/>
          <a:ln w="18720">
            <a:solidFill>
              <a:srgbClr val="dddddd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8166960" y="1635120"/>
            <a:ext cx="28887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999999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8719200" y="1659960"/>
            <a:ext cx="111196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Normalize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828720" y="2675160"/>
            <a:ext cx="4607668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torchcodec.decoders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decode_image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828720" y="2865600"/>
            <a:ext cx="387478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torchvision.transforms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v2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828720" y="3237120"/>
            <a:ext cx="9527932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img = decode_image(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"image.jpg"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uint8 (C, H, W), channels-last memory: ready for resize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28720" y="3608280"/>
            <a:ext cx="2618179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transforms = v2.Compose([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828720" y="3789360"/>
            <a:ext cx="10470772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v2.RandomResizedCrop(size=(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224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224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), antialias=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),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uint8 + channels-last: SIMD fast path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828720" y="3979800"/>
            <a:ext cx="10051646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v2.ToDtype(torch.float32, scale=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True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),                   </a:t>
            </a:r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convert to float *after* resizing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828720" y="4160880"/>
            <a:ext cx="7538832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v2.Normalize(mean=[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0.485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0.456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0.406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], std=[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0.229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0.224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0.225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]),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828720" y="4351320"/>
            <a:ext cx="21034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923760" y="5200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5" y="186"/>
                  <a:pt x="93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8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3" y="0"/>
                </a:cubicBezTo>
                <a:cubicBezTo>
                  <a:pt x="105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1"/>
                  <a:pt x="186" y="9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123920" y="5095800"/>
            <a:ext cx="1552680" cy="295560"/>
          </a:xfrm>
          <a:custGeom>
            <a:avLst/>
            <a:gdLst/>
            <a:ahLst/>
            <a:rect l="0" t="0" r="r" b="b"/>
            <a:pathLst>
              <a:path w="4313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155" y="0"/>
                </a:lnTo>
                <a:cubicBezTo>
                  <a:pt x="4165" y="0"/>
                  <a:pt x="4175" y="1"/>
                  <a:pt x="4186" y="3"/>
                </a:cubicBezTo>
                <a:cubicBezTo>
                  <a:pt x="4196" y="5"/>
                  <a:pt x="4206" y="8"/>
                  <a:pt x="4215" y="12"/>
                </a:cubicBezTo>
                <a:cubicBezTo>
                  <a:pt x="4225" y="16"/>
                  <a:pt x="4234" y="21"/>
                  <a:pt x="4243" y="26"/>
                </a:cubicBezTo>
                <a:cubicBezTo>
                  <a:pt x="4251" y="32"/>
                  <a:pt x="4259" y="39"/>
                  <a:pt x="4267" y="46"/>
                </a:cubicBezTo>
                <a:cubicBezTo>
                  <a:pt x="4274" y="54"/>
                  <a:pt x="4281" y="62"/>
                  <a:pt x="4287" y="70"/>
                </a:cubicBezTo>
                <a:cubicBezTo>
                  <a:pt x="4292" y="79"/>
                  <a:pt x="4297" y="88"/>
                  <a:pt x="4301" y="98"/>
                </a:cubicBezTo>
                <a:cubicBezTo>
                  <a:pt x="4305" y="107"/>
                  <a:pt x="4308" y="117"/>
                  <a:pt x="4310" y="127"/>
                </a:cubicBezTo>
                <a:cubicBezTo>
                  <a:pt x="4312" y="138"/>
                  <a:pt x="4313" y="148"/>
                  <a:pt x="4313" y="158"/>
                </a:cubicBezTo>
                <a:lnTo>
                  <a:pt x="4313" y="662"/>
                </a:lnTo>
                <a:cubicBezTo>
                  <a:pt x="4313" y="673"/>
                  <a:pt x="4312" y="683"/>
                  <a:pt x="4310" y="693"/>
                </a:cubicBezTo>
                <a:cubicBezTo>
                  <a:pt x="4308" y="703"/>
                  <a:pt x="4305" y="713"/>
                  <a:pt x="4301" y="723"/>
                </a:cubicBezTo>
                <a:cubicBezTo>
                  <a:pt x="4297" y="733"/>
                  <a:pt x="4292" y="742"/>
                  <a:pt x="4287" y="750"/>
                </a:cubicBezTo>
                <a:cubicBezTo>
                  <a:pt x="4281" y="759"/>
                  <a:pt x="4274" y="767"/>
                  <a:pt x="4267" y="774"/>
                </a:cubicBezTo>
                <a:cubicBezTo>
                  <a:pt x="4259" y="782"/>
                  <a:pt x="4251" y="788"/>
                  <a:pt x="4243" y="794"/>
                </a:cubicBezTo>
                <a:cubicBezTo>
                  <a:pt x="4234" y="800"/>
                  <a:pt x="4225" y="805"/>
                  <a:pt x="4215" y="809"/>
                </a:cubicBezTo>
                <a:cubicBezTo>
                  <a:pt x="4206" y="813"/>
                  <a:pt x="4196" y="816"/>
                  <a:pt x="4186" y="818"/>
                </a:cubicBezTo>
                <a:cubicBezTo>
                  <a:pt x="4175" y="820"/>
                  <a:pt x="4165" y="821"/>
                  <a:pt x="4155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1" y="788"/>
                  <a:pt x="53" y="782"/>
                  <a:pt x="46" y="774"/>
                </a:cubicBezTo>
                <a:cubicBezTo>
                  <a:pt x="39" y="767"/>
                  <a:pt x="32" y="759"/>
                  <a:pt x="26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828720" y="4532400"/>
            <a:ext cx="2199441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out = transforms(img)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201680" y="5134680"/>
            <a:ext cx="151787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decode_image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923760" y="56098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5" y="187"/>
                  <a:pt x="93" y="187"/>
                </a:cubicBezTo>
                <a:cubicBezTo>
                  <a:pt x="80" y="187"/>
                  <a:pt x="68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8" y="151"/>
                  <a:pt x="12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8" y="3"/>
                  <a:pt x="80" y="0"/>
                  <a:pt x="93" y="0"/>
                </a:cubicBezTo>
                <a:cubicBezTo>
                  <a:pt x="105" y="0"/>
                  <a:pt x="118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8040" y="5088960"/>
            <a:ext cx="760181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JPEG, PNG, WebP, GIF, AVIF, HEIC, format detected from the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1123920" y="5498640"/>
            <a:ext cx="642336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No PIL anywhere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no PIL decoding, no PIL → tensor copy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4848120" y="6181560"/>
            <a:ext cx="4524480" cy="276480"/>
          </a:xfrm>
          <a:custGeom>
            <a:avLst/>
            <a:gdLst/>
            <a:ahLst/>
            <a:rect l="0" t="0" r="r" b="b"/>
            <a:pathLst>
              <a:path w="12568" h="768">
                <a:moveTo>
                  <a:pt x="0" y="609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410" y="0"/>
                </a:lnTo>
                <a:cubicBezTo>
                  <a:pt x="12420" y="0"/>
                  <a:pt x="12430" y="1"/>
                  <a:pt x="12441" y="3"/>
                </a:cubicBezTo>
                <a:cubicBezTo>
                  <a:pt x="12451" y="5"/>
                  <a:pt x="12461" y="8"/>
                  <a:pt x="12470" y="12"/>
                </a:cubicBezTo>
                <a:cubicBezTo>
                  <a:pt x="12480" y="16"/>
                  <a:pt x="12489" y="21"/>
                  <a:pt x="12498" y="27"/>
                </a:cubicBezTo>
                <a:cubicBezTo>
                  <a:pt x="12507" y="33"/>
                  <a:pt x="12515" y="39"/>
                  <a:pt x="12522" y="46"/>
                </a:cubicBezTo>
                <a:cubicBezTo>
                  <a:pt x="12529" y="54"/>
                  <a:pt x="12536" y="62"/>
                  <a:pt x="12542" y="71"/>
                </a:cubicBezTo>
                <a:cubicBezTo>
                  <a:pt x="12548" y="79"/>
                  <a:pt x="12552" y="89"/>
                  <a:pt x="12556" y="99"/>
                </a:cubicBezTo>
                <a:cubicBezTo>
                  <a:pt x="12560" y="109"/>
                  <a:pt x="12563" y="119"/>
                  <a:pt x="12565" y="129"/>
                </a:cubicBezTo>
                <a:cubicBezTo>
                  <a:pt x="12567" y="139"/>
                  <a:pt x="12568" y="149"/>
                  <a:pt x="12568" y="160"/>
                </a:cubicBezTo>
                <a:lnTo>
                  <a:pt x="12568" y="609"/>
                </a:lnTo>
                <a:cubicBezTo>
                  <a:pt x="12568" y="620"/>
                  <a:pt x="12567" y="630"/>
                  <a:pt x="12565" y="640"/>
                </a:cubicBezTo>
                <a:cubicBezTo>
                  <a:pt x="12563" y="651"/>
                  <a:pt x="12560" y="661"/>
                  <a:pt x="12556" y="670"/>
                </a:cubicBezTo>
                <a:cubicBezTo>
                  <a:pt x="12552" y="680"/>
                  <a:pt x="12548" y="689"/>
                  <a:pt x="12542" y="698"/>
                </a:cubicBezTo>
                <a:cubicBezTo>
                  <a:pt x="12536" y="706"/>
                  <a:pt x="12529" y="714"/>
                  <a:pt x="12522" y="722"/>
                </a:cubicBezTo>
                <a:cubicBezTo>
                  <a:pt x="12515" y="729"/>
                  <a:pt x="12507" y="736"/>
                  <a:pt x="12498" y="741"/>
                </a:cubicBezTo>
                <a:cubicBezTo>
                  <a:pt x="12489" y="747"/>
                  <a:pt x="12480" y="752"/>
                  <a:pt x="12470" y="756"/>
                </a:cubicBezTo>
                <a:cubicBezTo>
                  <a:pt x="12461" y="760"/>
                  <a:pt x="12451" y="763"/>
                  <a:pt x="12441" y="765"/>
                </a:cubicBezTo>
                <a:cubicBezTo>
                  <a:pt x="12430" y="767"/>
                  <a:pt x="12420" y="768"/>
                  <a:pt x="12410" y="768"/>
                </a:cubicBezTo>
                <a:lnTo>
                  <a:pt x="159" y="768"/>
                </a:lnTo>
                <a:cubicBezTo>
                  <a:pt x="148" y="768"/>
                  <a:pt x="138" y="767"/>
                  <a:pt x="128" y="765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2"/>
                  <a:pt x="79" y="747"/>
                  <a:pt x="70" y="741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4"/>
                  <a:pt x="32" y="706"/>
                  <a:pt x="27" y="698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1"/>
                  <a:pt x="5" y="651"/>
                  <a:pt x="3" y="640"/>
                </a:cubicBezTo>
                <a:cubicBezTo>
                  <a:pt x="1" y="630"/>
                  <a:pt x="0" y="620"/>
                  <a:pt x="0" y="60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914400" y="6182640"/>
            <a:ext cx="424958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TODO: mention batched CUDA decoding,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4918680" y="6221160"/>
            <a:ext cx="4738694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8a6d00"/>
                </a:solidFill>
                <a:effectLst/>
                <a:uFillTx/>
                <a:latin typeface="Courier New"/>
                <a:ea typeface="Courier New"/>
              </a:rPr>
              <a:t>decode_jpeg(list_of_jpegs, device="cuda")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9369360" y="6182640"/>
            <a:ext cx="1040817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 (nvJPEG)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666720" y="1360080"/>
            <a:ext cx="7232068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TorchVision transforms: why it's fast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590480" y="2124000"/>
            <a:ext cx="3076920" cy="295560"/>
          </a:xfrm>
          <a:custGeom>
            <a:avLst/>
            <a:gdLst/>
            <a:ahLst/>
            <a:rect l="0" t="0" r="r" b="b"/>
            <a:pathLst>
              <a:path w="8547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9" y="1"/>
                  <a:pt x="8419" y="3"/>
                </a:cubicBezTo>
                <a:cubicBezTo>
                  <a:pt x="8430" y="5"/>
                  <a:pt x="8439" y="8"/>
                  <a:pt x="8449" y="12"/>
                </a:cubicBezTo>
                <a:cubicBezTo>
                  <a:pt x="8459" y="16"/>
                  <a:pt x="8468" y="21"/>
                  <a:pt x="8477" y="26"/>
                </a:cubicBezTo>
                <a:cubicBezTo>
                  <a:pt x="8485" y="32"/>
                  <a:pt x="8493" y="39"/>
                  <a:pt x="8501" y="46"/>
                </a:cubicBezTo>
                <a:cubicBezTo>
                  <a:pt x="8508" y="54"/>
                  <a:pt x="8515" y="62"/>
                  <a:pt x="8520" y="70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7"/>
                  <a:pt x="8542" y="117"/>
                  <a:pt x="8544" y="127"/>
                </a:cubicBezTo>
                <a:cubicBezTo>
                  <a:pt x="8546" y="138"/>
                  <a:pt x="8547" y="148"/>
                  <a:pt x="8547" y="158"/>
                </a:cubicBezTo>
                <a:lnTo>
                  <a:pt x="8547" y="662"/>
                </a:lnTo>
                <a:cubicBezTo>
                  <a:pt x="8547" y="673"/>
                  <a:pt x="8546" y="683"/>
                  <a:pt x="8544" y="693"/>
                </a:cubicBezTo>
                <a:cubicBezTo>
                  <a:pt x="8542" y="703"/>
                  <a:pt x="8539" y="713"/>
                  <a:pt x="8535" y="723"/>
                </a:cubicBezTo>
                <a:cubicBezTo>
                  <a:pt x="8531" y="733"/>
                  <a:pt x="8526" y="742"/>
                  <a:pt x="8520" y="750"/>
                </a:cubicBezTo>
                <a:cubicBezTo>
                  <a:pt x="8515" y="759"/>
                  <a:pt x="8508" y="767"/>
                  <a:pt x="8501" y="774"/>
                </a:cubicBezTo>
                <a:cubicBezTo>
                  <a:pt x="8493" y="782"/>
                  <a:pt x="8485" y="788"/>
                  <a:pt x="8477" y="794"/>
                </a:cubicBezTo>
                <a:cubicBezTo>
                  <a:pt x="8468" y="800"/>
                  <a:pt x="8459" y="805"/>
                  <a:pt x="8449" y="809"/>
                </a:cubicBezTo>
                <a:cubicBezTo>
                  <a:pt x="8439" y="813"/>
                  <a:pt x="8430" y="816"/>
                  <a:pt x="8419" y="818"/>
                </a:cubicBezTo>
                <a:cubicBezTo>
                  <a:pt x="8409" y="820"/>
                  <a:pt x="8398" y="821"/>
                  <a:pt x="8387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8"/>
                  <a:pt x="54" y="782"/>
                  <a:pt x="47" y="774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869760" y="2117160"/>
            <a:ext cx="783043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1. Use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1671840" y="2162880"/>
            <a:ext cx="3161332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1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torchvision.transforms.v2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69760" y="2526840"/>
            <a:ext cx="3459153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2. Use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tensors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not PIL images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1590480" y="2933640"/>
            <a:ext cx="1438560" cy="295560"/>
          </a:xfrm>
          <a:custGeom>
            <a:avLst/>
            <a:gdLst/>
            <a:ahLst/>
            <a:rect l="0" t="0" r="r" b="b"/>
            <a:pathLst>
              <a:path w="39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837" y="0"/>
                </a:lnTo>
                <a:cubicBezTo>
                  <a:pt x="3848" y="0"/>
                  <a:pt x="3858" y="1"/>
                  <a:pt x="3868" y="3"/>
                </a:cubicBezTo>
                <a:cubicBezTo>
                  <a:pt x="3879" y="5"/>
                  <a:pt x="3889" y="8"/>
                  <a:pt x="3898" y="12"/>
                </a:cubicBezTo>
                <a:cubicBezTo>
                  <a:pt x="3908" y="16"/>
                  <a:pt x="3917" y="21"/>
                  <a:pt x="3926" y="26"/>
                </a:cubicBezTo>
                <a:cubicBezTo>
                  <a:pt x="3934" y="32"/>
                  <a:pt x="3942" y="39"/>
                  <a:pt x="3950" y="46"/>
                </a:cubicBezTo>
                <a:cubicBezTo>
                  <a:pt x="3957" y="54"/>
                  <a:pt x="3964" y="62"/>
                  <a:pt x="3969" y="70"/>
                </a:cubicBezTo>
                <a:cubicBezTo>
                  <a:pt x="3975" y="79"/>
                  <a:pt x="3980" y="88"/>
                  <a:pt x="3984" y="98"/>
                </a:cubicBezTo>
                <a:cubicBezTo>
                  <a:pt x="3988" y="107"/>
                  <a:pt x="3991" y="117"/>
                  <a:pt x="3993" y="127"/>
                </a:cubicBezTo>
                <a:cubicBezTo>
                  <a:pt x="3995" y="138"/>
                  <a:pt x="3996" y="148"/>
                  <a:pt x="3996" y="158"/>
                </a:cubicBezTo>
                <a:lnTo>
                  <a:pt x="3996" y="662"/>
                </a:lnTo>
                <a:cubicBezTo>
                  <a:pt x="3996" y="673"/>
                  <a:pt x="3995" y="683"/>
                  <a:pt x="3993" y="693"/>
                </a:cubicBezTo>
                <a:cubicBezTo>
                  <a:pt x="3991" y="703"/>
                  <a:pt x="3988" y="713"/>
                  <a:pt x="3984" y="723"/>
                </a:cubicBezTo>
                <a:cubicBezTo>
                  <a:pt x="3980" y="733"/>
                  <a:pt x="3975" y="742"/>
                  <a:pt x="3969" y="750"/>
                </a:cubicBezTo>
                <a:cubicBezTo>
                  <a:pt x="3964" y="759"/>
                  <a:pt x="3957" y="767"/>
                  <a:pt x="3950" y="774"/>
                </a:cubicBezTo>
                <a:cubicBezTo>
                  <a:pt x="3942" y="782"/>
                  <a:pt x="3934" y="788"/>
                  <a:pt x="3926" y="794"/>
                </a:cubicBezTo>
                <a:cubicBezTo>
                  <a:pt x="3917" y="800"/>
                  <a:pt x="3908" y="805"/>
                  <a:pt x="3898" y="809"/>
                </a:cubicBezTo>
                <a:cubicBezTo>
                  <a:pt x="3889" y="813"/>
                  <a:pt x="3879" y="816"/>
                  <a:pt x="3868" y="818"/>
                </a:cubicBezTo>
                <a:cubicBezTo>
                  <a:pt x="3858" y="820"/>
                  <a:pt x="3848" y="821"/>
                  <a:pt x="3837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8" y="805"/>
                  <a:pt x="79" y="800"/>
                  <a:pt x="71" y="794"/>
                </a:cubicBezTo>
                <a:cubicBezTo>
                  <a:pt x="62" y="788"/>
                  <a:pt x="54" y="782"/>
                  <a:pt x="47" y="774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869760" y="2926800"/>
            <a:ext cx="783043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3. Use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1671840" y="2972520"/>
            <a:ext cx="139151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1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torch.uint8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9582120" y="2933640"/>
            <a:ext cx="743040" cy="295560"/>
          </a:xfrm>
          <a:custGeom>
            <a:avLst/>
            <a:gdLst/>
            <a:ahLst/>
            <a:rect l="0" t="0" r="r" b="b"/>
            <a:pathLst>
              <a:path w="206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906" y="0"/>
                </a:lnTo>
                <a:cubicBezTo>
                  <a:pt x="1916" y="0"/>
                  <a:pt x="1926" y="1"/>
                  <a:pt x="1937" y="3"/>
                </a:cubicBezTo>
                <a:cubicBezTo>
                  <a:pt x="1947" y="5"/>
                  <a:pt x="1957" y="8"/>
                  <a:pt x="1966" y="12"/>
                </a:cubicBezTo>
                <a:cubicBezTo>
                  <a:pt x="1976" y="16"/>
                  <a:pt x="1985" y="21"/>
                  <a:pt x="1994" y="26"/>
                </a:cubicBezTo>
                <a:cubicBezTo>
                  <a:pt x="2002" y="32"/>
                  <a:pt x="2010" y="39"/>
                  <a:pt x="2018" y="46"/>
                </a:cubicBezTo>
                <a:cubicBezTo>
                  <a:pt x="2025" y="54"/>
                  <a:pt x="2032" y="62"/>
                  <a:pt x="2038" y="70"/>
                </a:cubicBezTo>
                <a:cubicBezTo>
                  <a:pt x="2043" y="79"/>
                  <a:pt x="2048" y="88"/>
                  <a:pt x="2052" y="98"/>
                </a:cubicBezTo>
                <a:cubicBezTo>
                  <a:pt x="2056" y="107"/>
                  <a:pt x="2059" y="117"/>
                  <a:pt x="2061" y="127"/>
                </a:cubicBezTo>
                <a:cubicBezTo>
                  <a:pt x="2063" y="138"/>
                  <a:pt x="2064" y="148"/>
                  <a:pt x="2064" y="158"/>
                </a:cubicBezTo>
                <a:lnTo>
                  <a:pt x="2064" y="662"/>
                </a:lnTo>
                <a:cubicBezTo>
                  <a:pt x="2064" y="673"/>
                  <a:pt x="2063" y="683"/>
                  <a:pt x="2061" y="693"/>
                </a:cubicBezTo>
                <a:cubicBezTo>
                  <a:pt x="2059" y="703"/>
                  <a:pt x="2056" y="713"/>
                  <a:pt x="2052" y="723"/>
                </a:cubicBezTo>
                <a:cubicBezTo>
                  <a:pt x="2048" y="733"/>
                  <a:pt x="2043" y="742"/>
                  <a:pt x="2038" y="750"/>
                </a:cubicBezTo>
                <a:cubicBezTo>
                  <a:pt x="2032" y="759"/>
                  <a:pt x="2025" y="767"/>
                  <a:pt x="2018" y="774"/>
                </a:cubicBezTo>
                <a:cubicBezTo>
                  <a:pt x="2010" y="782"/>
                  <a:pt x="2002" y="788"/>
                  <a:pt x="1994" y="794"/>
                </a:cubicBezTo>
                <a:cubicBezTo>
                  <a:pt x="1985" y="800"/>
                  <a:pt x="1976" y="805"/>
                  <a:pt x="1966" y="809"/>
                </a:cubicBezTo>
                <a:cubicBezTo>
                  <a:pt x="1957" y="813"/>
                  <a:pt x="1947" y="816"/>
                  <a:pt x="1937" y="818"/>
                </a:cubicBezTo>
                <a:cubicBezTo>
                  <a:pt x="1926" y="820"/>
                  <a:pt x="1916" y="821"/>
                  <a:pt x="1906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1" y="788"/>
                  <a:pt x="53" y="782"/>
                  <a:pt x="46" y="774"/>
                </a:cubicBezTo>
                <a:cubicBezTo>
                  <a:pt x="39" y="767"/>
                  <a:pt x="32" y="759"/>
                  <a:pt x="26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3031560" y="2926800"/>
            <a:ext cx="7094433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especially for resizing: the SIMD kernels (AVX2, NEON) are for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9660600" y="2972520"/>
            <a:ext cx="63296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uint8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869760" y="3326760"/>
            <a:ext cx="4569955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4. Resize with bilinear, bicubic or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lanczos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869760" y="3727080"/>
            <a:ext cx="1014145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5. Mind the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memory format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: resize prefers channels-last, which is what TorchCodec outputs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6562440" y="4228920"/>
            <a:ext cx="743400" cy="295560"/>
          </a:xfrm>
          <a:custGeom>
            <a:avLst/>
            <a:gdLst/>
            <a:ahLst/>
            <a:rect l="0" t="0" r="r" b="b"/>
            <a:pathLst>
              <a:path w="2065" h="821">
                <a:moveTo>
                  <a:pt x="0" y="662"/>
                </a:moveTo>
                <a:lnTo>
                  <a:pt x="0" y="160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06" y="0"/>
                </a:lnTo>
                <a:cubicBezTo>
                  <a:pt x="1917" y="0"/>
                  <a:pt x="1927" y="1"/>
                  <a:pt x="1937" y="3"/>
                </a:cubicBezTo>
                <a:cubicBezTo>
                  <a:pt x="1947" y="5"/>
                  <a:pt x="1957" y="8"/>
                  <a:pt x="1967" y="12"/>
                </a:cubicBezTo>
                <a:cubicBezTo>
                  <a:pt x="1977" y="16"/>
                  <a:pt x="1986" y="21"/>
                  <a:pt x="1994" y="27"/>
                </a:cubicBezTo>
                <a:cubicBezTo>
                  <a:pt x="2003" y="33"/>
                  <a:pt x="2011" y="39"/>
                  <a:pt x="2019" y="46"/>
                </a:cubicBezTo>
                <a:cubicBezTo>
                  <a:pt x="2026" y="54"/>
                  <a:pt x="2032" y="62"/>
                  <a:pt x="2038" y="71"/>
                </a:cubicBezTo>
                <a:cubicBezTo>
                  <a:pt x="2044" y="79"/>
                  <a:pt x="2049" y="88"/>
                  <a:pt x="2053" y="98"/>
                </a:cubicBezTo>
                <a:cubicBezTo>
                  <a:pt x="2057" y="108"/>
                  <a:pt x="2060" y="118"/>
                  <a:pt x="2062" y="128"/>
                </a:cubicBezTo>
                <a:cubicBezTo>
                  <a:pt x="2064" y="138"/>
                  <a:pt x="2065" y="149"/>
                  <a:pt x="2065" y="160"/>
                </a:cubicBezTo>
                <a:lnTo>
                  <a:pt x="2065" y="662"/>
                </a:lnTo>
                <a:cubicBezTo>
                  <a:pt x="2065" y="673"/>
                  <a:pt x="2064" y="683"/>
                  <a:pt x="2062" y="693"/>
                </a:cubicBezTo>
                <a:cubicBezTo>
                  <a:pt x="2060" y="704"/>
                  <a:pt x="2057" y="714"/>
                  <a:pt x="2053" y="723"/>
                </a:cubicBezTo>
                <a:cubicBezTo>
                  <a:pt x="2049" y="733"/>
                  <a:pt x="2044" y="742"/>
                  <a:pt x="2038" y="751"/>
                </a:cubicBezTo>
                <a:cubicBezTo>
                  <a:pt x="2032" y="759"/>
                  <a:pt x="2026" y="767"/>
                  <a:pt x="2019" y="775"/>
                </a:cubicBezTo>
                <a:cubicBezTo>
                  <a:pt x="2011" y="782"/>
                  <a:pt x="2003" y="789"/>
                  <a:pt x="1994" y="794"/>
                </a:cubicBezTo>
                <a:cubicBezTo>
                  <a:pt x="1986" y="800"/>
                  <a:pt x="1977" y="805"/>
                  <a:pt x="1967" y="809"/>
                </a:cubicBezTo>
                <a:cubicBezTo>
                  <a:pt x="1957" y="813"/>
                  <a:pt x="1947" y="816"/>
                  <a:pt x="1937" y="818"/>
                </a:cubicBezTo>
                <a:cubicBezTo>
                  <a:pt x="1927" y="820"/>
                  <a:pt x="1917" y="821"/>
                  <a:pt x="1906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80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66720" y="4222080"/>
            <a:ext cx="6395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TorchCodec decodes images and video frames straight to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6640560" y="4268160"/>
            <a:ext cx="63296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uint8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7300800" y="4222080"/>
            <a:ext cx="400813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channels-last tensors: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exactly what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666720" y="4574520"/>
            <a:ext cx="1537704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resize wants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1428480" y="5114880"/>
            <a:ext cx="962640" cy="238320"/>
          </a:xfrm>
          <a:custGeom>
            <a:avLst/>
            <a:gdLst/>
            <a:ahLst/>
            <a:rect l="0" t="0" r="r" b="b"/>
            <a:pathLst>
              <a:path w="2674" h="662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39" y="54"/>
                  <a:pt x="48" y="47"/>
                </a:cubicBezTo>
                <a:cubicBezTo>
                  <a:pt x="55" y="40"/>
                  <a:pt x="63" y="33"/>
                  <a:pt x="72" y="27"/>
                </a:cubicBezTo>
                <a:cubicBezTo>
                  <a:pt x="80" y="22"/>
                  <a:pt x="90" y="17"/>
                  <a:pt x="99" y="13"/>
                </a:cubicBezTo>
                <a:cubicBezTo>
                  <a:pt x="109" y="9"/>
                  <a:pt x="119" y="6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2515" y="0"/>
                </a:lnTo>
                <a:cubicBezTo>
                  <a:pt x="2525" y="0"/>
                  <a:pt x="2536" y="1"/>
                  <a:pt x="2546" y="3"/>
                </a:cubicBezTo>
                <a:cubicBezTo>
                  <a:pt x="2556" y="6"/>
                  <a:pt x="2566" y="9"/>
                  <a:pt x="2576" y="13"/>
                </a:cubicBezTo>
                <a:cubicBezTo>
                  <a:pt x="2585" y="17"/>
                  <a:pt x="2594" y="22"/>
                  <a:pt x="2603" y="27"/>
                </a:cubicBezTo>
                <a:cubicBezTo>
                  <a:pt x="2612" y="33"/>
                  <a:pt x="2620" y="40"/>
                  <a:pt x="2627" y="47"/>
                </a:cubicBezTo>
                <a:cubicBezTo>
                  <a:pt x="2634" y="54"/>
                  <a:pt x="2641" y="63"/>
                  <a:pt x="2647" y="71"/>
                </a:cubicBezTo>
                <a:cubicBezTo>
                  <a:pt x="2653" y="80"/>
                  <a:pt x="2657" y="89"/>
                  <a:pt x="2661" y="99"/>
                </a:cubicBezTo>
                <a:cubicBezTo>
                  <a:pt x="2665" y="108"/>
                  <a:pt x="2668" y="118"/>
                  <a:pt x="2670" y="128"/>
                </a:cubicBezTo>
                <a:cubicBezTo>
                  <a:pt x="2673" y="139"/>
                  <a:pt x="2674" y="149"/>
                  <a:pt x="2674" y="159"/>
                </a:cubicBezTo>
                <a:lnTo>
                  <a:pt x="2674" y="503"/>
                </a:lnTo>
                <a:cubicBezTo>
                  <a:pt x="2674" y="514"/>
                  <a:pt x="2673" y="524"/>
                  <a:pt x="2670" y="534"/>
                </a:cubicBezTo>
                <a:cubicBezTo>
                  <a:pt x="2668" y="545"/>
                  <a:pt x="2665" y="554"/>
                  <a:pt x="2661" y="564"/>
                </a:cubicBezTo>
                <a:cubicBezTo>
                  <a:pt x="2657" y="574"/>
                  <a:pt x="2653" y="583"/>
                  <a:pt x="2647" y="592"/>
                </a:cubicBezTo>
                <a:cubicBezTo>
                  <a:pt x="2641" y="600"/>
                  <a:pt x="2634" y="608"/>
                  <a:pt x="2627" y="616"/>
                </a:cubicBezTo>
                <a:cubicBezTo>
                  <a:pt x="2620" y="623"/>
                  <a:pt x="2612" y="630"/>
                  <a:pt x="2603" y="635"/>
                </a:cubicBezTo>
                <a:cubicBezTo>
                  <a:pt x="2594" y="641"/>
                  <a:pt x="2585" y="646"/>
                  <a:pt x="2576" y="650"/>
                </a:cubicBezTo>
                <a:cubicBezTo>
                  <a:pt x="2566" y="654"/>
                  <a:pt x="2556" y="657"/>
                  <a:pt x="2546" y="659"/>
                </a:cubicBezTo>
                <a:cubicBezTo>
                  <a:pt x="2536" y="661"/>
                  <a:pt x="2525" y="662"/>
                  <a:pt x="2515" y="662"/>
                </a:cubicBezTo>
                <a:lnTo>
                  <a:pt x="160" y="662"/>
                </a:lnTo>
                <a:cubicBezTo>
                  <a:pt x="150" y="662"/>
                  <a:pt x="139" y="661"/>
                  <a:pt x="129" y="659"/>
                </a:cubicBezTo>
                <a:cubicBezTo>
                  <a:pt x="119" y="657"/>
                  <a:pt x="109" y="654"/>
                  <a:pt x="99" y="650"/>
                </a:cubicBezTo>
                <a:cubicBezTo>
                  <a:pt x="90" y="646"/>
                  <a:pt x="80" y="641"/>
                  <a:pt x="72" y="635"/>
                </a:cubicBezTo>
                <a:cubicBezTo>
                  <a:pt x="63" y="630"/>
                  <a:pt x="55" y="623"/>
                  <a:pt x="48" y="616"/>
                </a:cubicBezTo>
                <a:cubicBezTo>
                  <a:pt x="39" y="608"/>
                  <a:pt x="33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5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66720" y="5111280"/>
            <a:ext cx="824256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4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Shape is 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1491120" y="5149800"/>
            <a:ext cx="907459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20" b="0" u="none" strike="noStrike">
                <a:solidFill>
                  <a:srgbClr val="777777"/>
                </a:solidFill>
                <a:effectLst/>
                <a:uFillTx/>
                <a:latin typeface="Courier New"/>
                <a:ea typeface="Courier New"/>
              </a:rPr>
              <a:t>(C, H, W)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2543040" y="5114880"/>
            <a:ext cx="1248120" cy="238320"/>
          </a:xfrm>
          <a:custGeom>
            <a:avLst/>
            <a:gdLst/>
            <a:ahLst/>
            <a:rect l="0" t="0" r="r" b="b"/>
            <a:pathLst>
              <a:path w="3467" h="662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3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2"/>
                  <a:pt x="88" y="17"/>
                  <a:pt x="98" y="13"/>
                </a:cubicBezTo>
                <a:cubicBezTo>
                  <a:pt x="108" y="9"/>
                  <a:pt x="117" y="6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308" y="0"/>
                </a:lnTo>
                <a:cubicBezTo>
                  <a:pt x="3319" y="0"/>
                  <a:pt x="3329" y="1"/>
                  <a:pt x="3339" y="3"/>
                </a:cubicBezTo>
                <a:cubicBezTo>
                  <a:pt x="3349" y="6"/>
                  <a:pt x="3359" y="9"/>
                  <a:pt x="3369" y="13"/>
                </a:cubicBezTo>
                <a:cubicBezTo>
                  <a:pt x="3379" y="17"/>
                  <a:pt x="3388" y="22"/>
                  <a:pt x="3396" y="27"/>
                </a:cubicBezTo>
                <a:cubicBezTo>
                  <a:pt x="3405" y="33"/>
                  <a:pt x="3413" y="40"/>
                  <a:pt x="3420" y="47"/>
                </a:cubicBezTo>
                <a:cubicBezTo>
                  <a:pt x="3428" y="54"/>
                  <a:pt x="3434" y="63"/>
                  <a:pt x="3440" y="71"/>
                </a:cubicBezTo>
                <a:cubicBezTo>
                  <a:pt x="3446" y="80"/>
                  <a:pt x="3451" y="89"/>
                  <a:pt x="3455" y="99"/>
                </a:cubicBezTo>
                <a:cubicBezTo>
                  <a:pt x="3459" y="108"/>
                  <a:pt x="3462" y="118"/>
                  <a:pt x="3464" y="128"/>
                </a:cubicBezTo>
                <a:cubicBezTo>
                  <a:pt x="3466" y="139"/>
                  <a:pt x="3467" y="149"/>
                  <a:pt x="3467" y="159"/>
                </a:cubicBezTo>
                <a:lnTo>
                  <a:pt x="3467" y="503"/>
                </a:lnTo>
                <a:cubicBezTo>
                  <a:pt x="3467" y="514"/>
                  <a:pt x="3466" y="524"/>
                  <a:pt x="3464" y="534"/>
                </a:cubicBezTo>
                <a:cubicBezTo>
                  <a:pt x="3462" y="545"/>
                  <a:pt x="3459" y="554"/>
                  <a:pt x="3455" y="564"/>
                </a:cubicBezTo>
                <a:cubicBezTo>
                  <a:pt x="3451" y="574"/>
                  <a:pt x="3446" y="583"/>
                  <a:pt x="3440" y="592"/>
                </a:cubicBezTo>
                <a:cubicBezTo>
                  <a:pt x="3434" y="600"/>
                  <a:pt x="3428" y="608"/>
                  <a:pt x="3420" y="616"/>
                </a:cubicBezTo>
                <a:cubicBezTo>
                  <a:pt x="3413" y="623"/>
                  <a:pt x="3405" y="630"/>
                  <a:pt x="3396" y="635"/>
                </a:cubicBezTo>
                <a:cubicBezTo>
                  <a:pt x="3388" y="641"/>
                  <a:pt x="3379" y="646"/>
                  <a:pt x="3369" y="650"/>
                </a:cubicBezTo>
                <a:cubicBezTo>
                  <a:pt x="3359" y="654"/>
                  <a:pt x="3349" y="657"/>
                  <a:pt x="3339" y="659"/>
                </a:cubicBezTo>
                <a:cubicBezTo>
                  <a:pt x="3329" y="661"/>
                  <a:pt x="3319" y="662"/>
                  <a:pt x="3308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7" y="657"/>
                  <a:pt x="108" y="654"/>
                  <a:pt x="98" y="650"/>
                </a:cubicBezTo>
                <a:cubicBezTo>
                  <a:pt x="88" y="646"/>
                  <a:pt x="79" y="641"/>
                  <a:pt x="70" y="635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5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2392200" y="5111280"/>
            <a:ext cx="197121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4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/ 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2606760" y="5149800"/>
            <a:ext cx="1209556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20" b="0" u="none" strike="noStrike">
                <a:solidFill>
                  <a:srgbClr val="777777"/>
                </a:solidFill>
                <a:effectLst/>
                <a:uFillTx/>
                <a:latin typeface="Courier New"/>
                <a:ea typeface="Courier New"/>
              </a:rPr>
              <a:t>(N, C, H, W)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7267320" y="5114880"/>
            <a:ext cx="1343520" cy="238320"/>
          </a:xfrm>
          <a:custGeom>
            <a:avLst/>
            <a:gdLst/>
            <a:ahLst/>
            <a:rect l="0" t="0" r="r" b="b"/>
            <a:pathLst>
              <a:path w="3732" h="662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2"/>
                  <a:pt x="89" y="17"/>
                  <a:pt x="98" y="13"/>
                </a:cubicBezTo>
                <a:cubicBezTo>
                  <a:pt x="108" y="9"/>
                  <a:pt x="118" y="6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573" y="0"/>
                </a:lnTo>
                <a:cubicBezTo>
                  <a:pt x="3584" y="0"/>
                  <a:pt x="3594" y="1"/>
                  <a:pt x="3604" y="3"/>
                </a:cubicBezTo>
                <a:cubicBezTo>
                  <a:pt x="3614" y="6"/>
                  <a:pt x="3624" y="9"/>
                  <a:pt x="3634" y="13"/>
                </a:cubicBezTo>
                <a:cubicBezTo>
                  <a:pt x="3643" y="17"/>
                  <a:pt x="3653" y="22"/>
                  <a:pt x="3661" y="27"/>
                </a:cubicBezTo>
                <a:cubicBezTo>
                  <a:pt x="3670" y="33"/>
                  <a:pt x="3678" y="40"/>
                  <a:pt x="3685" y="47"/>
                </a:cubicBezTo>
                <a:cubicBezTo>
                  <a:pt x="3693" y="54"/>
                  <a:pt x="3699" y="63"/>
                  <a:pt x="3705" y="71"/>
                </a:cubicBezTo>
                <a:cubicBezTo>
                  <a:pt x="3711" y="80"/>
                  <a:pt x="3716" y="89"/>
                  <a:pt x="3720" y="99"/>
                </a:cubicBezTo>
                <a:cubicBezTo>
                  <a:pt x="3724" y="108"/>
                  <a:pt x="3727" y="118"/>
                  <a:pt x="3729" y="128"/>
                </a:cubicBezTo>
                <a:cubicBezTo>
                  <a:pt x="3731" y="139"/>
                  <a:pt x="3732" y="149"/>
                  <a:pt x="3732" y="159"/>
                </a:cubicBezTo>
                <a:lnTo>
                  <a:pt x="3732" y="503"/>
                </a:lnTo>
                <a:cubicBezTo>
                  <a:pt x="3732" y="514"/>
                  <a:pt x="3731" y="524"/>
                  <a:pt x="3729" y="534"/>
                </a:cubicBezTo>
                <a:cubicBezTo>
                  <a:pt x="3727" y="545"/>
                  <a:pt x="3724" y="554"/>
                  <a:pt x="3720" y="564"/>
                </a:cubicBezTo>
                <a:cubicBezTo>
                  <a:pt x="3716" y="574"/>
                  <a:pt x="3711" y="583"/>
                  <a:pt x="3705" y="592"/>
                </a:cubicBezTo>
                <a:cubicBezTo>
                  <a:pt x="3699" y="600"/>
                  <a:pt x="3693" y="608"/>
                  <a:pt x="3685" y="616"/>
                </a:cubicBezTo>
                <a:cubicBezTo>
                  <a:pt x="3678" y="623"/>
                  <a:pt x="3670" y="630"/>
                  <a:pt x="3661" y="635"/>
                </a:cubicBezTo>
                <a:cubicBezTo>
                  <a:pt x="3653" y="641"/>
                  <a:pt x="3643" y="646"/>
                  <a:pt x="3634" y="650"/>
                </a:cubicBezTo>
                <a:cubicBezTo>
                  <a:pt x="3624" y="654"/>
                  <a:pt x="3614" y="657"/>
                  <a:pt x="3604" y="659"/>
                </a:cubicBezTo>
                <a:cubicBezTo>
                  <a:pt x="3594" y="661"/>
                  <a:pt x="3584" y="662"/>
                  <a:pt x="3573" y="662"/>
                </a:cubicBezTo>
                <a:lnTo>
                  <a:pt x="159" y="662"/>
                </a:lnTo>
                <a:cubicBezTo>
                  <a:pt x="149" y="662"/>
                  <a:pt x="138" y="661"/>
                  <a:pt x="128" y="659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9" y="646"/>
                  <a:pt x="79" y="641"/>
                  <a:pt x="71" y="635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8"/>
                  <a:pt x="33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5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3787920" y="5111280"/>
            <a:ext cx="3765916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4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but memory is channels-last: avoid calling 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7334280" y="5149800"/>
            <a:ext cx="1310644" cy="17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20" b="0" u="none" strike="noStrike">
                <a:solidFill>
                  <a:srgbClr val="777777"/>
                </a:solidFill>
                <a:effectLst/>
                <a:uFillTx/>
                <a:latin typeface="Courier New"/>
                <a:ea typeface="Courier New"/>
              </a:rPr>
              <a:t>.contiguous()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8608320" y="5111280"/>
            <a:ext cx="140590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4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before resizing.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880200" y="6397920"/>
            <a:ext cx="4795459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Docs: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TorchVision transforms performance considerations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671400" y="2214360"/>
            <a:ext cx="10849320" cy="533880"/>
          </a:xfrm>
          <a:custGeom>
            <a:avLst/>
            <a:gdLst/>
            <a:ahLst/>
            <a:rect l="0" t="0" r="r" b="b"/>
            <a:pathLst>
              <a:path w="30137" h="1483">
                <a:moveTo>
                  <a:pt x="0" y="1284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5"/>
                  <a:pt x="30137" y="198"/>
                </a:cubicBezTo>
                <a:lnTo>
                  <a:pt x="30137" y="1284"/>
                </a:lnTo>
                <a:cubicBezTo>
                  <a:pt x="30137" y="1297"/>
                  <a:pt x="30136" y="1310"/>
                  <a:pt x="30133" y="1323"/>
                </a:cubicBezTo>
                <a:cubicBezTo>
                  <a:pt x="30130" y="1336"/>
                  <a:pt x="30127" y="1348"/>
                  <a:pt x="30122" y="1360"/>
                </a:cubicBezTo>
                <a:cubicBezTo>
                  <a:pt x="30117" y="1372"/>
                  <a:pt x="30111" y="1384"/>
                  <a:pt x="30103" y="1395"/>
                </a:cubicBezTo>
                <a:cubicBezTo>
                  <a:pt x="30096" y="1405"/>
                  <a:pt x="30088" y="1415"/>
                  <a:pt x="30079" y="1425"/>
                </a:cubicBezTo>
                <a:cubicBezTo>
                  <a:pt x="30070" y="1434"/>
                  <a:pt x="30059" y="1442"/>
                  <a:pt x="30049" y="1449"/>
                </a:cubicBezTo>
                <a:cubicBezTo>
                  <a:pt x="30038" y="1457"/>
                  <a:pt x="30026" y="1463"/>
                  <a:pt x="30014" y="1468"/>
                </a:cubicBezTo>
                <a:cubicBezTo>
                  <a:pt x="30002" y="1473"/>
                  <a:pt x="29990" y="1476"/>
                  <a:pt x="29977" y="1479"/>
                </a:cubicBezTo>
                <a:cubicBezTo>
                  <a:pt x="29964" y="1481"/>
                  <a:pt x="29951" y="1483"/>
                  <a:pt x="29938" y="1483"/>
                </a:cubicBezTo>
                <a:lnTo>
                  <a:pt x="198" y="1483"/>
                </a:lnTo>
                <a:cubicBezTo>
                  <a:pt x="185" y="1483"/>
                  <a:pt x="172" y="1481"/>
                  <a:pt x="160" y="1479"/>
                </a:cubicBezTo>
                <a:cubicBezTo>
                  <a:pt x="147" y="1476"/>
                  <a:pt x="134" y="1473"/>
                  <a:pt x="122" y="1468"/>
                </a:cubicBezTo>
                <a:cubicBezTo>
                  <a:pt x="110" y="1463"/>
                  <a:pt x="99" y="1457"/>
                  <a:pt x="88" y="1449"/>
                </a:cubicBezTo>
                <a:cubicBezTo>
                  <a:pt x="77" y="1442"/>
                  <a:pt x="67" y="1434"/>
                  <a:pt x="58" y="1425"/>
                </a:cubicBezTo>
                <a:cubicBezTo>
                  <a:pt x="49" y="1415"/>
                  <a:pt x="40" y="1405"/>
                  <a:pt x="33" y="1395"/>
                </a:cubicBezTo>
                <a:cubicBezTo>
                  <a:pt x="26" y="1384"/>
                  <a:pt x="20" y="1372"/>
                  <a:pt x="15" y="1360"/>
                </a:cubicBezTo>
                <a:cubicBezTo>
                  <a:pt x="10" y="1348"/>
                  <a:pt x="6" y="1336"/>
                  <a:pt x="4" y="1323"/>
                </a:cubicBezTo>
                <a:cubicBezTo>
                  <a:pt x="1" y="1310"/>
                  <a:pt x="0" y="1297"/>
                  <a:pt x="0" y="128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671400" y="2214360"/>
            <a:ext cx="10849320" cy="533880"/>
          </a:xfrm>
          <a:custGeom>
            <a:avLst/>
            <a:gdLst/>
            <a:ahLst/>
            <a:rect l="0" t="0" r="r" b="b"/>
            <a:pathLst>
              <a:path w="30137" h="1483">
                <a:moveTo>
                  <a:pt x="0" y="1284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5"/>
                  <a:pt x="30137" y="198"/>
                </a:cubicBezTo>
                <a:lnTo>
                  <a:pt x="30137" y="1284"/>
                </a:lnTo>
                <a:cubicBezTo>
                  <a:pt x="30137" y="1297"/>
                  <a:pt x="30136" y="1310"/>
                  <a:pt x="30133" y="1323"/>
                </a:cubicBezTo>
                <a:cubicBezTo>
                  <a:pt x="30130" y="1336"/>
                  <a:pt x="30127" y="1348"/>
                  <a:pt x="30122" y="1360"/>
                </a:cubicBezTo>
                <a:cubicBezTo>
                  <a:pt x="30117" y="1372"/>
                  <a:pt x="30111" y="1384"/>
                  <a:pt x="30103" y="1395"/>
                </a:cubicBezTo>
                <a:cubicBezTo>
                  <a:pt x="30096" y="1405"/>
                  <a:pt x="30088" y="1415"/>
                  <a:pt x="30079" y="1425"/>
                </a:cubicBezTo>
                <a:cubicBezTo>
                  <a:pt x="30070" y="1434"/>
                  <a:pt x="30059" y="1442"/>
                  <a:pt x="30049" y="1449"/>
                </a:cubicBezTo>
                <a:cubicBezTo>
                  <a:pt x="30038" y="1457"/>
                  <a:pt x="30026" y="1463"/>
                  <a:pt x="30014" y="1468"/>
                </a:cubicBezTo>
                <a:cubicBezTo>
                  <a:pt x="30002" y="1473"/>
                  <a:pt x="29990" y="1476"/>
                  <a:pt x="29977" y="1479"/>
                </a:cubicBezTo>
                <a:cubicBezTo>
                  <a:pt x="29964" y="1481"/>
                  <a:pt x="29951" y="1483"/>
                  <a:pt x="29938" y="1483"/>
                </a:cubicBezTo>
                <a:lnTo>
                  <a:pt x="198" y="1483"/>
                </a:lnTo>
                <a:cubicBezTo>
                  <a:pt x="185" y="1483"/>
                  <a:pt x="172" y="1481"/>
                  <a:pt x="160" y="1479"/>
                </a:cubicBezTo>
                <a:cubicBezTo>
                  <a:pt x="147" y="1476"/>
                  <a:pt x="134" y="1473"/>
                  <a:pt x="122" y="1468"/>
                </a:cubicBezTo>
                <a:cubicBezTo>
                  <a:pt x="110" y="1463"/>
                  <a:pt x="99" y="1457"/>
                  <a:pt x="88" y="1449"/>
                </a:cubicBezTo>
                <a:cubicBezTo>
                  <a:pt x="77" y="1442"/>
                  <a:pt x="67" y="1434"/>
                  <a:pt x="58" y="1425"/>
                </a:cubicBezTo>
                <a:cubicBezTo>
                  <a:pt x="49" y="1415"/>
                  <a:pt x="40" y="1405"/>
                  <a:pt x="33" y="1395"/>
                </a:cubicBezTo>
                <a:cubicBezTo>
                  <a:pt x="26" y="1384"/>
                  <a:pt x="20" y="1372"/>
                  <a:pt x="15" y="1360"/>
                </a:cubicBezTo>
                <a:cubicBezTo>
                  <a:pt x="10" y="1348"/>
                  <a:pt x="6" y="1336"/>
                  <a:pt x="4" y="1323"/>
                </a:cubicBezTo>
                <a:cubicBezTo>
                  <a:pt x="1" y="1310"/>
                  <a:pt x="0" y="1297"/>
                  <a:pt x="0" y="128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666720" y="4390920"/>
            <a:ext cx="10858680" cy="1009800"/>
          </a:xfrm>
          <a:custGeom>
            <a:avLst/>
            <a:gdLst/>
            <a:ahLst/>
            <a:rect l="0" t="0" r="r" b="b"/>
            <a:pathLst>
              <a:path w="30163" h="2805">
                <a:moveTo>
                  <a:pt x="20" y="163"/>
                </a:moveTo>
                <a:cubicBezTo>
                  <a:pt x="33" y="131"/>
                  <a:pt x="52" y="102"/>
                  <a:pt x="77" y="77"/>
                </a:cubicBezTo>
                <a:cubicBezTo>
                  <a:pt x="102" y="52"/>
                  <a:pt x="130" y="33"/>
                  <a:pt x="163" y="20"/>
                </a:cubicBezTo>
                <a:cubicBezTo>
                  <a:pt x="195" y="7"/>
                  <a:pt x="229" y="0"/>
                  <a:pt x="264" y="0"/>
                </a:cubicBezTo>
                <a:lnTo>
                  <a:pt x="29899" y="0"/>
                </a:lnTo>
                <a:cubicBezTo>
                  <a:pt x="29934" y="0"/>
                  <a:pt x="29967" y="7"/>
                  <a:pt x="30000" y="20"/>
                </a:cubicBezTo>
                <a:cubicBezTo>
                  <a:pt x="30032" y="33"/>
                  <a:pt x="30061" y="52"/>
                  <a:pt x="30086" y="77"/>
                </a:cubicBezTo>
                <a:cubicBezTo>
                  <a:pt x="30110" y="102"/>
                  <a:pt x="30130" y="131"/>
                  <a:pt x="30143" y="163"/>
                </a:cubicBezTo>
                <a:cubicBezTo>
                  <a:pt x="30156" y="196"/>
                  <a:pt x="30163" y="229"/>
                  <a:pt x="30163" y="264"/>
                </a:cubicBezTo>
                <a:lnTo>
                  <a:pt x="30163" y="2541"/>
                </a:lnTo>
                <a:cubicBezTo>
                  <a:pt x="30163" y="2576"/>
                  <a:pt x="30156" y="2610"/>
                  <a:pt x="30143" y="2642"/>
                </a:cubicBezTo>
                <a:cubicBezTo>
                  <a:pt x="30130" y="2674"/>
                  <a:pt x="30110" y="2703"/>
                  <a:pt x="30086" y="2728"/>
                </a:cubicBezTo>
                <a:cubicBezTo>
                  <a:pt x="30061" y="2753"/>
                  <a:pt x="30032" y="2772"/>
                  <a:pt x="30000" y="2785"/>
                </a:cubicBezTo>
                <a:cubicBezTo>
                  <a:pt x="29967" y="2799"/>
                  <a:pt x="29934" y="2805"/>
                  <a:pt x="29898" y="2805"/>
                </a:cubicBezTo>
                <a:lnTo>
                  <a:pt x="264" y="2805"/>
                </a:lnTo>
                <a:cubicBezTo>
                  <a:pt x="229" y="2805"/>
                  <a:pt x="195" y="2799"/>
                  <a:pt x="163" y="2785"/>
                </a:cubicBezTo>
                <a:cubicBezTo>
                  <a:pt x="130" y="2772"/>
                  <a:pt x="102" y="2753"/>
                  <a:pt x="77" y="2728"/>
                </a:cubicBezTo>
                <a:cubicBezTo>
                  <a:pt x="52" y="2703"/>
                  <a:pt x="33" y="2674"/>
                  <a:pt x="20" y="2642"/>
                </a:cubicBezTo>
                <a:cubicBezTo>
                  <a:pt x="6" y="2610"/>
                  <a:pt x="0" y="2576"/>
                  <a:pt x="0" y="2541"/>
                </a:cubicBezTo>
                <a:lnTo>
                  <a:pt x="0" y="264"/>
                </a:lnTo>
                <a:cubicBezTo>
                  <a:pt x="0" y="229"/>
                  <a:pt x="6" y="196"/>
                  <a:pt x="20" y="163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655200" y="4379400"/>
            <a:ext cx="10881720" cy="1032840"/>
          </a:xfrm>
          <a:custGeom>
            <a:avLst/>
            <a:gdLst/>
            <a:ahLst/>
            <a:rect l="0" t="0" r="r" b="b"/>
            <a:pathLst>
              <a:path w="30227" h="2869">
                <a:moveTo>
                  <a:pt x="561" y="0"/>
                </a:moveTo>
                <a:lnTo>
                  <a:pt x="719" y="0"/>
                </a:lnTo>
                <a:lnTo>
                  <a:pt x="719" y="116"/>
                </a:lnTo>
                <a:lnTo>
                  <a:pt x="561" y="116"/>
                </a:lnTo>
                <a:lnTo>
                  <a:pt x="561" y="0"/>
                </a:lnTo>
                <a:moveTo>
                  <a:pt x="825" y="0"/>
                </a:moveTo>
                <a:lnTo>
                  <a:pt x="984" y="0"/>
                </a:lnTo>
                <a:lnTo>
                  <a:pt x="984" y="116"/>
                </a:lnTo>
                <a:lnTo>
                  <a:pt x="825" y="116"/>
                </a:lnTo>
                <a:lnTo>
                  <a:pt x="825" y="0"/>
                </a:lnTo>
                <a:moveTo>
                  <a:pt x="1089" y="0"/>
                </a:moveTo>
                <a:lnTo>
                  <a:pt x="1248" y="0"/>
                </a:lnTo>
                <a:lnTo>
                  <a:pt x="1248" y="116"/>
                </a:lnTo>
                <a:lnTo>
                  <a:pt x="1089" y="116"/>
                </a:lnTo>
                <a:lnTo>
                  <a:pt x="1089" y="0"/>
                </a:lnTo>
                <a:moveTo>
                  <a:pt x="1354" y="0"/>
                </a:moveTo>
                <a:lnTo>
                  <a:pt x="1512" y="0"/>
                </a:lnTo>
                <a:lnTo>
                  <a:pt x="1512" y="116"/>
                </a:lnTo>
                <a:lnTo>
                  <a:pt x="1354" y="116"/>
                </a:lnTo>
                <a:lnTo>
                  <a:pt x="1354" y="0"/>
                </a:lnTo>
                <a:moveTo>
                  <a:pt x="1618" y="0"/>
                </a:moveTo>
                <a:lnTo>
                  <a:pt x="1777" y="0"/>
                </a:lnTo>
                <a:lnTo>
                  <a:pt x="1777" y="116"/>
                </a:lnTo>
                <a:lnTo>
                  <a:pt x="1618" y="116"/>
                </a:lnTo>
                <a:lnTo>
                  <a:pt x="1618" y="0"/>
                </a:lnTo>
                <a:moveTo>
                  <a:pt x="1882" y="0"/>
                </a:moveTo>
                <a:lnTo>
                  <a:pt x="2041" y="0"/>
                </a:lnTo>
                <a:lnTo>
                  <a:pt x="2041" y="116"/>
                </a:lnTo>
                <a:lnTo>
                  <a:pt x="1882" y="116"/>
                </a:lnTo>
                <a:lnTo>
                  <a:pt x="1882" y="0"/>
                </a:lnTo>
                <a:moveTo>
                  <a:pt x="2147" y="0"/>
                </a:moveTo>
                <a:lnTo>
                  <a:pt x="2306" y="0"/>
                </a:lnTo>
                <a:lnTo>
                  <a:pt x="2306" y="116"/>
                </a:lnTo>
                <a:lnTo>
                  <a:pt x="2147" y="116"/>
                </a:lnTo>
                <a:lnTo>
                  <a:pt x="2147" y="0"/>
                </a:lnTo>
                <a:moveTo>
                  <a:pt x="2411" y="0"/>
                </a:moveTo>
                <a:lnTo>
                  <a:pt x="2570" y="0"/>
                </a:lnTo>
                <a:lnTo>
                  <a:pt x="2570" y="116"/>
                </a:lnTo>
                <a:lnTo>
                  <a:pt x="2411" y="116"/>
                </a:lnTo>
                <a:lnTo>
                  <a:pt x="2411" y="0"/>
                </a:lnTo>
                <a:moveTo>
                  <a:pt x="2675" y="0"/>
                </a:moveTo>
                <a:lnTo>
                  <a:pt x="2834" y="0"/>
                </a:lnTo>
                <a:lnTo>
                  <a:pt x="2834" y="116"/>
                </a:lnTo>
                <a:lnTo>
                  <a:pt x="2675" y="116"/>
                </a:lnTo>
                <a:lnTo>
                  <a:pt x="2675" y="0"/>
                </a:lnTo>
                <a:moveTo>
                  <a:pt x="2940" y="0"/>
                </a:moveTo>
                <a:lnTo>
                  <a:pt x="3099" y="0"/>
                </a:lnTo>
                <a:lnTo>
                  <a:pt x="3099" y="116"/>
                </a:lnTo>
                <a:lnTo>
                  <a:pt x="2940" y="116"/>
                </a:lnTo>
                <a:lnTo>
                  <a:pt x="2940" y="0"/>
                </a:lnTo>
                <a:moveTo>
                  <a:pt x="3204" y="0"/>
                </a:moveTo>
                <a:lnTo>
                  <a:pt x="3363" y="0"/>
                </a:lnTo>
                <a:lnTo>
                  <a:pt x="3363" y="116"/>
                </a:lnTo>
                <a:lnTo>
                  <a:pt x="3204" y="116"/>
                </a:lnTo>
                <a:lnTo>
                  <a:pt x="3204" y="0"/>
                </a:lnTo>
                <a:moveTo>
                  <a:pt x="3469" y="0"/>
                </a:moveTo>
                <a:lnTo>
                  <a:pt x="3627" y="0"/>
                </a:lnTo>
                <a:lnTo>
                  <a:pt x="3627" y="116"/>
                </a:lnTo>
                <a:lnTo>
                  <a:pt x="3469" y="116"/>
                </a:lnTo>
                <a:lnTo>
                  <a:pt x="3469" y="0"/>
                </a:lnTo>
                <a:moveTo>
                  <a:pt x="3733" y="0"/>
                </a:moveTo>
                <a:lnTo>
                  <a:pt x="3892" y="0"/>
                </a:lnTo>
                <a:lnTo>
                  <a:pt x="3892" y="116"/>
                </a:lnTo>
                <a:lnTo>
                  <a:pt x="3733" y="116"/>
                </a:lnTo>
                <a:lnTo>
                  <a:pt x="3733" y="0"/>
                </a:lnTo>
                <a:moveTo>
                  <a:pt x="3997" y="0"/>
                </a:moveTo>
                <a:lnTo>
                  <a:pt x="4156" y="0"/>
                </a:lnTo>
                <a:lnTo>
                  <a:pt x="4156" y="116"/>
                </a:lnTo>
                <a:lnTo>
                  <a:pt x="3997" y="116"/>
                </a:lnTo>
                <a:lnTo>
                  <a:pt x="3997" y="0"/>
                </a:lnTo>
                <a:moveTo>
                  <a:pt x="4262" y="0"/>
                </a:moveTo>
                <a:lnTo>
                  <a:pt x="4420" y="0"/>
                </a:lnTo>
                <a:lnTo>
                  <a:pt x="4420" y="116"/>
                </a:lnTo>
                <a:lnTo>
                  <a:pt x="4262" y="116"/>
                </a:lnTo>
                <a:lnTo>
                  <a:pt x="4262" y="0"/>
                </a:lnTo>
                <a:moveTo>
                  <a:pt x="4526" y="0"/>
                </a:moveTo>
                <a:lnTo>
                  <a:pt x="4685" y="0"/>
                </a:lnTo>
                <a:lnTo>
                  <a:pt x="4685" y="116"/>
                </a:lnTo>
                <a:lnTo>
                  <a:pt x="4526" y="116"/>
                </a:lnTo>
                <a:lnTo>
                  <a:pt x="4526" y="0"/>
                </a:lnTo>
                <a:moveTo>
                  <a:pt x="4790" y="0"/>
                </a:moveTo>
                <a:lnTo>
                  <a:pt x="4949" y="0"/>
                </a:lnTo>
                <a:lnTo>
                  <a:pt x="4949" y="116"/>
                </a:lnTo>
                <a:lnTo>
                  <a:pt x="4790" y="116"/>
                </a:lnTo>
                <a:lnTo>
                  <a:pt x="4790" y="0"/>
                </a:lnTo>
                <a:moveTo>
                  <a:pt x="5055" y="0"/>
                </a:moveTo>
                <a:lnTo>
                  <a:pt x="5214" y="0"/>
                </a:lnTo>
                <a:lnTo>
                  <a:pt x="5214" y="116"/>
                </a:lnTo>
                <a:lnTo>
                  <a:pt x="5055" y="116"/>
                </a:lnTo>
                <a:lnTo>
                  <a:pt x="5055" y="0"/>
                </a:lnTo>
                <a:moveTo>
                  <a:pt x="5319" y="0"/>
                </a:moveTo>
                <a:lnTo>
                  <a:pt x="5478" y="0"/>
                </a:lnTo>
                <a:lnTo>
                  <a:pt x="5478" y="116"/>
                </a:lnTo>
                <a:lnTo>
                  <a:pt x="5319" y="116"/>
                </a:lnTo>
                <a:lnTo>
                  <a:pt x="5319" y="0"/>
                </a:lnTo>
                <a:moveTo>
                  <a:pt x="5584" y="0"/>
                </a:moveTo>
                <a:lnTo>
                  <a:pt x="5742" y="0"/>
                </a:lnTo>
                <a:lnTo>
                  <a:pt x="5742" y="116"/>
                </a:lnTo>
                <a:lnTo>
                  <a:pt x="5584" y="116"/>
                </a:lnTo>
                <a:lnTo>
                  <a:pt x="5584" y="0"/>
                </a:lnTo>
                <a:moveTo>
                  <a:pt x="5848" y="0"/>
                </a:moveTo>
                <a:lnTo>
                  <a:pt x="6007" y="0"/>
                </a:lnTo>
                <a:lnTo>
                  <a:pt x="6007" y="116"/>
                </a:lnTo>
                <a:lnTo>
                  <a:pt x="5848" y="116"/>
                </a:lnTo>
                <a:lnTo>
                  <a:pt x="5848" y="0"/>
                </a:lnTo>
                <a:moveTo>
                  <a:pt x="6112" y="0"/>
                </a:moveTo>
                <a:lnTo>
                  <a:pt x="6271" y="0"/>
                </a:lnTo>
                <a:lnTo>
                  <a:pt x="6271" y="116"/>
                </a:lnTo>
                <a:lnTo>
                  <a:pt x="6112" y="116"/>
                </a:lnTo>
                <a:lnTo>
                  <a:pt x="6112" y="0"/>
                </a:lnTo>
                <a:moveTo>
                  <a:pt x="6377" y="0"/>
                </a:moveTo>
                <a:lnTo>
                  <a:pt x="6535" y="0"/>
                </a:lnTo>
                <a:lnTo>
                  <a:pt x="6535" y="116"/>
                </a:lnTo>
                <a:lnTo>
                  <a:pt x="6377" y="116"/>
                </a:lnTo>
                <a:lnTo>
                  <a:pt x="6377" y="0"/>
                </a:lnTo>
                <a:moveTo>
                  <a:pt x="6641" y="0"/>
                </a:moveTo>
                <a:lnTo>
                  <a:pt x="6800" y="0"/>
                </a:lnTo>
                <a:lnTo>
                  <a:pt x="6800" y="116"/>
                </a:lnTo>
                <a:lnTo>
                  <a:pt x="6641" y="116"/>
                </a:lnTo>
                <a:lnTo>
                  <a:pt x="6641" y="0"/>
                </a:lnTo>
                <a:moveTo>
                  <a:pt x="6905" y="0"/>
                </a:moveTo>
                <a:lnTo>
                  <a:pt x="7064" y="0"/>
                </a:lnTo>
                <a:lnTo>
                  <a:pt x="7064" y="116"/>
                </a:lnTo>
                <a:lnTo>
                  <a:pt x="6905" y="116"/>
                </a:lnTo>
                <a:lnTo>
                  <a:pt x="6905" y="0"/>
                </a:lnTo>
                <a:moveTo>
                  <a:pt x="7170" y="0"/>
                </a:moveTo>
                <a:lnTo>
                  <a:pt x="7329" y="0"/>
                </a:lnTo>
                <a:lnTo>
                  <a:pt x="7329" y="116"/>
                </a:lnTo>
                <a:lnTo>
                  <a:pt x="7170" y="116"/>
                </a:lnTo>
                <a:lnTo>
                  <a:pt x="7170" y="0"/>
                </a:lnTo>
                <a:moveTo>
                  <a:pt x="7434" y="0"/>
                </a:moveTo>
                <a:lnTo>
                  <a:pt x="7593" y="0"/>
                </a:lnTo>
                <a:lnTo>
                  <a:pt x="7593" y="116"/>
                </a:lnTo>
                <a:lnTo>
                  <a:pt x="7434" y="116"/>
                </a:lnTo>
                <a:lnTo>
                  <a:pt x="7434" y="0"/>
                </a:lnTo>
                <a:moveTo>
                  <a:pt x="7699" y="0"/>
                </a:moveTo>
                <a:lnTo>
                  <a:pt x="7857" y="0"/>
                </a:lnTo>
                <a:lnTo>
                  <a:pt x="7857" y="116"/>
                </a:lnTo>
                <a:lnTo>
                  <a:pt x="7699" y="116"/>
                </a:lnTo>
                <a:lnTo>
                  <a:pt x="7699" y="0"/>
                </a:lnTo>
                <a:moveTo>
                  <a:pt x="7963" y="0"/>
                </a:moveTo>
                <a:lnTo>
                  <a:pt x="8122" y="0"/>
                </a:lnTo>
                <a:lnTo>
                  <a:pt x="8122" y="116"/>
                </a:lnTo>
                <a:lnTo>
                  <a:pt x="7963" y="116"/>
                </a:lnTo>
                <a:lnTo>
                  <a:pt x="7963" y="0"/>
                </a:lnTo>
                <a:moveTo>
                  <a:pt x="8227" y="0"/>
                </a:moveTo>
                <a:lnTo>
                  <a:pt x="8386" y="0"/>
                </a:lnTo>
                <a:lnTo>
                  <a:pt x="8386" y="116"/>
                </a:lnTo>
                <a:lnTo>
                  <a:pt x="8227" y="116"/>
                </a:lnTo>
                <a:lnTo>
                  <a:pt x="8227" y="0"/>
                </a:lnTo>
                <a:moveTo>
                  <a:pt x="8492" y="0"/>
                </a:moveTo>
                <a:lnTo>
                  <a:pt x="8650" y="0"/>
                </a:lnTo>
                <a:lnTo>
                  <a:pt x="8650" y="116"/>
                </a:lnTo>
                <a:lnTo>
                  <a:pt x="8492" y="116"/>
                </a:lnTo>
                <a:lnTo>
                  <a:pt x="8492" y="0"/>
                </a:lnTo>
                <a:moveTo>
                  <a:pt x="8756" y="0"/>
                </a:moveTo>
                <a:lnTo>
                  <a:pt x="8915" y="0"/>
                </a:lnTo>
                <a:lnTo>
                  <a:pt x="8915" y="116"/>
                </a:lnTo>
                <a:lnTo>
                  <a:pt x="8756" y="116"/>
                </a:lnTo>
                <a:lnTo>
                  <a:pt x="8756" y="0"/>
                </a:lnTo>
                <a:moveTo>
                  <a:pt x="9020" y="0"/>
                </a:moveTo>
                <a:lnTo>
                  <a:pt x="9179" y="0"/>
                </a:lnTo>
                <a:lnTo>
                  <a:pt x="9179" y="116"/>
                </a:lnTo>
                <a:lnTo>
                  <a:pt x="9020" y="116"/>
                </a:lnTo>
                <a:lnTo>
                  <a:pt x="9020" y="0"/>
                </a:lnTo>
                <a:moveTo>
                  <a:pt x="9285" y="0"/>
                </a:moveTo>
                <a:lnTo>
                  <a:pt x="9443" y="0"/>
                </a:lnTo>
                <a:lnTo>
                  <a:pt x="9443" y="116"/>
                </a:lnTo>
                <a:lnTo>
                  <a:pt x="9285" y="116"/>
                </a:lnTo>
                <a:lnTo>
                  <a:pt x="9285" y="0"/>
                </a:lnTo>
                <a:moveTo>
                  <a:pt x="9549" y="0"/>
                </a:moveTo>
                <a:lnTo>
                  <a:pt x="9708" y="0"/>
                </a:lnTo>
                <a:lnTo>
                  <a:pt x="9708" y="116"/>
                </a:lnTo>
                <a:lnTo>
                  <a:pt x="9549" y="116"/>
                </a:lnTo>
                <a:lnTo>
                  <a:pt x="9549" y="0"/>
                </a:lnTo>
                <a:moveTo>
                  <a:pt x="9813" y="0"/>
                </a:moveTo>
                <a:lnTo>
                  <a:pt x="9972" y="0"/>
                </a:lnTo>
                <a:lnTo>
                  <a:pt x="9972" y="116"/>
                </a:lnTo>
                <a:lnTo>
                  <a:pt x="9813" y="116"/>
                </a:lnTo>
                <a:lnTo>
                  <a:pt x="9813" y="0"/>
                </a:lnTo>
                <a:moveTo>
                  <a:pt x="10078" y="0"/>
                </a:moveTo>
                <a:lnTo>
                  <a:pt x="10237" y="0"/>
                </a:lnTo>
                <a:lnTo>
                  <a:pt x="10237" y="116"/>
                </a:lnTo>
                <a:lnTo>
                  <a:pt x="10078" y="116"/>
                </a:lnTo>
                <a:lnTo>
                  <a:pt x="10078" y="0"/>
                </a:lnTo>
                <a:moveTo>
                  <a:pt x="10342" y="0"/>
                </a:moveTo>
                <a:lnTo>
                  <a:pt x="10501" y="0"/>
                </a:lnTo>
                <a:lnTo>
                  <a:pt x="10501" y="116"/>
                </a:lnTo>
                <a:lnTo>
                  <a:pt x="10342" y="116"/>
                </a:lnTo>
                <a:lnTo>
                  <a:pt x="10342" y="0"/>
                </a:lnTo>
                <a:moveTo>
                  <a:pt x="10607" y="0"/>
                </a:moveTo>
                <a:lnTo>
                  <a:pt x="10765" y="0"/>
                </a:lnTo>
                <a:lnTo>
                  <a:pt x="10765" y="116"/>
                </a:lnTo>
                <a:lnTo>
                  <a:pt x="10607" y="116"/>
                </a:lnTo>
                <a:lnTo>
                  <a:pt x="10607" y="0"/>
                </a:lnTo>
                <a:moveTo>
                  <a:pt x="10871" y="0"/>
                </a:moveTo>
                <a:lnTo>
                  <a:pt x="11030" y="0"/>
                </a:lnTo>
                <a:lnTo>
                  <a:pt x="11030" y="116"/>
                </a:lnTo>
                <a:lnTo>
                  <a:pt x="10871" y="116"/>
                </a:lnTo>
                <a:lnTo>
                  <a:pt x="10871" y="0"/>
                </a:lnTo>
                <a:moveTo>
                  <a:pt x="11135" y="0"/>
                </a:moveTo>
                <a:lnTo>
                  <a:pt x="11294" y="0"/>
                </a:lnTo>
                <a:lnTo>
                  <a:pt x="11294" y="116"/>
                </a:lnTo>
                <a:lnTo>
                  <a:pt x="11135" y="116"/>
                </a:lnTo>
                <a:lnTo>
                  <a:pt x="11135" y="0"/>
                </a:lnTo>
                <a:moveTo>
                  <a:pt x="11400" y="0"/>
                </a:moveTo>
                <a:lnTo>
                  <a:pt x="11558" y="0"/>
                </a:lnTo>
                <a:lnTo>
                  <a:pt x="11558" y="116"/>
                </a:lnTo>
                <a:lnTo>
                  <a:pt x="11400" y="116"/>
                </a:lnTo>
                <a:lnTo>
                  <a:pt x="11400" y="0"/>
                </a:lnTo>
                <a:moveTo>
                  <a:pt x="11664" y="0"/>
                </a:moveTo>
                <a:lnTo>
                  <a:pt x="11823" y="0"/>
                </a:lnTo>
                <a:lnTo>
                  <a:pt x="11823" y="116"/>
                </a:lnTo>
                <a:lnTo>
                  <a:pt x="11664" y="116"/>
                </a:lnTo>
                <a:lnTo>
                  <a:pt x="11664" y="0"/>
                </a:lnTo>
                <a:moveTo>
                  <a:pt x="11928" y="0"/>
                </a:moveTo>
                <a:lnTo>
                  <a:pt x="12087" y="0"/>
                </a:lnTo>
                <a:lnTo>
                  <a:pt x="12087" y="116"/>
                </a:lnTo>
                <a:lnTo>
                  <a:pt x="11928" y="116"/>
                </a:lnTo>
                <a:lnTo>
                  <a:pt x="11928" y="0"/>
                </a:lnTo>
                <a:moveTo>
                  <a:pt x="12193" y="0"/>
                </a:moveTo>
                <a:lnTo>
                  <a:pt x="12352" y="0"/>
                </a:lnTo>
                <a:lnTo>
                  <a:pt x="12352" y="116"/>
                </a:lnTo>
                <a:lnTo>
                  <a:pt x="12193" y="116"/>
                </a:lnTo>
                <a:lnTo>
                  <a:pt x="12193" y="0"/>
                </a:lnTo>
                <a:moveTo>
                  <a:pt x="12457" y="0"/>
                </a:moveTo>
                <a:lnTo>
                  <a:pt x="12616" y="0"/>
                </a:lnTo>
                <a:lnTo>
                  <a:pt x="12616" y="116"/>
                </a:lnTo>
                <a:lnTo>
                  <a:pt x="12457" y="116"/>
                </a:lnTo>
                <a:lnTo>
                  <a:pt x="12457" y="0"/>
                </a:lnTo>
                <a:moveTo>
                  <a:pt x="12722" y="0"/>
                </a:moveTo>
                <a:lnTo>
                  <a:pt x="12880" y="0"/>
                </a:lnTo>
                <a:lnTo>
                  <a:pt x="12880" y="116"/>
                </a:lnTo>
                <a:lnTo>
                  <a:pt x="12722" y="116"/>
                </a:lnTo>
                <a:lnTo>
                  <a:pt x="12722" y="0"/>
                </a:lnTo>
                <a:moveTo>
                  <a:pt x="12986" y="0"/>
                </a:moveTo>
                <a:lnTo>
                  <a:pt x="13145" y="0"/>
                </a:lnTo>
                <a:lnTo>
                  <a:pt x="13145" y="116"/>
                </a:lnTo>
                <a:lnTo>
                  <a:pt x="12986" y="116"/>
                </a:lnTo>
                <a:lnTo>
                  <a:pt x="12986" y="0"/>
                </a:lnTo>
                <a:moveTo>
                  <a:pt x="13250" y="0"/>
                </a:moveTo>
                <a:lnTo>
                  <a:pt x="13410" y="0"/>
                </a:lnTo>
                <a:lnTo>
                  <a:pt x="13410" y="116"/>
                </a:lnTo>
                <a:lnTo>
                  <a:pt x="13250" y="116"/>
                </a:lnTo>
                <a:lnTo>
                  <a:pt x="13250" y="0"/>
                </a:lnTo>
                <a:moveTo>
                  <a:pt x="13516" y="0"/>
                </a:moveTo>
                <a:lnTo>
                  <a:pt x="13674" y="0"/>
                </a:lnTo>
                <a:lnTo>
                  <a:pt x="13674" y="116"/>
                </a:lnTo>
                <a:lnTo>
                  <a:pt x="13516" y="116"/>
                </a:lnTo>
                <a:lnTo>
                  <a:pt x="13516" y="0"/>
                </a:lnTo>
                <a:moveTo>
                  <a:pt x="13780" y="0"/>
                </a:moveTo>
                <a:lnTo>
                  <a:pt x="13939" y="0"/>
                </a:lnTo>
                <a:lnTo>
                  <a:pt x="13939" y="116"/>
                </a:lnTo>
                <a:lnTo>
                  <a:pt x="13780" y="116"/>
                </a:lnTo>
                <a:lnTo>
                  <a:pt x="13780" y="0"/>
                </a:lnTo>
                <a:moveTo>
                  <a:pt x="14044" y="0"/>
                </a:moveTo>
                <a:lnTo>
                  <a:pt x="14203" y="0"/>
                </a:lnTo>
                <a:lnTo>
                  <a:pt x="14203" y="116"/>
                </a:lnTo>
                <a:lnTo>
                  <a:pt x="14044" y="116"/>
                </a:lnTo>
                <a:lnTo>
                  <a:pt x="14044" y="0"/>
                </a:lnTo>
                <a:moveTo>
                  <a:pt x="14309" y="0"/>
                </a:moveTo>
                <a:lnTo>
                  <a:pt x="14467" y="0"/>
                </a:lnTo>
                <a:lnTo>
                  <a:pt x="14467" y="116"/>
                </a:lnTo>
                <a:lnTo>
                  <a:pt x="14309" y="116"/>
                </a:lnTo>
                <a:lnTo>
                  <a:pt x="14309" y="0"/>
                </a:lnTo>
                <a:moveTo>
                  <a:pt x="14573" y="0"/>
                </a:moveTo>
                <a:lnTo>
                  <a:pt x="14732" y="0"/>
                </a:lnTo>
                <a:lnTo>
                  <a:pt x="14732" y="116"/>
                </a:lnTo>
                <a:lnTo>
                  <a:pt x="14573" y="116"/>
                </a:lnTo>
                <a:lnTo>
                  <a:pt x="14573" y="0"/>
                </a:lnTo>
                <a:moveTo>
                  <a:pt x="14837" y="0"/>
                </a:moveTo>
                <a:lnTo>
                  <a:pt x="14996" y="0"/>
                </a:lnTo>
                <a:lnTo>
                  <a:pt x="14996" y="116"/>
                </a:lnTo>
                <a:lnTo>
                  <a:pt x="14837" y="116"/>
                </a:lnTo>
                <a:lnTo>
                  <a:pt x="14837" y="0"/>
                </a:lnTo>
                <a:moveTo>
                  <a:pt x="15102" y="0"/>
                </a:moveTo>
                <a:lnTo>
                  <a:pt x="15261" y="0"/>
                </a:lnTo>
                <a:lnTo>
                  <a:pt x="15261" y="116"/>
                </a:lnTo>
                <a:lnTo>
                  <a:pt x="15102" y="116"/>
                </a:lnTo>
                <a:lnTo>
                  <a:pt x="15102" y="0"/>
                </a:lnTo>
                <a:moveTo>
                  <a:pt x="15366" y="0"/>
                </a:moveTo>
                <a:lnTo>
                  <a:pt x="15525" y="0"/>
                </a:lnTo>
                <a:lnTo>
                  <a:pt x="15525" y="116"/>
                </a:lnTo>
                <a:lnTo>
                  <a:pt x="15366" y="116"/>
                </a:lnTo>
                <a:lnTo>
                  <a:pt x="15366" y="0"/>
                </a:lnTo>
                <a:moveTo>
                  <a:pt x="15631" y="0"/>
                </a:moveTo>
                <a:lnTo>
                  <a:pt x="15789" y="0"/>
                </a:lnTo>
                <a:lnTo>
                  <a:pt x="15789" y="116"/>
                </a:lnTo>
                <a:lnTo>
                  <a:pt x="15631" y="116"/>
                </a:lnTo>
                <a:lnTo>
                  <a:pt x="15631" y="0"/>
                </a:lnTo>
                <a:moveTo>
                  <a:pt x="15895" y="0"/>
                </a:moveTo>
                <a:lnTo>
                  <a:pt x="16054" y="0"/>
                </a:lnTo>
                <a:lnTo>
                  <a:pt x="16054" y="116"/>
                </a:lnTo>
                <a:lnTo>
                  <a:pt x="15895" y="116"/>
                </a:lnTo>
                <a:lnTo>
                  <a:pt x="15895" y="0"/>
                </a:lnTo>
                <a:moveTo>
                  <a:pt x="16159" y="0"/>
                </a:moveTo>
                <a:lnTo>
                  <a:pt x="16318" y="0"/>
                </a:lnTo>
                <a:lnTo>
                  <a:pt x="16318" y="116"/>
                </a:lnTo>
                <a:lnTo>
                  <a:pt x="16159" y="116"/>
                </a:lnTo>
                <a:lnTo>
                  <a:pt x="16159" y="0"/>
                </a:lnTo>
                <a:moveTo>
                  <a:pt x="16424" y="0"/>
                </a:moveTo>
                <a:lnTo>
                  <a:pt x="16582" y="0"/>
                </a:lnTo>
                <a:lnTo>
                  <a:pt x="16582" y="116"/>
                </a:lnTo>
                <a:lnTo>
                  <a:pt x="16424" y="116"/>
                </a:lnTo>
                <a:lnTo>
                  <a:pt x="16424" y="0"/>
                </a:lnTo>
                <a:moveTo>
                  <a:pt x="16688" y="0"/>
                </a:moveTo>
                <a:lnTo>
                  <a:pt x="16847" y="0"/>
                </a:lnTo>
                <a:lnTo>
                  <a:pt x="16847" y="116"/>
                </a:lnTo>
                <a:lnTo>
                  <a:pt x="16688" y="116"/>
                </a:lnTo>
                <a:lnTo>
                  <a:pt x="16688" y="0"/>
                </a:lnTo>
                <a:moveTo>
                  <a:pt x="16952" y="0"/>
                </a:moveTo>
                <a:lnTo>
                  <a:pt x="17111" y="0"/>
                </a:lnTo>
                <a:lnTo>
                  <a:pt x="17111" y="116"/>
                </a:lnTo>
                <a:lnTo>
                  <a:pt x="16952" y="116"/>
                </a:lnTo>
                <a:lnTo>
                  <a:pt x="16952" y="0"/>
                </a:lnTo>
                <a:moveTo>
                  <a:pt x="17217" y="0"/>
                </a:moveTo>
                <a:lnTo>
                  <a:pt x="17376" y="0"/>
                </a:lnTo>
                <a:lnTo>
                  <a:pt x="17376" y="116"/>
                </a:lnTo>
                <a:lnTo>
                  <a:pt x="17217" y="116"/>
                </a:lnTo>
                <a:lnTo>
                  <a:pt x="17217" y="0"/>
                </a:lnTo>
                <a:moveTo>
                  <a:pt x="17481" y="0"/>
                </a:moveTo>
                <a:lnTo>
                  <a:pt x="17640" y="0"/>
                </a:lnTo>
                <a:lnTo>
                  <a:pt x="17640" y="116"/>
                </a:lnTo>
                <a:lnTo>
                  <a:pt x="17481" y="116"/>
                </a:lnTo>
                <a:lnTo>
                  <a:pt x="17481" y="0"/>
                </a:lnTo>
                <a:moveTo>
                  <a:pt x="17746" y="0"/>
                </a:moveTo>
                <a:lnTo>
                  <a:pt x="17904" y="0"/>
                </a:lnTo>
                <a:lnTo>
                  <a:pt x="17904" y="116"/>
                </a:lnTo>
                <a:lnTo>
                  <a:pt x="17746" y="116"/>
                </a:lnTo>
                <a:lnTo>
                  <a:pt x="17746" y="0"/>
                </a:lnTo>
                <a:moveTo>
                  <a:pt x="18010" y="0"/>
                </a:moveTo>
                <a:lnTo>
                  <a:pt x="18169" y="0"/>
                </a:lnTo>
                <a:lnTo>
                  <a:pt x="18169" y="116"/>
                </a:lnTo>
                <a:lnTo>
                  <a:pt x="18010" y="116"/>
                </a:lnTo>
                <a:lnTo>
                  <a:pt x="18010" y="0"/>
                </a:lnTo>
                <a:moveTo>
                  <a:pt x="18274" y="0"/>
                </a:moveTo>
                <a:lnTo>
                  <a:pt x="18433" y="0"/>
                </a:lnTo>
                <a:lnTo>
                  <a:pt x="18433" y="116"/>
                </a:lnTo>
                <a:lnTo>
                  <a:pt x="18274" y="116"/>
                </a:lnTo>
                <a:lnTo>
                  <a:pt x="18274" y="0"/>
                </a:lnTo>
                <a:moveTo>
                  <a:pt x="18539" y="0"/>
                </a:moveTo>
                <a:lnTo>
                  <a:pt x="18697" y="0"/>
                </a:lnTo>
                <a:lnTo>
                  <a:pt x="18697" y="116"/>
                </a:lnTo>
                <a:lnTo>
                  <a:pt x="18539" y="116"/>
                </a:lnTo>
                <a:lnTo>
                  <a:pt x="18539" y="0"/>
                </a:lnTo>
                <a:moveTo>
                  <a:pt x="18803" y="0"/>
                </a:moveTo>
                <a:lnTo>
                  <a:pt x="18962" y="0"/>
                </a:lnTo>
                <a:lnTo>
                  <a:pt x="18962" y="116"/>
                </a:lnTo>
                <a:lnTo>
                  <a:pt x="18803" y="116"/>
                </a:lnTo>
                <a:lnTo>
                  <a:pt x="18803" y="0"/>
                </a:lnTo>
                <a:moveTo>
                  <a:pt x="19067" y="0"/>
                </a:moveTo>
                <a:lnTo>
                  <a:pt x="19226" y="0"/>
                </a:lnTo>
                <a:lnTo>
                  <a:pt x="19226" y="116"/>
                </a:lnTo>
                <a:lnTo>
                  <a:pt x="19067" y="116"/>
                </a:lnTo>
                <a:lnTo>
                  <a:pt x="19067" y="0"/>
                </a:lnTo>
                <a:moveTo>
                  <a:pt x="19332" y="0"/>
                </a:moveTo>
                <a:lnTo>
                  <a:pt x="19490" y="0"/>
                </a:lnTo>
                <a:lnTo>
                  <a:pt x="19490" y="116"/>
                </a:lnTo>
                <a:lnTo>
                  <a:pt x="19332" y="116"/>
                </a:lnTo>
                <a:lnTo>
                  <a:pt x="19332" y="0"/>
                </a:lnTo>
                <a:moveTo>
                  <a:pt x="19596" y="0"/>
                </a:moveTo>
                <a:lnTo>
                  <a:pt x="19755" y="0"/>
                </a:lnTo>
                <a:lnTo>
                  <a:pt x="19755" y="116"/>
                </a:lnTo>
                <a:lnTo>
                  <a:pt x="19596" y="116"/>
                </a:lnTo>
                <a:lnTo>
                  <a:pt x="19596" y="0"/>
                </a:lnTo>
                <a:moveTo>
                  <a:pt x="19860" y="0"/>
                </a:moveTo>
                <a:lnTo>
                  <a:pt x="20019" y="0"/>
                </a:lnTo>
                <a:lnTo>
                  <a:pt x="20019" y="116"/>
                </a:lnTo>
                <a:lnTo>
                  <a:pt x="19860" y="116"/>
                </a:lnTo>
                <a:lnTo>
                  <a:pt x="19860" y="0"/>
                </a:lnTo>
                <a:moveTo>
                  <a:pt x="20125" y="0"/>
                </a:moveTo>
                <a:lnTo>
                  <a:pt x="20284" y="0"/>
                </a:lnTo>
                <a:lnTo>
                  <a:pt x="20284" y="116"/>
                </a:lnTo>
                <a:lnTo>
                  <a:pt x="20125" y="116"/>
                </a:lnTo>
                <a:lnTo>
                  <a:pt x="20125" y="0"/>
                </a:lnTo>
                <a:moveTo>
                  <a:pt x="20389" y="0"/>
                </a:moveTo>
                <a:lnTo>
                  <a:pt x="20548" y="0"/>
                </a:lnTo>
                <a:lnTo>
                  <a:pt x="20548" y="116"/>
                </a:lnTo>
                <a:lnTo>
                  <a:pt x="20389" y="116"/>
                </a:lnTo>
                <a:lnTo>
                  <a:pt x="20389" y="0"/>
                </a:lnTo>
                <a:moveTo>
                  <a:pt x="20654" y="0"/>
                </a:moveTo>
                <a:lnTo>
                  <a:pt x="20812" y="0"/>
                </a:lnTo>
                <a:lnTo>
                  <a:pt x="20812" y="116"/>
                </a:lnTo>
                <a:lnTo>
                  <a:pt x="20654" y="116"/>
                </a:lnTo>
                <a:lnTo>
                  <a:pt x="20654" y="0"/>
                </a:lnTo>
                <a:moveTo>
                  <a:pt x="20918" y="0"/>
                </a:moveTo>
                <a:lnTo>
                  <a:pt x="21077" y="0"/>
                </a:lnTo>
                <a:lnTo>
                  <a:pt x="21077" y="116"/>
                </a:lnTo>
                <a:lnTo>
                  <a:pt x="20918" y="116"/>
                </a:lnTo>
                <a:lnTo>
                  <a:pt x="20918" y="0"/>
                </a:lnTo>
                <a:moveTo>
                  <a:pt x="21182" y="0"/>
                </a:moveTo>
                <a:lnTo>
                  <a:pt x="21341" y="0"/>
                </a:lnTo>
                <a:lnTo>
                  <a:pt x="21341" y="116"/>
                </a:lnTo>
                <a:lnTo>
                  <a:pt x="21182" y="116"/>
                </a:lnTo>
                <a:lnTo>
                  <a:pt x="21182" y="0"/>
                </a:lnTo>
                <a:moveTo>
                  <a:pt x="21447" y="0"/>
                </a:moveTo>
                <a:lnTo>
                  <a:pt x="21605" y="0"/>
                </a:lnTo>
                <a:lnTo>
                  <a:pt x="21605" y="116"/>
                </a:lnTo>
                <a:lnTo>
                  <a:pt x="21447" y="116"/>
                </a:lnTo>
                <a:lnTo>
                  <a:pt x="21447" y="0"/>
                </a:lnTo>
                <a:moveTo>
                  <a:pt x="21711" y="0"/>
                </a:moveTo>
                <a:lnTo>
                  <a:pt x="21870" y="0"/>
                </a:lnTo>
                <a:lnTo>
                  <a:pt x="21870" y="116"/>
                </a:lnTo>
                <a:lnTo>
                  <a:pt x="21711" y="116"/>
                </a:lnTo>
                <a:lnTo>
                  <a:pt x="21711" y="0"/>
                </a:lnTo>
                <a:moveTo>
                  <a:pt x="21975" y="0"/>
                </a:moveTo>
                <a:lnTo>
                  <a:pt x="22134" y="0"/>
                </a:lnTo>
                <a:lnTo>
                  <a:pt x="22134" y="116"/>
                </a:lnTo>
                <a:lnTo>
                  <a:pt x="21975" y="116"/>
                </a:lnTo>
                <a:lnTo>
                  <a:pt x="21975" y="0"/>
                </a:lnTo>
                <a:moveTo>
                  <a:pt x="22240" y="0"/>
                </a:moveTo>
                <a:lnTo>
                  <a:pt x="22399" y="0"/>
                </a:lnTo>
                <a:lnTo>
                  <a:pt x="22399" y="116"/>
                </a:lnTo>
                <a:lnTo>
                  <a:pt x="22240" y="116"/>
                </a:lnTo>
                <a:lnTo>
                  <a:pt x="22240" y="0"/>
                </a:lnTo>
                <a:moveTo>
                  <a:pt x="22504" y="0"/>
                </a:moveTo>
                <a:lnTo>
                  <a:pt x="22663" y="0"/>
                </a:lnTo>
                <a:lnTo>
                  <a:pt x="22663" y="116"/>
                </a:lnTo>
                <a:lnTo>
                  <a:pt x="22504" y="116"/>
                </a:lnTo>
                <a:lnTo>
                  <a:pt x="22504" y="0"/>
                </a:lnTo>
                <a:moveTo>
                  <a:pt x="22769" y="0"/>
                </a:moveTo>
                <a:lnTo>
                  <a:pt x="22927" y="0"/>
                </a:lnTo>
                <a:lnTo>
                  <a:pt x="22927" y="116"/>
                </a:lnTo>
                <a:lnTo>
                  <a:pt x="22769" y="116"/>
                </a:lnTo>
                <a:lnTo>
                  <a:pt x="22769" y="0"/>
                </a:lnTo>
                <a:moveTo>
                  <a:pt x="23033" y="0"/>
                </a:moveTo>
                <a:lnTo>
                  <a:pt x="23192" y="0"/>
                </a:lnTo>
                <a:lnTo>
                  <a:pt x="23192" y="116"/>
                </a:lnTo>
                <a:lnTo>
                  <a:pt x="23033" y="116"/>
                </a:lnTo>
                <a:lnTo>
                  <a:pt x="23033" y="0"/>
                </a:lnTo>
                <a:moveTo>
                  <a:pt x="23297" y="0"/>
                </a:moveTo>
                <a:lnTo>
                  <a:pt x="23456" y="0"/>
                </a:lnTo>
                <a:lnTo>
                  <a:pt x="23456" y="116"/>
                </a:lnTo>
                <a:lnTo>
                  <a:pt x="23297" y="116"/>
                </a:lnTo>
                <a:lnTo>
                  <a:pt x="23297" y="0"/>
                </a:lnTo>
                <a:moveTo>
                  <a:pt x="23562" y="0"/>
                </a:moveTo>
                <a:lnTo>
                  <a:pt x="23720" y="0"/>
                </a:lnTo>
                <a:lnTo>
                  <a:pt x="23720" y="116"/>
                </a:lnTo>
                <a:lnTo>
                  <a:pt x="23562" y="116"/>
                </a:lnTo>
                <a:lnTo>
                  <a:pt x="23562" y="0"/>
                </a:lnTo>
                <a:moveTo>
                  <a:pt x="23826" y="0"/>
                </a:moveTo>
                <a:lnTo>
                  <a:pt x="23985" y="0"/>
                </a:lnTo>
                <a:lnTo>
                  <a:pt x="23985" y="116"/>
                </a:lnTo>
                <a:lnTo>
                  <a:pt x="23826" y="116"/>
                </a:lnTo>
                <a:lnTo>
                  <a:pt x="23826" y="0"/>
                </a:lnTo>
                <a:moveTo>
                  <a:pt x="24090" y="0"/>
                </a:moveTo>
                <a:lnTo>
                  <a:pt x="24249" y="0"/>
                </a:lnTo>
                <a:lnTo>
                  <a:pt x="24249" y="116"/>
                </a:lnTo>
                <a:lnTo>
                  <a:pt x="24090" y="116"/>
                </a:lnTo>
                <a:lnTo>
                  <a:pt x="24090" y="0"/>
                </a:lnTo>
                <a:moveTo>
                  <a:pt x="24355" y="0"/>
                </a:moveTo>
                <a:lnTo>
                  <a:pt x="24514" y="0"/>
                </a:lnTo>
                <a:lnTo>
                  <a:pt x="24514" y="116"/>
                </a:lnTo>
                <a:lnTo>
                  <a:pt x="24355" y="116"/>
                </a:lnTo>
                <a:lnTo>
                  <a:pt x="24355" y="0"/>
                </a:lnTo>
                <a:moveTo>
                  <a:pt x="24619" y="0"/>
                </a:moveTo>
                <a:lnTo>
                  <a:pt x="24778" y="0"/>
                </a:lnTo>
                <a:lnTo>
                  <a:pt x="24778" y="116"/>
                </a:lnTo>
                <a:lnTo>
                  <a:pt x="24619" y="116"/>
                </a:lnTo>
                <a:lnTo>
                  <a:pt x="24619" y="0"/>
                </a:lnTo>
                <a:moveTo>
                  <a:pt x="24883" y="0"/>
                </a:moveTo>
                <a:lnTo>
                  <a:pt x="25042" y="0"/>
                </a:lnTo>
                <a:lnTo>
                  <a:pt x="25042" y="116"/>
                </a:lnTo>
                <a:lnTo>
                  <a:pt x="24883" y="116"/>
                </a:lnTo>
                <a:lnTo>
                  <a:pt x="24883" y="0"/>
                </a:lnTo>
                <a:moveTo>
                  <a:pt x="25148" y="0"/>
                </a:moveTo>
                <a:lnTo>
                  <a:pt x="25307" y="0"/>
                </a:lnTo>
                <a:lnTo>
                  <a:pt x="25307" y="116"/>
                </a:lnTo>
                <a:lnTo>
                  <a:pt x="25148" y="116"/>
                </a:lnTo>
                <a:lnTo>
                  <a:pt x="25148" y="0"/>
                </a:lnTo>
                <a:moveTo>
                  <a:pt x="25412" y="0"/>
                </a:moveTo>
                <a:lnTo>
                  <a:pt x="25571" y="0"/>
                </a:lnTo>
                <a:lnTo>
                  <a:pt x="25571" y="116"/>
                </a:lnTo>
                <a:lnTo>
                  <a:pt x="25412" y="116"/>
                </a:lnTo>
                <a:lnTo>
                  <a:pt x="25412" y="0"/>
                </a:lnTo>
                <a:moveTo>
                  <a:pt x="25677" y="0"/>
                </a:moveTo>
                <a:lnTo>
                  <a:pt x="25835" y="0"/>
                </a:lnTo>
                <a:lnTo>
                  <a:pt x="25835" y="116"/>
                </a:lnTo>
                <a:lnTo>
                  <a:pt x="25677" y="116"/>
                </a:lnTo>
                <a:lnTo>
                  <a:pt x="25677" y="0"/>
                </a:lnTo>
                <a:moveTo>
                  <a:pt x="25941" y="0"/>
                </a:moveTo>
                <a:lnTo>
                  <a:pt x="26100" y="0"/>
                </a:lnTo>
                <a:lnTo>
                  <a:pt x="26100" y="116"/>
                </a:lnTo>
                <a:lnTo>
                  <a:pt x="25941" y="116"/>
                </a:lnTo>
                <a:lnTo>
                  <a:pt x="25941" y="0"/>
                </a:lnTo>
                <a:moveTo>
                  <a:pt x="26205" y="0"/>
                </a:moveTo>
                <a:lnTo>
                  <a:pt x="26364" y="0"/>
                </a:lnTo>
                <a:lnTo>
                  <a:pt x="26364" y="116"/>
                </a:lnTo>
                <a:lnTo>
                  <a:pt x="26205" y="116"/>
                </a:lnTo>
                <a:lnTo>
                  <a:pt x="26205" y="0"/>
                </a:lnTo>
                <a:moveTo>
                  <a:pt x="26470" y="0"/>
                </a:moveTo>
                <a:lnTo>
                  <a:pt x="26628" y="0"/>
                </a:lnTo>
                <a:lnTo>
                  <a:pt x="26628" y="116"/>
                </a:lnTo>
                <a:lnTo>
                  <a:pt x="26470" y="116"/>
                </a:lnTo>
                <a:lnTo>
                  <a:pt x="26470" y="0"/>
                </a:lnTo>
                <a:moveTo>
                  <a:pt x="26734" y="0"/>
                </a:moveTo>
                <a:lnTo>
                  <a:pt x="26893" y="0"/>
                </a:lnTo>
                <a:lnTo>
                  <a:pt x="26893" y="116"/>
                </a:lnTo>
                <a:lnTo>
                  <a:pt x="26734" y="116"/>
                </a:lnTo>
                <a:lnTo>
                  <a:pt x="26734" y="0"/>
                </a:lnTo>
                <a:moveTo>
                  <a:pt x="26998" y="0"/>
                </a:moveTo>
                <a:lnTo>
                  <a:pt x="27157" y="0"/>
                </a:lnTo>
                <a:lnTo>
                  <a:pt x="27157" y="116"/>
                </a:lnTo>
                <a:lnTo>
                  <a:pt x="26998" y="116"/>
                </a:lnTo>
                <a:lnTo>
                  <a:pt x="26998" y="0"/>
                </a:lnTo>
                <a:moveTo>
                  <a:pt x="27263" y="0"/>
                </a:moveTo>
                <a:lnTo>
                  <a:pt x="27422" y="0"/>
                </a:lnTo>
                <a:lnTo>
                  <a:pt x="27422" y="116"/>
                </a:lnTo>
                <a:lnTo>
                  <a:pt x="27263" y="116"/>
                </a:lnTo>
                <a:lnTo>
                  <a:pt x="27263" y="0"/>
                </a:lnTo>
                <a:moveTo>
                  <a:pt x="27527" y="0"/>
                </a:moveTo>
                <a:lnTo>
                  <a:pt x="27686" y="0"/>
                </a:lnTo>
                <a:lnTo>
                  <a:pt x="27686" y="116"/>
                </a:lnTo>
                <a:lnTo>
                  <a:pt x="27527" y="116"/>
                </a:lnTo>
                <a:lnTo>
                  <a:pt x="27527" y="0"/>
                </a:lnTo>
                <a:moveTo>
                  <a:pt x="27792" y="0"/>
                </a:moveTo>
                <a:lnTo>
                  <a:pt x="27950" y="0"/>
                </a:lnTo>
                <a:lnTo>
                  <a:pt x="27950" y="116"/>
                </a:lnTo>
                <a:lnTo>
                  <a:pt x="27792" y="116"/>
                </a:lnTo>
                <a:lnTo>
                  <a:pt x="27792" y="0"/>
                </a:lnTo>
                <a:moveTo>
                  <a:pt x="28056" y="0"/>
                </a:moveTo>
                <a:lnTo>
                  <a:pt x="28215" y="0"/>
                </a:lnTo>
                <a:lnTo>
                  <a:pt x="28215" y="116"/>
                </a:lnTo>
                <a:lnTo>
                  <a:pt x="28056" y="116"/>
                </a:lnTo>
                <a:lnTo>
                  <a:pt x="28056" y="0"/>
                </a:lnTo>
                <a:moveTo>
                  <a:pt x="28320" y="0"/>
                </a:moveTo>
                <a:lnTo>
                  <a:pt x="28479" y="0"/>
                </a:lnTo>
                <a:lnTo>
                  <a:pt x="28479" y="116"/>
                </a:lnTo>
                <a:lnTo>
                  <a:pt x="28320" y="116"/>
                </a:lnTo>
                <a:lnTo>
                  <a:pt x="28320" y="0"/>
                </a:lnTo>
                <a:moveTo>
                  <a:pt x="28585" y="0"/>
                </a:moveTo>
                <a:lnTo>
                  <a:pt x="28743" y="0"/>
                </a:lnTo>
                <a:lnTo>
                  <a:pt x="28743" y="116"/>
                </a:lnTo>
                <a:lnTo>
                  <a:pt x="28585" y="116"/>
                </a:lnTo>
                <a:lnTo>
                  <a:pt x="28585" y="0"/>
                </a:lnTo>
                <a:moveTo>
                  <a:pt x="28849" y="0"/>
                </a:moveTo>
                <a:lnTo>
                  <a:pt x="29008" y="0"/>
                </a:lnTo>
                <a:lnTo>
                  <a:pt x="29008" y="116"/>
                </a:lnTo>
                <a:lnTo>
                  <a:pt x="28849" y="116"/>
                </a:lnTo>
                <a:lnTo>
                  <a:pt x="28849" y="0"/>
                </a:lnTo>
                <a:moveTo>
                  <a:pt x="29113" y="0"/>
                </a:moveTo>
                <a:lnTo>
                  <a:pt x="29272" y="0"/>
                </a:lnTo>
                <a:lnTo>
                  <a:pt x="29272" y="116"/>
                </a:lnTo>
                <a:lnTo>
                  <a:pt x="29113" y="116"/>
                </a:lnTo>
                <a:lnTo>
                  <a:pt x="29113" y="0"/>
                </a:lnTo>
                <a:moveTo>
                  <a:pt x="29378" y="0"/>
                </a:moveTo>
                <a:lnTo>
                  <a:pt x="29537" y="0"/>
                </a:lnTo>
                <a:lnTo>
                  <a:pt x="29537" y="116"/>
                </a:lnTo>
                <a:lnTo>
                  <a:pt x="29378" y="116"/>
                </a:lnTo>
                <a:lnTo>
                  <a:pt x="29378" y="0"/>
                </a:lnTo>
                <a:moveTo>
                  <a:pt x="29642" y="0"/>
                </a:moveTo>
                <a:lnTo>
                  <a:pt x="29801" y="0"/>
                </a:lnTo>
                <a:lnTo>
                  <a:pt x="29801" y="116"/>
                </a:lnTo>
                <a:lnTo>
                  <a:pt x="29642" y="116"/>
                </a:lnTo>
                <a:lnTo>
                  <a:pt x="29642" y="0"/>
                </a:lnTo>
                <a:moveTo>
                  <a:pt x="29907" y="0"/>
                </a:moveTo>
                <a:lnTo>
                  <a:pt x="29930" y="0"/>
                </a:lnTo>
                <a:cubicBezTo>
                  <a:pt x="29988" y="0"/>
                  <a:pt x="30041" y="16"/>
                  <a:pt x="30090" y="46"/>
                </a:cubicBezTo>
                <a:lnTo>
                  <a:pt x="30027" y="145"/>
                </a:lnTo>
                <a:cubicBezTo>
                  <a:pt x="29998" y="126"/>
                  <a:pt x="29965" y="116"/>
                  <a:pt x="29930" y="116"/>
                </a:cubicBezTo>
                <a:lnTo>
                  <a:pt x="29907" y="116"/>
                </a:lnTo>
                <a:lnTo>
                  <a:pt x="29907" y="0"/>
                </a:lnTo>
                <a:moveTo>
                  <a:pt x="30183" y="141"/>
                </a:moveTo>
                <a:cubicBezTo>
                  <a:pt x="30212" y="189"/>
                  <a:pt x="30227" y="240"/>
                  <a:pt x="30227" y="296"/>
                </a:cubicBezTo>
                <a:lnTo>
                  <a:pt x="30227" y="324"/>
                </a:lnTo>
                <a:lnTo>
                  <a:pt x="30110" y="324"/>
                </a:lnTo>
                <a:lnTo>
                  <a:pt x="30110" y="296"/>
                </a:lnTo>
                <a:cubicBezTo>
                  <a:pt x="30110" y="262"/>
                  <a:pt x="30101" y="231"/>
                  <a:pt x="30084" y="202"/>
                </a:cubicBezTo>
                <a:lnTo>
                  <a:pt x="30183" y="141"/>
                </a:lnTo>
                <a:moveTo>
                  <a:pt x="30227" y="429"/>
                </a:moveTo>
                <a:lnTo>
                  <a:pt x="30227" y="588"/>
                </a:lnTo>
                <a:lnTo>
                  <a:pt x="30110" y="588"/>
                </a:lnTo>
                <a:lnTo>
                  <a:pt x="30110" y="429"/>
                </a:lnTo>
                <a:lnTo>
                  <a:pt x="30227" y="429"/>
                </a:lnTo>
                <a:moveTo>
                  <a:pt x="30227" y="694"/>
                </a:moveTo>
                <a:lnTo>
                  <a:pt x="30227" y="854"/>
                </a:lnTo>
                <a:lnTo>
                  <a:pt x="30110" y="854"/>
                </a:lnTo>
                <a:lnTo>
                  <a:pt x="30110" y="694"/>
                </a:lnTo>
                <a:lnTo>
                  <a:pt x="30227" y="694"/>
                </a:lnTo>
                <a:moveTo>
                  <a:pt x="30227" y="959"/>
                </a:moveTo>
                <a:lnTo>
                  <a:pt x="30227" y="1118"/>
                </a:lnTo>
                <a:lnTo>
                  <a:pt x="30110" y="1118"/>
                </a:lnTo>
                <a:lnTo>
                  <a:pt x="30110" y="959"/>
                </a:lnTo>
                <a:lnTo>
                  <a:pt x="30227" y="959"/>
                </a:lnTo>
                <a:moveTo>
                  <a:pt x="30227" y="1224"/>
                </a:moveTo>
                <a:lnTo>
                  <a:pt x="30227" y="1382"/>
                </a:lnTo>
                <a:lnTo>
                  <a:pt x="30110" y="1382"/>
                </a:lnTo>
                <a:lnTo>
                  <a:pt x="30110" y="1224"/>
                </a:lnTo>
                <a:lnTo>
                  <a:pt x="30227" y="1224"/>
                </a:lnTo>
                <a:moveTo>
                  <a:pt x="30227" y="1488"/>
                </a:moveTo>
                <a:lnTo>
                  <a:pt x="30227" y="1647"/>
                </a:lnTo>
                <a:lnTo>
                  <a:pt x="30110" y="1647"/>
                </a:lnTo>
                <a:lnTo>
                  <a:pt x="30110" y="1488"/>
                </a:lnTo>
                <a:lnTo>
                  <a:pt x="30227" y="1488"/>
                </a:lnTo>
                <a:moveTo>
                  <a:pt x="30227" y="1752"/>
                </a:moveTo>
                <a:lnTo>
                  <a:pt x="30227" y="1911"/>
                </a:lnTo>
                <a:lnTo>
                  <a:pt x="30110" y="1911"/>
                </a:lnTo>
                <a:lnTo>
                  <a:pt x="30110" y="1752"/>
                </a:lnTo>
                <a:lnTo>
                  <a:pt x="30227" y="1752"/>
                </a:lnTo>
                <a:moveTo>
                  <a:pt x="30227" y="2017"/>
                </a:moveTo>
                <a:lnTo>
                  <a:pt x="30227" y="2175"/>
                </a:lnTo>
                <a:lnTo>
                  <a:pt x="30110" y="2175"/>
                </a:lnTo>
                <a:lnTo>
                  <a:pt x="30110" y="2017"/>
                </a:lnTo>
                <a:lnTo>
                  <a:pt x="30227" y="2017"/>
                </a:lnTo>
                <a:moveTo>
                  <a:pt x="30227" y="2281"/>
                </a:moveTo>
                <a:lnTo>
                  <a:pt x="30227" y="2440"/>
                </a:lnTo>
                <a:lnTo>
                  <a:pt x="30110" y="2440"/>
                </a:lnTo>
                <a:lnTo>
                  <a:pt x="30110" y="2281"/>
                </a:lnTo>
                <a:lnTo>
                  <a:pt x="30227" y="2281"/>
                </a:lnTo>
                <a:moveTo>
                  <a:pt x="30227" y="2545"/>
                </a:moveTo>
                <a:lnTo>
                  <a:pt x="30227" y="2573"/>
                </a:lnTo>
                <a:cubicBezTo>
                  <a:pt x="30227" y="2629"/>
                  <a:pt x="30212" y="2681"/>
                  <a:pt x="30183" y="2728"/>
                </a:cubicBezTo>
                <a:lnTo>
                  <a:pt x="30084" y="2667"/>
                </a:lnTo>
                <a:cubicBezTo>
                  <a:pt x="30101" y="2638"/>
                  <a:pt x="30110" y="2607"/>
                  <a:pt x="30110" y="2573"/>
                </a:cubicBezTo>
                <a:lnTo>
                  <a:pt x="30110" y="2545"/>
                </a:lnTo>
                <a:lnTo>
                  <a:pt x="30227" y="2545"/>
                </a:lnTo>
                <a:moveTo>
                  <a:pt x="30090" y="2823"/>
                </a:moveTo>
                <a:cubicBezTo>
                  <a:pt x="30041" y="2854"/>
                  <a:pt x="29988" y="2869"/>
                  <a:pt x="29930" y="2869"/>
                </a:cubicBezTo>
                <a:lnTo>
                  <a:pt x="29906" y="2869"/>
                </a:lnTo>
                <a:lnTo>
                  <a:pt x="29906" y="2753"/>
                </a:lnTo>
                <a:lnTo>
                  <a:pt x="29930" y="2753"/>
                </a:lnTo>
                <a:cubicBezTo>
                  <a:pt x="29965" y="2753"/>
                  <a:pt x="29998" y="2743"/>
                  <a:pt x="30027" y="2725"/>
                </a:cubicBezTo>
                <a:lnTo>
                  <a:pt x="30090" y="2823"/>
                </a:lnTo>
                <a:moveTo>
                  <a:pt x="29801" y="2869"/>
                </a:moveTo>
                <a:lnTo>
                  <a:pt x="29642" y="2869"/>
                </a:lnTo>
                <a:lnTo>
                  <a:pt x="29642" y="2753"/>
                </a:lnTo>
                <a:lnTo>
                  <a:pt x="29801" y="2753"/>
                </a:lnTo>
                <a:lnTo>
                  <a:pt x="29801" y="2869"/>
                </a:lnTo>
                <a:moveTo>
                  <a:pt x="29536" y="2869"/>
                </a:moveTo>
                <a:lnTo>
                  <a:pt x="29378" y="2869"/>
                </a:lnTo>
                <a:lnTo>
                  <a:pt x="29378" y="2753"/>
                </a:lnTo>
                <a:lnTo>
                  <a:pt x="29536" y="2753"/>
                </a:lnTo>
                <a:lnTo>
                  <a:pt x="29536" y="2869"/>
                </a:lnTo>
                <a:moveTo>
                  <a:pt x="29272" y="2869"/>
                </a:moveTo>
                <a:lnTo>
                  <a:pt x="29113" y="2869"/>
                </a:lnTo>
                <a:lnTo>
                  <a:pt x="29113" y="2753"/>
                </a:lnTo>
                <a:lnTo>
                  <a:pt x="29272" y="2753"/>
                </a:lnTo>
                <a:lnTo>
                  <a:pt x="29272" y="2869"/>
                </a:lnTo>
                <a:moveTo>
                  <a:pt x="29008" y="2869"/>
                </a:moveTo>
                <a:lnTo>
                  <a:pt x="28849" y="2869"/>
                </a:lnTo>
                <a:lnTo>
                  <a:pt x="28849" y="2753"/>
                </a:lnTo>
                <a:lnTo>
                  <a:pt x="29008" y="2753"/>
                </a:lnTo>
                <a:lnTo>
                  <a:pt x="29008" y="2869"/>
                </a:lnTo>
                <a:moveTo>
                  <a:pt x="28743" y="2869"/>
                </a:moveTo>
                <a:lnTo>
                  <a:pt x="28585" y="2869"/>
                </a:lnTo>
                <a:lnTo>
                  <a:pt x="28585" y="2753"/>
                </a:lnTo>
                <a:lnTo>
                  <a:pt x="28743" y="2753"/>
                </a:lnTo>
                <a:lnTo>
                  <a:pt x="28743" y="2869"/>
                </a:lnTo>
                <a:moveTo>
                  <a:pt x="28479" y="2869"/>
                </a:moveTo>
                <a:lnTo>
                  <a:pt x="28320" y="2869"/>
                </a:lnTo>
                <a:lnTo>
                  <a:pt x="28320" y="2753"/>
                </a:lnTo>
                <a:lnTo>
                  <a:pt x="28479" y="2753"/>
                </a:lnTo>
                <a:lnTo>
                  <a:pt x="28479" y="2869"/>
                </a:lnTo>
                <a:moveTo>
                  <a:pt x="28215" y="2869"/>
                </a:moveTo>
                <a:lnTo>
                  <a:pt x="28056" y="2869"/>
                </a:lnTo>
                <a:lnTo>
                  <a:pt x="28056" y="2753"/>
                </a:lnTo>
                <a:lnTo>
                  <a:pt x="28215" y="2753"/>
                </a:lnTo>
                <a:lnTo>
                  <a:pt x="28215" y="2869"/>
                </a:lnTo>
                <a:moveTo>
                  <a:pt x="27950" y="2869"/>
                </a:moveTo>
                <a:lnTo>
                  <a:pt x="27791" y="2869"/>
                </a:lnTo>
                <a:lnTo>
                  <a:pt x="27791" y="2753"/>
                </a:lnTo>
                <a:lnTo>
                  <a:pt x="27950" y="2753"/>
                </a:lnTo>
                <a:lnTo>
                  <a:pt x="27950" y="2869"/>
                </a:lnTo>
                <a:moveTo>
                  <a:pt x="27686" y="2869"/>
                </a:moveTo>
                <a:lnTo>
                  <a:pt x="27527" y="2869"/>
                </a:lnTo>
                <a:lnTo>
                  <a:pt x="27527" y="2753"/>
                </a:lnTo>
                <a:lnTo>
                  <a:pt x="27686" y="2753"/>
                </a:lnTo>
                <a:lnTo>
                  <a:pt x="27686" y="2869"/>
                </a:lnTo>
                <a:moveTo>
                  <a:pt x="27421" y="2869"/>
                </a:moveTo>
                <a:lnTo>
                  <a:pt x="27263" y="2869"/>
                </a:lnTo>
                <a:lnTo>
                  <a:pt x="27263" y="2753"/>
                </a:lnTo>
                <a:lnTo>
                  <a:pt x="27421" y="2753"/>
                </a:lnTo>
                <a:lnTo>
                  <a:pt x="27421" y="2869"/>
                </a:lnTo>
                <a:moveTo>
                  <a:pt x="27157" y="2869"/>
                </a:moveTo>
                <a:lnTo>
                  <a:pt x="26998" y="2869"/>
                </a:lnTo>
                <a:lnTo>
                  <a:pt x="26998" y="2753"/>
                </a:lnTo>
                <a:lnTo>
                  <a:pt x="27157" y="2753"/>
                </a:lnTo>
                <a:lnTo>
                  <a:pt x="27157" y="2869"/>
                </a:lnTo>
                <a:moveTo>
                  <a:pt x="26893" y="2869"/>
                </a:moveTo>
                <a:lnTo>
                  <a:pt x="26734" y="2869"/>
                </a:lnTo>
                <a:lnTo>
                  <a:pt x="26734" y="2753"/>
                </a:lnTo>
                <a:lnTo>
                  <a:pt x="26893" y="2753"/>
                </a:lnTo>
                <a:lnTo>
                  <a:pt x="26893" y="2869"/>
                </a:lnTo>
                <a:moveTo>
                  <a:pt x="26628" y="2869"/>
                </a:moveTo>
                <a:lnTo>
                  <a:pt x="26470" y="2869"/>
                </a:lnTo>
                <a:lnTo>
                  <a:pt x="26470" y="2753"/>
                </a:lnTo>
                <a:lnTo>
                  <a:pt x="26628" y="2753"/>
                </a:lnTo>
                <a:lnTo>
                  <a:pt x="26628" y="2869"/>
                </a:lnTo>
                <a:moveTo>
                  <a:pt x="26364" y="2869"/>
                </a:moveTo>
                <a:lnTo>
                  <a:pt x="26205" y="2869"/>
                </a:lnTo>
                <a:lnTo>
                  <a:pt x="26205" y="2753"/>
                </a:lnTo>
                <a:lnTo>
                  <a:pt x="26364" y="2753"/>
                </a:lnTo>
                <a:lnTo>
                  <a:pt x="26364" y="2869"/>
                </a:lnTo>
                <a:moveTo>
                  <a:pt x="26100" y="2869"/>
                </a:moveTo>
                <a:lnTo>
                  <a:pt x="25941" y="2869"/>
                </a:lnTo>
                <a:lnTo>
                  <a:pt x="25941" y="2753"/>
                </a:lnTo>
                <a:lnTo>
                  <a:pt x="26100" y="2753"/>
                </a:lnTo>
                <a:lnTo>
                  <a:pt x="26100" y="2869"/>
                </a:lnTo>
                <a:moveTo>
                  <a:pt x="25835" y="2869"/>
                </a:moveTo>
                <a:lnTo>
                  <a:pt x="25676" y="2869"/>
                </a:lnTo>
                <a:lnTo>
                  <a:pt x="25676" y="2753"/>
                </a:lnTo>
                <a:lnTo>
                  <a:pt x="25835" y="2753"/>
                </a:lnTo>
                <a:lnTo>
                  <a:pt x="25835" y="2869"/>
                </a:lnTo>
                <a:moveTo>
                  <a:pt x="25571" y="2869"/>
                </a:moveTo>
                <a:lnTo>
                  <a:pt x="25412" y="2869"/>
                </a:lnTo>
                <a:lnTo>
                  <a:pt x="25412" y="2753"/>
                </a:lnTo>
                <a:lnTo>
                  <a:pt x="25571" y="2753"/>
                </a:lnTo>
                <a:lnTo>
                  <a:pt x="25571" y="2869"/>
                </a:lnTo>
                <a:moveTo>
                  <a:pt x="25306" y="2869"/>
                </a:moveTo>
                <a:lnTo>
                  <a:pt x="25148" y="2869"/>
                </a:lnTo>
                <a:lnTo>
                  <a:pt x="25148" y="2753"/>
                </a:lnTo>
                <a:lnTo>
                  <a:pt x="25306" y="2753"/>
                </a:lnTo>
                <a:lnTo>
                  <a:pt x="25306" y="2869"/>
                </a:lnTo>
                <a:moveTo>
                  <a:pt x="25042" y="2869"/>
                </a:moveTo>
                <a:lnTo>
                  <a:pt x="24883" y="2869"/>
                </a:lnTo>
                <a:lnTo>
                  <a:pt x="24883" y="2753"/>
                </a:lnTo>
                <a:lnTo>
                  <a:pt x="25042" y="2753"/>
                </a:lnTo>
                <a:lnTo>
                  <a:pt x="25042" y="2869"/>
                </a:lnTo>
                <a:moveTo>
                  <a:pt x="24778" y="2869"/>
                </a:moveTo>
                <a:lnTo>
                  <a:pt x="24619" y="2869"/>
                </a:lnTo>
                <a:lnTo>
                  <a:pt x="24619" y="2753"/>
                </a:lnTo>
                <a:lnTo>
                  <a:pt x="24778" y="2753"/>
                </a:lnTo>
                <a:lnTo>
                  <a:pt x="24778" y="2869"/>
                </a:lnTo>
                <a:moveTo>
                  <a:pt x="24513" y="2869"/>
                </a:moveTo>
                <a:lnTo>
                  <a:pt x="24355" y="2869"/>
                </a:lnTo>
                <a:lnTo>
                  <a:pt x="24355" y="2753"/>
                </a:lnTo>
                <a:lnTo>
                  <a:pt x="24513" y="2753"/>
                </a:lnTo>
                <a:lnTo>
                  <a:pt x="24513" y="2869"/>
                </a:lnTo>
                <a:moveTo>
                  <a:pt x="24249" y="2869"/>
                </a:moveTo>
                <a:lnTo>
                  <a:pt x="24090" y="2869"/>
                </a:lnTo>
                <a:lnTo>
                  <a:pt x="24090" y="2753"/>
                </a:lnTo>
                <a:lnTo>
                  <a:pt x="24249" y="2753"/>
                </a:lnTo>
                <a:lnTo>
                  <a:pt x="24249" y="2869"/>
                </a:lnTo>
                <a:moveTo>
                  <a:pt x="23985" y="2869"/>
                </a:moveTo>
                <a:lnTo>
                  <a:pt x="23826" y="2869"/>
                </a:lnTo>
                <a:lnTo>
                  <a:pt x="23826" y="2753"/>
                </a:lnTo>
                <a:lnTo>
                  <a:pt x="23985" y="2753"/>
                </a:lnTo>
                <a:lnTo>
                  <a:pt x="23985" y="2869"/>
                </a:lnTo>
                <a:moveTo>
                  <a:pt x="23720" y="2869"/>
                </a:moveTo>
                <a:lnTo>
                  <a:pt x="23562" y="2869"/>
                </a:lnTo>
                <a:lnTo>
                  <a:pt x="23562" y="2753"/>
                </a:lnTo>
                <a:lnTo>
                  <a:pt x="23720" y="2753"/>
                </a:lnTo>
                <a:lnTo>
                  <a:pt x="23720" y="2869"/>
                </a:lnTo>
                <a:moveTo>
                  <a:pt x="23456" y="2869"/>
                </a:moveTo>
                <a:lnTo>
                  <a:pt x="23297" y="2869"/>
                </a:lnTo>
                <a:lnTo>
                  <a:pt x="23297" y="2753"/>
                </a:lnTo>
                <a:lnTo>
                  <a:pt x="23456" y="2753"/>
                </a:lnTo>
                <a:lnTo>
                  <a:pt x="23456" y="2869"/>
                </a:lnTo>
                <a:moveTo>
                  <a:pt x="23192" y="2869"/>
                </a:moveTo>
                <a:lnTo>
                  <a:pt x="23033" y="2869"/>
                </a:lnTo>
                <a:lnTo>
                  <a:pt x="23033" y="2753"/>
                </a:lnTo>
                <a:lnTo>
                  <a:pt x="23192" y="2753"/>
                </a:lnTo>
                <a:lnTo>
                  <a:pt x="23192" y="2869"/>
                </a:lnTo>
                <a:moveTo>
                  <a:pt x="22927" y="2869"/>
                </a:moveTo>
                <a:lnTo>
                  <a:pt x="22768" y="2869"/>
                </a:lnTo>
                <a:lnTo>
                  <a:pt x="22768" y="2753"/>
                </a:lnTo>
                <a:lnTo>
                  <a:pt x="22927" y="2753"/>
                </a:lnTo>
                <a:lnTo>
                  <a:pt x="22927" y="2869"/>
                </a:lnTo>
                <a:moveTo>
                  <a:pt x="22663" y="2869"/>
                </a:moveTo>
                <a:lnTo>
                  <a:pt x="22504" y="2869"/>
                </a:lnTo>
                <a:lnTo>
                  <a:pt x="22504" y="2753"/>
                </a:lnTo>
                <a:lnTo>
                  <a:pt x="22663" y="2753"/>
                </a:lnTo>
                <a:lnTo>
                  <a:pt x="22663" y="2869"/>
                </a:lnTo>
                <a:moveTo>
                  <a:pt x="22398" y="2869"/>
                </a:moveTo>
                <a:lnTo>
                  <a:pt x="22240" y="2869"/>
                </a:lnTo>
                <a:lnTo>
                  <a:pt x="22240" y="2753"/>
                </a:lnTo>
                <a:lnTo>
                  <a:pt x="22398" y="2753"/>
                </a:lnTo>
                <a:lnTo>
                  <a:pt x="22398" y="2869"/>
                </a:lnTo>
                <a:moveTo>
                  <a:pt x="22134" y="2869"/>
                </a:moveTo>
                <a:lnTo>
                  <a:pt x="21975" y="2869"/>
                </a:lnTo>
                <a:lnTo>
                  <a:pt x="21975" y="2753"/>
                </a:lnTo>
                <a:lnTo>
                  <a:pt x="22134" y="2753"/>
                </a:lnTo>
                <a:lnTo>
                  <a:pt x="22134" y="2869"/>
                </a:lnTo>
                <a:moveTo>
                  <a:pt x="21870" y="2869"/>
                </a:moveTo>
                <a:lnTo>
                  <a:pt x="21711" y="2869"/>
                </a:lnTo>
                <a:lnTo>
                  <a:pt x="21711" y="2753"/>
                </a:lnTo>
                <a:lnTo>
                  <a:pt x="21870" y="2753"/>
                </a:lnTo>
                <a:lnTo>
                  <a:pt x="21870" y="2869"/>
                </a:lnTo>
                <a:moveTo>
                  <a:pt x="21605" y="2869"/>
                </a:moveTo>
                <a:lnTo>
                  <a:pt x="21447" y="2869"/>
                </a:lnTo>
                <a:lnTo>
                  <a:pt x="21447" y="2753"/>
                </a:lnTo>
                <a:lnTo>
                  <a:pt x="21605" y="2753"/>
                </a:lnTo>
                <a:lnTo>
                  <a:pt x="21605" y="2869"/>
                </a:lnTo>
                <a:moveTo>
                  <a:pt x="21341" y="2869"/>
                </a:moveTo>
                <a:lnTo>
                  <a:pt x="21182" y="2869"/>
                </a:lnTo>
                <a:lnTo>
                  <a:pt x="21182" y="2753"/>
                </a:lnTo>
                <a:lnTo>
                  <a:pt x="21341" y="2753"/>
                </a:lnTo>
                <a:lnTo>
                  <a:pt x="21341" y="2869"/>
                </a:lnTo>
                <a:moveTo>
                  <a:pt x="21077" y="2869"/>
                </a:moveTo>
                <a:lnTo>
                  <a:pt x="20918" y="2869"/>
                </a:lnTo>
                <a:lnTo>
                  <a:pt x="20918" y="2753"/>
                </a:lnTo>
                <a:lnTo>
                  <a:pt x="21077" y="2753"/>
                </a:lnTo>
                <a:lnTo>
                  <a:pt x="21077" y="2869"/>
                </a:lnTo>
                <a:moveTo>
                  <a:pt x="20812" y="2869"/>
                </a:moveTo>
                <a:lnTo>
                  <a:pt x="20653" y="2869"/>
                </a:lnTo>
                <a:lnTo>
                  <a:pt x="20653" y="2753"/>
                </a:lnTo>
                <a:lnTo>
                  <a:pt x="20812" y="2753"/>
                </a:lnTo>
                <a:lnTo>
                  <a:pt x="20812" y="2869"/>
                </a:lnTo>
                <a:moveTo>
                  <a:pt x="20548" y="2869"/>
                </a:moveTo>
                <a:lnTo>
                  <a:pt x="20389" y="2869"/>
                </a:lnTo>
                <a:lnTo>
                  <a:pt x="20389" y="2753"/>
                </a:lnTo>
                <a:lnTo>
                  <a:pt x="20548" y="2753"/>
                </a:lnTo>
                <a:lnTo>
                  <a:pt x="20548" y="2869"/>
                </a:lnTo>
                <a:moveTo>
                  <a:pt x="20283" y="2869"/>
                </a:moveTo>
                <a:lnTo>
                  <a:pt x="20125" y="2869"/>
                </a:lnTo>
                <a:lnTo>
                  <a:pt x="20125" y="2753"/>
                </a:lnTo>
                <a:lnTo>
                  <a:pt x="20283" y="2753"/>
                </a:lnTo>
                <a:lnTo>
                  <a:pt x="20283" y="2869"/>
                </a:lnTo>
                <a:moveTo>
                  <a:pt x="20019" y="2869"/>
                </a:moveTo>
                <a:lnTo>
                  <a:pt x="19860" y="2869"/>
                </a:lnTo>
                <a:lnTo>
                  <a:pt x="19860" y="2753"/>
                </a:lnTo>
                <a:lnTo>
                  <a:pt x="20019" y="2753"/>
                </a:lnTo>
                <a:lnTo>
                  <a:pt x="20019" y="2869"/>
                </a:lnTo>
                <a:moveTo>
                  <a:pt x="19755" y="2869"/>
                </a:moveTo>
                <a:lnTo>
                  <a:pt x="19596" y="2869"/>
                </a:lnTo>
                <a:lnTo>
                  <a:pt x="19596" y="2753"/>
                </a:lnTo>
                <a:lnTo>
                  <a:pt x="19755" y="2753"/>
                </a:lnTo>
                <a:lnTo>
                  <a:pt x="19755" y="2869"/>
                </a:lnTo>
                <a:moveTo>
                  <a:pt x="19490" y="2869"/>
                </a:moveTo>
                <a:lnTo>
                  <a:pt x="19332" y="2869"/>
                </a:lnTo>
                <a:lnTo>
                  <a:pt x="19332" y="2753"/>
                </a:lnTo>
                <a:lnTo>
                  <a:pt x="19490" y="2753"/>
                </a:lnTo>
                <a:lnTo>
                  <a:pt x="19490" y="2869"/>
                </a:lnTo>
                <a:moveTo>
                  <a:pt x="19226" y="2869"/>
                </a:moveTo>
                <a:lnTo>
                  <a:pt x="19067" y="2869"/>
                </a:lnTo>
                <a:lnTo>
                  <a:pt x="19067" y="2753"/>
                </a:lnTo>
                <a:lnTo>
                  <a:pt x="19226" y="2753"/>
                </a:lnTo>
                <a:lnTo>
                  <a:pt x="19226" y="2869"/>
                </a:lnTo>
                <a:moveTo>
                  <a:pt x="18962" y="2869"/>
                </a:moveTo>
                <a:lnTo>
                  <a:pt x="18803" y="2869"/>
                </a:lnTo>
                <a:lnTo>
                  <a:pt x="18803" y="2753"/>
                </a:lnTo>
                <a:lnTo>
                  <a:pt x="18962" y="2753"/>
                </a:lnTo>
                <a:lnTo>
                  <a:pt x="18962" y="2869"/>
                </a:lnTo>
                <a:moveTo>
                  <a:pt x="18697" y="2869"/>
                </a:moveTo>
                <a:lnTo>
                  <a:pt x="18538" y="2869"/>
                </a:lnTo>
                <a:lnTo>
                  <a:pt x="18538" y="2753"/>
                </a:lnTo>
                <a:lnTo>
                  <a:pt x="18697" y="2753"/>
                </a:lnTo>
                <a:lnTo>
                  <a:pt x="18697" y="2869"/>
                </a:lnTo>
                <a:moveTo>
                  <a:pt x="18433" y="2869"/>
                </a:moveTo>
                <a:lnTo>
                  <a:pt x="18274" y="2869"/>
                </a:lnTo>
                <a:lnTo>
                  <a:pt x="18274" y="2753"/>
                </a:lnTo>
                <a:lnTo>
                  <a:pt x="18433" y="2753"/>
                </a:lnTo>
                <a:lnTo>
                  <a:pt x="18433" y="2869"/>
                </a:lnTo>
                <a:moveTo>
                  <a:pt x="18169" y="2869"/>
                </a:moveTo>
                <a:lnTo>
                  <a:pt x="18010" y="2869"/>
                </a:lnTo>
                <a:lnTo>
                  <a:pt x="18010" y="2753"/>
                </a:lnTo>
                <a:lnTo>
                  <a:pt x="18169" y="2753"/>
                </a:lnTo>
                <a:lnTo>
                  <a:pt x="18169" y="2869"/>
                </a:lnTo>
                <a:moveTo>
                  <a:pt x="17904" y="2869"/>
                </a:moveTo>
                <a:lnTo>
                  <a:pt x="17745" y="2869"/>
                </a:lnTo>
                <a:lnTo>
                  <a:pt x="17745" y="2753"/>
                </a:lnTo>
                <a:lnTo>
                  <a:pt x="17904" y="2753"/>
                </a:lnTo>
                <a:lnTo>
                  <a:pt x="17904" y="2869"/>
                </a:lnTo>
                <a:moveTo>
                  <a:pt x="17640" y="2869"/>
                </a:moveTo>
                <a:lnTo>
                  <a:pt x="17481" y="2869"/>
                </a:lnTo>
                <a:lnTo>
                  <a:pt x="17481" y="2753"/>
                </a:lnTo>
                <a:lnTo>
                  <a:pt x="17640" y="2753"/>
                </a:lnTo>
                <a:lnTo>
                  <a:pt x="17640" y="2869"/>
                </a:lnTo>
                <a:moveTo>
                  <a:pt x="17375" y="2869"/>
                </a:moveTo>
                <a:lnTo>
                  <a:pt x="17217" y="2869"/>
                </a:lnTo>
                <a:lnTo>
                  <a:pt x="17217" y="2753"/>
                </a:lnTo>
                <a:lnTo>
                  <a:pt x="17375" y="2753"/>
                </a:lnTo>
                <a:lnTo>
                  <a:pt x="17375" y="2869"/>
                </a:lnTo>
                <a:moveTo>
                  <a:pt x="17111" y="2869"/>
                </a:moveTo>
                <a:lnTo>
                  <a:pt x="16952" y="2869"/>
                </a:lnTo>
                <a:lnTo>
                  <a:pt x="16952" y="2753"/>
                </a:lnTo>
                <a:lnTo>
                  <a:pt x="17111" y="2753"/>
                </a:lnTo>
                <a:lnTo>
                  <a:pt x="17111" y="2869"/>
                </a:lnTo>
                <a:moveTo>
                  <a:pt x="16847" y="2869"/>
                </a:moveTo>
                <a:lnTo>
                  <a:pt x="16688" y="2869"/>
                </a:lnTo>
                <a:lnTo>
                  <a:pt x="16688" y="2753"/>
                </a:lnTo>
                <a:lnTo>
                  <a:pt x="16847" y="2753"/>
                </a:lnTo>
                <a:lnTo>
                  <a:pt x="16847" y="2869"/>
                </a:lnTo>
                <a:moveTo>
                  <a:pt x="16582" y="2869"/>
                </a:moveTo>
                <a:lnTo>
                  <a:pt x="16424" y="2869"/>
                </a:lnTo>
                <a:lnTo>
                  <a:pt x="16424" y="2753"/>
                </a:lnTo>
                <a:lnTo>
                  <a:pt x="16582" y="2753"/>
                </a:lnTo>
                <a:lnTo>
                  <a:pt x="16582" y="2869"/>
                </a:lnTo>
                <a:moveTo>
                  <a:pt x="16318" y="2869"/>
                </a:moveTo>
                <a:lnTo>
                  <a:pt x="16159" y="2869"/>
                </a:lnTo>
                <a:lnTo>
                  <a:pt x="16159" y="2753"/>
                </a:lnTo>
                <a:lnTo>
                  <a:pt x="16318" y="2753"/>
                </a:lnTo>
                <a:lnTo>
                  <a:pt x="16318" y="2869"/>
                </a:lnTo>
                <a:moveTo>
                  <a:pt x="16054" y="2869"/>
                </a:moveTo>
                <a:lnTo>
                  <a:pt x="15895" y="2869"/>
                </a:lnTo>
                <a:lnTo>
                  <a:pt x="15895" y="2753"/>
                </a:lnTo>
                <a:lnTo>
                  <a:pt x="16054" y="2753"/>
                </a:lnTo>
                <a:lnTo>
                  <a:pt x="16054" y="2869"/>
                </a:lnTo>
                <a:moveTo>
                  <a:pt x="15789" y="2869"/>
                </a:moveTo>
                <a:lnTo>
                  <a:pt x="15630" y="2869"/>
                </a:lnTo>
                <a:lnTo>
                  <a:pt x="15630" y="2753"/>
                </a:lnTo>
                <a:lnTo>
                  <a:pt x="15789" y="2753"/>
                </a:lnTo>
                <a:lnTo>
                  <a:pt x="15789" y="2869"/>
                </a:lnTo>
                <a:moveTo>
                  <a:pt x="15525" y="2869"/>
                </a:moveTo>
                <a:lnTo>
                  <a:pt x="15366" y="2869"/>
                </a:lnTo>
                <a:lnTo>
                  <a:pt x="15366" y="2753"/>
                </a:lnTo>
                <a:lnTo>
                  <a:pt x="15525" y="2753"/>
                </a:lnTo>
                <a:lnTo>
                  <a:pt x="15525" y="2869"/>
                </a:lnTo>
                <a:moveTo>
                  <a:pt x="15260" y="2869"/>
                </a:moveTo>
                <a:lnTo>
                  <a:pt x="15102" y="2869"/>
                </a:lnTo>
                <a:lnTo>
                  <a:pt x="15102" y="2753"/>
                </a:lnTo>
                <a:lnTo>
                  <a:pt x="15260" y="2753"/>
                </a:lnTo>
                <a:lnTo>
                  <a:pt x="15260" y="2869"/>
                </a:lnTo>
                <a:moveTo>
                  <a:pt x="14996" y="2869"/>
                </a:moveTo>
                <a:lnTo>
                  <a:pt x="14837" y="2869"/>
                </a:lnTo>
                <a:lnTo>
                  <a:pt x="14837" y="2753"/>
                </a:lnTo>
                <a:lnTo>
                  <a:pt x="14996" y="2753"/>
                </a:lnTo>
                <a:lnTo>
                  <a:pt x="14996" y="2869"/>
                </a:lnTo>
                <a:moveTo>
                  <a:pt x="14732" y="2869"/>
                </a:moveTo>
                <a:lnTo>
                  <a:pt x="14573" y="2869"/>
                </a:lnTo>
                <a:lnTo>
                  <a:pt x="14573" y="2753"/>
                </a:lnTo>
                <a:lnTo>
                  <a:pt x="14732" y="2753"/>
                </a:lnTo>
                <a:lnTo>
                  <a:pt x="14732" y="2869"/>
                </a:lnTo>
                <a:moveTo>
                  <a:pt x="14467" y="2869"/>
                </a:moveTo>
                <a:lnTo>
                  <a:pt x="14309" y="2869"/>
                </a:lnTo>
                <a:lnTo>
                  <a:pt x="14309" y="2753"/>
                </a:lnTo>
                <a:lnTo>
                  <a:pt x="14467" y="2753"/>
                </a:lnTo>
                <a:lnTo>
                  <a:pt x="14467" y="2869"/>
                </a:lnTo>
                <a:moveTo>
                  <a:pt x="14203" y="2869"/>
                </a:moveTo>
                <a:lnTo>
                  <a:pt x="14044" y="2869"/>
                </a:lnTo>
                <a:lnTo>
                  <a:pt x="14044" y="2753"/>
                </a:lnTo>
                <a:lnTo>
                  <a:pt x="14203" y="2753"/>
                </a:lnTo>
                <a:lnTo>
                  <a:pt x="14203" y="2869"/>
                </a:lnTo>
                <a:moveTo>
                  <a:pt x="13939" y="2869"/>
                </a:moveTo>
                <a:lnTo>
                  <a:pt x="13780" y="2869"/>
                </a:lnTo>
                <a:lnTo>
                  <a:pt x="13780" y="2753"/>
                </a:lnTo>
                <a:lnTo>
                  <a:pt x="13939" y="2753"/>
                </a:lnTo>
                <a:lnTo>
                  <a:pt x="13939" y="2869"/>
                </a:lnTo>
                <a:moveTo>
                  <a:pt x="13674" y="2869"/>
                </a:moveTo>
                <a:lnTo>
                  <a:pt x="13515" y="2869"/>
                </a:lnTo>
                <a:lnTo>
                  <a:pt x="13515" y="2753"/>
                </a:lnTo>
                <a:lnTo>
                  <a:pt x="13674" y="2753"/>
                </a:lnTo>
                <a:lnTo>
                  <a:pt x="13674" y="2869"/>
                </a:lnTo>
                <a:moveTo>
                  <a:pt x="13410" y="2869"/>
                </a:moveTo>
                <a:lnTo>
                  <a:pt x="13250" y="2869"/>
                </a:lnTo>
                <a:lnTo>
                  <a:pt x="13250" y="2753"/>
                </a:lnTo>
                <a:lnTo>
                  <a:pt x="13410" y="2753"/>
                </a:lnTo>
                <a:lnTo>
                  <a:pt x="13410" y="2869"/>
                </a:lnTo>
                <a:moveTo>
                  <a:pt x="13144" y="2869"/>
                </a:moveTo>
                <a:lnTo>
                  <a:pt x="12986" y="2869"/>
                </a:lnTo>
                <a:lnTo>
                  <a:pt x="12986" y="2753"/>
                </a:lnTo>
                <a:lnTo>
                  <a:pt x="13144" y="2753"/>
                </a:lnTo>
                <a:lnTo>
                  <a:pt x="13144" y="2869"/>
                </a:lnTo>
                <a:moveTo>
                  <a:pt x="12880" y="2869"/>
                </a:moveTo>
                <a:lnTo>
                  <a:pt x="12721" y="2869"/>
                </a:lnTo>
                <a:lnTo>
                  <a:pt x="12721" y="2753"/>
                </a:lnTo>
                <a:lnTo>
                  <a:pt x="12880" y="2753"/>
                </a:lnTo>
                <a:lnTo>
                  <a:pt x="12880" y="2869"/>
                </a:lnTo>
                <a:moveTo>
                  <a:pt x="12616" y="2869"/>
                </a:moveTo>
                <a:lnTo>
                  <a:pt x="12457" y="2869"/>
                </a:lnTo>
                <a:lnTo>
                  <a:pt x="12457" y="2753"/>
                </a:lnTo>
                <a:lnTo>
                  <a:pt x="12616" y="2753"/>
                </a:lnTo>
                <a:lnTo>
                  <a:pt x="12616" y="2869"/>
                </a:lnTo>
                <a:moveTo>
                  <a:pt x="12351" y="2869"/>
                </a:moveTo>
                <a:lnTo>
                  <a:pt x="12193" y="2869"/>
                </a:lnTo>
                <a:lnTo>
                  <a:pt x="12193" y="2753"/>
                </a:lnTo>
                <a:lnTo>
                  <a:pt x="12351" y="2753"/>
                </a:lnTo>
                <a:lnTo>
                  <a:pt x="12351" y="2869"/>
                </a:lnTo>
                <a:moveTo>
                  <a:pt x="12087" y="2869"/>
                </a:moveTo>
                <a:lnTo>
                  <a:pt x="11928" y="2869"/>
                </a:lnTo>
                <a:lnTo>
                  <a:pt x="11928" y="2753"/>
                </a:lnTo>
                <a:lnTo>
                  <a:pt x="12087" y="2753"/>
                </a:lnTo>
                <a:lnTo>
                  <a:pt x="12087" y="2869"/>
                </a:lnTo>
                <a:moveTo>
                  <a:pt x="11823" y="2869"/>
                </a:moveTo>
                <a:lnTo>
                  <a:pt x="11664" y="2869"/>
                </a:lnTo>
                <a:lnTo>
                  <a:pt x="11664" y="2753"/>
                </a:lnTo>
                <a:lnTo>
                  <a:pt x="11823" y="2753"/>
                </a:lnTo>
                <a:lnTo>
                  <a:pt x="11823" y="2869"/>
                </a:lnTo>
                <a:moveTo>
                  <a:pt x="11558" y="2869"/>
                </a:moveTo>
                <a:lnTo>
                  <a:pt x="11400" y="2869"/>
                </a:lnTo>
                <a:lnTo>
                  <a:pt x="11400" y="2753"/>
                </a:lnTo>
                <a:lnTo>
                  <a:pt x="11558" y="2753"/>
                </a:lnTo>
                <a:lnTo>
                  <a:pt x="11558" y="2869"/>
                </a:lnTo>
                <a:moveTo>
                  <a:pt x="11294" y="2869"/>
                </a:moveTo>
                <a:lnTo>
                  <a:pt x="11135" y="2869"/>
                </a:lnTo>
                <a:lnTo>
                  <a:pt x="11135" y="2753"/>
                </a:lnTo>
                <a:lnTo>
                  <a:pt x="11294" y="2753"/>
                </a:lnTo>
                <a:lnTo>
                  <a:pt x="11294" y="2869"/>
                </a:lnTo>
                <a:moveTo>
                  <a:pt x="11030" y="2869"/>
                </a:moveTo>
                <a:lnTo>
                  <a:pt x="10871" y="2869"/>
                </a:lnTo>
                <a:lnTo>
                  <a:pt x="10871" y="2753"/>
                </a:lnTo>
                <a:lnTo>
                  <a:pt x="11030" y="2753"/>
                </a:lnTo>
                <a:lnTo>
                  <a:pt x="11030" y="2869"/>
                </a:lnTo>
                <a:moveTo>
                  <a:pt x="10765" y="2869"/>
                </a:moveTo>
                <a:lnTo>
                  <a:pt x="10606" y="2869"/>
                </a:lnTo>
                <a:lnTo>
                  <a:pt x="10606" y="2753"/>
                </a:lnTo>
                <a:lnTo>
                  <a:pt x="10765" y="2753"/>
                </a:lnTo>
                <a:lnTo>
                  <a:pt x="10765" y="2869"/>
                </a:lnTo>
                <a:moveTo>
                  <a:pt x="10501" y="2869"/>
                </a:moveTo>
                <a:lnTo>
                  <a:pt x="10342" y="2869"/>
                </a:lnTo>
                <a:lnTo>
                  <a:pt x="10342" y="2753"/>
                </a:lnTo>
                <a:lnTo>
                  <a:pt x="10501" y="2753"/>
                </a:lnTo>
                <a:lnTo>
                  <a:pt x="10501" y="2869"/>
                </a:lnTo>
                <a:moveTo>
                  <a:pt x="10236" y="2869"/>
                </a:moveTo>
                <a:lnTo>
                  <a:pt x="10078" y="2869"/>
                </a:lnTo>
                <a:lnTo>
                  <a:pt x="10078" y="2753"/>
                </a:lnTo>
                <a:lnTo>
                  <a:pt x="10236" y="2753"/>
                </a:lnTo>
                <a:lnTo>
                  <a:pt x="10236" y="2869"/>
                </a:lnTo>
                <a:moveTo>
                  <a:pt x="9972" y="2869"/>
                </a:moveTo>
                <a:lnTo>
                  <a:pt x="9813" y="2869"/>
                </a:lnTo>
                <a:lnTo>
                  <a:pt x="9813" y="2753"/>
                </a:lnTo>
                <a:lnTo>
                  <a:pt x="9972" y="2753"/>
                </a:lnTo>
                <a:lnTo>
                  <a:pt x="9972" y="2869"/>
                </a:lnTo>
                <a:moveTo>
                  <a:pt x="9708" y="2869"/>
                </a:moveTo>
                <a:lnTo>
                  <a:pt x="9549" y="2869"/>
                </a:lnTo>
                <a:lnTo>
                  <a:pt x="9549" y="2753"/>
                </a:lnTo>
                <a:lnTo>
                  <a:pt x="9708" y="2753"/>
                </a:lnTo>
                <a:lnTo>
                  <a:pt x="9708" y="2869"/>
                </a:lnTo>
                <a:moveTo>
                  <a:pt x="9443" y="2869"/>
                </a:moveTo>
                <a:lnTo>
                  <a:pt x="9285" y="2869"/>
                </a:lnTo>
                <a:lnTo>
                  <a:pt x="9285" y="2753"/>
                </a:lnTo>
                <a:lnTo>
                  <a:pt x="9443" y="2753"/>
                </a:lnTo>
                <a:lnTo>
                  <a:pt x="9443" y="2869"/>
                </a:lnTo>
                <a:moveTo>
                  <a:pt x="9179" y="2869"/>
                </a:moveTo>
                <a:lnTo>
                  <a:pt x="9020" y="2869"/>
                </a:lnTo>
                <a:lnTo>
                  <a:pt x="9020" y="2753"/>
                </a:lnTo>
                <a:lnTo>
                  <a:pt x="9179" y="2753"/>
                </a:lnTo>
                <a:lnTo>
                  <a:pt x="9179" y="2869"/>
                </a:lnTo>
                <a:moveTo>
                  <a:pt x="8915" y="2869"/>
                </a:moveTo>
                <a:lnTo>
                  <a:pt x="8756" y="2869"/>
                </a:lnTo>
                <a:lnTo>
                  <a:pt x="8756" y="2753"/>
                </a:lnTo>
                <a:lnTo>
                  <a:pt x="8915" y="2753"/>
                </a:lnTo>
                <a:lnTo>
                  <a:pt x="8915" y="2869"/>
                </a:lnTo>
                <a:moveTo>
                  <a:pt x="8650" y="2869"/>
                </a:moveTo>
                <a:lnTo>
                  <a:pt x="8491" y="2869"/>
                </a:lnTo>
                <a:lnTo>
                  <a:pt x="8491" y="2753"/>
                </a:lnTo>
                <a:lnTo>
                  <a:pt x="8650" y="2753"/>
                </a:lnTo>
                <a:lnTo>
                  <a:pt x="8650" y="2869"/>
                </a:lnTo>
                <a:moveTo>
                  <a:pt x="8386" y="2869"/>
                </a:moveTo>
                <a:lnTo>
                  <a:pt x="8227" y="2869"/>
                </a:lnTo>
                <a:lnTo>
                  <a:pt x="8227" y="2753"/>
                </a:lnTo>
                <a:lnTo>
                  <a:pt x="8386" y="2753"/>
                </a:lnTo>
                <a:lnTo>
                  <a:pt x="8386" y="2869"/>
                </a:lnTo>
                <a:moveTo>
                  <a:pt x="8121" y="2869"/>
                </a:moveTo>
                <a:lnTo>
                  <a:pt x="7963" y="2869"/>
                </a:lnTo>
                <a:lnTo>
                  <a:pt x="7963" y="2753"/>
                </a:lnTo>
                <a:lnTo>
                  <a:pt x="8121" y="2753"/>
                </a:lnTo>
                <a:lnTo>
                  <a:pt x="8121" y="2869"/>
                </a:lnTo>
                <a:moveTo>
                  <a:pt x="7857" y="2869"/>
                </a:moveTo>
                <a:lnTo>
                  <a:pt x="7698" y="2869"/>
                </a:lnTo>
                <a:lnTo>
                  <a:pt x="7698" y="2753"/>
                </a:lnTo>
                <a:lnTo>
                  <a:pt x="7857" y="2753"/>
                </a:lnTo>
                <a:lnTo>
                  <a:pt x="7857" y="2869"/>
                </a:lnTo>
                <a:moveTo>
                  <a:pt x="7593" y="2869"/>
                </a:moveTo>
                <a:lnTo>
                  <a:pt x="7434" y="2869"/>
                </a:lnTo>
                <a:lnTo>
                  <a:pt x="7434" y="2753"/>
                </a:lnTo>
                <a:lnTo>
                  <a:pt x="7593" y="2753"/>
                </a:lnTo>
                <a:lnTo>
                  <a:pt x="7593" y="2869"/>
                </a:lnTo>
                <a:moveTo>
                  <a:pt x="7328" y="2869"/>
                </a:moveTo>
                <a:lnTo>
                  <a:pt x="7170" y="2869"/>
                </a:lnTo>
                <a:lnTo>
                  <a:pt x="7170" y="2753"/>
                </a:lnTo>
                <a:lnTo>
                  <a:pt x="7328" y="2753"/>
                </a:lnTo>
                <a:lnTo>
                  <a:pt x="7328" y="2869"/>
                </a:lnTo>
                <a:moveTo>
                  <a:pt x="7064" y="2869"/>
                </a:moveTo>
                <a:lnTo>
                  <a:pt x="6905" y="2869"/>
                </a:lnTo>
                <a:lnTo>
                  <a:pt x="6905" y="2753"/>
                </a:lnTo>
                <a:lnTo>
                  <a:pt x="7064" y="2753"/>
                </a:lnTo>
                <a:lnTo>
                  <a:pt x="7064" y="2869"/>
                </a:lnTo>
                <a:moveTo>
                  <a:pt x="6800" y="2869"/>
                </a:moveTo>
                <a:lnTo>
                  <a:pt x="6641" y="2869"/>
                </a:lnTo>
                <a:lnTo>
                  <a:pt x="6641" y="2753"/>
                </a:lnTo>
                <a:lnTo>
                  <a:pt x="6800" y="2753"/>
                </a:lnTo>
                <a:lnTo>
                  <a:pt x="6800" y="2869"/>
                </a:lnTo>
                <a:moveTo>
                  <a:pt x="6535" y="2869"/>
                </a:moveTo>
                <a:lnTo>
                  <a:pt x="6377" y="2869"/>
                </a:lnTo>
                <a:lnTo>
                  <a:pt x="6377" y="2753"/>
                </a:lnTo>
                <a:lnTo>
                  <a:pt x="6535" y="2753"/>
                </a:lnTo>
                <a:lnTo>
                  <a:pt x="6535" y="2869"/>
                </a:lnTo>
                <a:moveTo>
                  <a:pt x="6271" y="2869"/>
                </a:moveTo>
                <a:lnTo>
                  <a:pt x="6112" y="2869"/>
                </a:lnTo>
                <a:lnTo>
                  <a:pt x="6112" y="2753"/>
                </a:lnTo>
                <a:lnTo>
                  <a:pt x="6271" y="2753"/>
                </a:lnTo>
                <a:lnTo>
                  <a:pt x="6271" y="2869"/>
                </a:lnTo>
                <a:moveTo>
                  <a:pt x="6007" y="2869"/>
                </a:moveTo>
                <a:lnTo>
                  <a:pt x="5848" y="2869"/>
                </a:lnTo>
                <a:lnTo>
                  <a:pt x="5848" y="2753"/>
                </a:lnTo>
                <a:lnTo>
                  <a:pt x="6007" y="2753"/>
                </a:lnTo>
                <a:lnTo>
                  <a:pt x="6007" y="2869"/>
                </a:lnTo>
                <a:moveTo>
                  <a:pt x="5742" y="2869"/>
                </a:moveTo>
                <a:lnTo>
                  <a:pt x="5583" y="2869"/>
                </a:lnTo>
                <a:lnTo>
                  <a:pt x="5583" y="2753"/>
                </a:lnTo>
                <a:lnTo>
                  <a:pt x="5742" y="2753"/>
                </a:lnTo>
                <a:lnTo>
                  <a:pt x="5742" y="2869"/>
                </a:lnTo>
                <a:moveTo>
                  <a:pt x="5478" y="2869"/>
                </a:moveTo>
                <a:lnTo>
                  <a:pt x="5319" y="2869"/>
                </a:lnTo>
                <a:lnTo>
                  <a:pt x="5319" y="2753"/>
                </a:lnTo>
                <a:lnTo>
                  <a:pt x="5478" y="2753"/>
                </a:lnTo>
                <a:lnTo>
                  <a:pt x="5478" y="2869"/>
                </a:lnTo>
                <a:moveTo>
                  <a:pt x="5213" y="2869"/>
                </a:moveTo>
                <a:lnTo>
                  <a:pt x="5055" y="2869"/>
                </a:lnTo>
                <a:lnTo>
                  <a:pt x="5055" y="2753"/>
                </a:lnTo>
                <a:lnTo>
                  <a:pt x="5213" y="2753"/>
                </a:lnTo>
                <a:lnTo>
                  <a:pt x="5213" y="2869"/>
                </a:lnTo>
                <a:moveTo>
                  <a:pt x="4949" y="2869"/>
                </a:moveTo>
                <a:lnTo>
                  <a:pt x="4790" y="2869"/>
                </a:lnTo>
                <a:lnTo>
                  <a:pt x="4790" y="2753"/>
                </a:lnTo>
                <a:lnTo>
                  <a:pt x="4949" y="2753"/>
                </a:lnTo>
                <a:lnTo>
                  <a:pt x="4949" y="2869"/>
                </a:lnTo>
                <a:moveTo>
                  <a:pt x="4685" y="2869"/>
                </a:moveTo>
                <a:lnTo>
                  <a:pt x="4526" y="2869"/>
                </a:lnTo>
                <a:lnTo>
                  <a:pt x="4526" y="2753"/>
                </a:lnTo>
                <a:lnTo>
                  <a:pt x="4685" y="2753"/>
                </a:lnTo>
                <a:lnTo>
                  <a:pt x="4685" y="2869"/>
                </a:lnTo>
                <a:moveTo>
                  <a:pt x="4420" y="2869"/>
                </a:moveTo>
                <a:lnTo>
                  <a:pt x="4262" y="2869"/>
                </a:lnTo>
                <a:lnTo>
                  <a:pt x="4262" y="2753"/>
                </a:lnTo>
                <a:lnTo>
                  <a:pt x="4420" y="2753"/>
                </a:lnTo>
                <a:lnTo>
                  <a:pt x="4420" y="2869"/>
                </a:lnTo>
                <a:moveTo>
                  <a:pt x="4156" y="2869"/>
                </a:moveTo>
                <a:lnTo>
                  <a:pt x="3997" y="2869"/>
                </a:lnTo>
                <a:lnTo>
                  <a:pt x="3997" y="2753"/>
                </a:lnTo>
                <a:lnTo>
                  <a:pt x="4156" y="2753"/>
                </a:lnTo>
                <a:lnTo>
                  <a:pt x="4156" y="2869"/>
                </a:lnTo>
                <a:moveTo>
                  <a:pt x="3892" y="2869"/>
                </a:moveTo>
                <a:lnTo>
                  <a:pt x="3733" y="2869"/>
                </a:lnTo>
                <a:lnTo>
                  <a:pt x="3733" y="2753"/>
                </a:lnTo>
                <a:lnTo>
                  <a:pt x="3892" y="2753"/>
                </a:lnTo>
                <a:lnTo>
                  <a:pt x="3892" y="2869"/>
                </a:lnTo>
                <a:moveTo>
                  <a:pt x="3627" y="2869"/>
                </a:moveTo>
                <a:lnTo>
                  <a:pt x="3468" y="2869"/>
                </a:lnTo>
                <a:lnTo>
                  <a:pt x="3468" y="2753"/>
                </a:lnTo>
                <a:lnTo>
                  <a:pt x="3627" y="2753"/>
                </a:lnTo>
                <a:lnTo>
                  <a:pt x="3627" y="2869"/>
                </a:lnTo>
                <a:moveTo>
                  <a:pt x="3363" y="2869"/>
                </a:moveTo>
                <a:lnTo>
                  <a:pt x="3204" y="2869"/>
                </a:lnTo>
                <a:lnTo>
                  <a:pt x="3204" y="2753"/>
                </a:lnTo>
                <a:lnTo>
                  <a:pt x="3363" y="2753"/>
                </a:lnTo>
                <a:lnTo>
                  <a:pt x="3363" y="2869"/>
                </a:lnTo>
                <a:moveTo>
                  <a:pt x="3098" y="2869"/>
                </a:moveTo>
                <a:lnTo>
                  <a:pt x="2940" y="2869"/>
                </a:lnTo>
                <a:lnTo>
                  <a:pt x="2940" y="2753"/>
                </a:lnTo>
                <a:lnTo>
                  <a:pt x="3098" y="2753"/>
                </a:lnTo>
                <a:lnTo>
                  <a:pt x="3098" y="2869"/>
                </a:lnTo>
                <a:moveTo>
                  <a:pt x="2834" y="2869"/>
                </a:moveTo>
                <a:lnTo>
                  <a:pt x="2675" y="2869"/>
                </a:lnTo>
                <a:lnTo>
                  <a:pt x="2675" y="2753"/>
                </a:lnTo>
                <a:lnTo>
                  <a:pt x="2834" y="2753"/>
                </a:lnTo>
                <a:lnTo>
                  <a:pt x="2834" y="2869"/>
                </a:lnTo>
                <a:moveTo>
                  <a:pt x="2570" y="2869"/>
                </a:moveTo>
                <a:lnTo>
                  <a:pt x="2411" y="2869"/>
                </a:lnTo>
                <a:lnTo>
                  <a:pt x="2411" y="2753"/>
                </a:lnTo>
                <a:lnTo>
                  <a:pt x="2570" y="2753"/>
                </a:lnTo>
                <a:lnTo>
                  <a:pt x="2570" y="2869"/>
                </a:lnTo>
                <a:moveTo>
                  <a:pt x="2305" y="2869"/>
                </a:moveTo>
                <a:lnTo>
                  <a:pt x="2147" y="2869"/>
                </a:lnTo>
                <a:lnTo>
                  <a:pt x="2147" y="2753"/>
                </a:lnTo>
                <a:lnTo>
                  <a:pt x="2305" y="2753"/>
                </a:lnTo>
                <a:lnTo>
                  <a:pt x="2305" y="2869"/>
                </a:lnTo>
                <a:moveTo>
                  <a:pt x="2041" y="2869"/>
                </a:moveTo>
                <a:lnTo>
                  <a:pt x="1882" y="2869"/>
                </a:lnTo>
                <a:lnTo>
                  <a:pt x="1882" y="2753"/>
                </a:lnTo>
                <a:lnTo>
                  <a:pt x="2041" y="2753"/>
                </a:lnTo>
                <a:lnTo>
                  <a:pt x="2041" y="2869"/>
                </a:lnTo>
                <a:moveTo>
                  <a:pt x="1777" y="2869"/>
                </a:moveTo>
                <a:lnTo>
                  <a:pt x="1618" y="2869"/>
                </a:lnTo>
                <a:lnTo>
                  <a:pt x="1618" y="2753"/>
                </a:lnTo>
                <a:lnTo>
                  <a:pt x="1777" y="2753"/>
                </a:lnTo>
                <a:lnTo>
                  <a:pt x="1777" y="2869"/>
                </a:lnTo>
                <a:moveTo>
                  <a:pt x="1512" y="2869"/>
                </a:moveTo>
                <a:lnTo>
                  <a:pt x="1353" y="2869"/>
                </a:lnTo>
                <a:lnTo>
                  <a:pt x="1353" y="2753"/>
                </a:lnTo>
                <a:lnTo>
                  <a:pt x="1512" y="2753"/>
                </a:lnTo>
                <a:lnTo>
                  <a:pt x="1512" y="2869"/>
                </a:lnTo>
                <a:moveTo>
                  <a:pt x="1248" y="2869"/>
                </a:moveTo>
                <a:lnTo>
                  <a:pt x="1089" y="2869"/>
                </a:lnTo>
                <a:lnTo>
                  <a:pt x="1089" y="2753"/>
                </a:lnTo>
                <a:lnTo>
                  <a:pt x="1248" y="2753"/>
                </a:lnTo>
                <a:lnTo>
                  <a:pt x="1248" y="2869"/>
                </a:lnTo>
                <a:moveTo>
                  <a:pt x="984" y="2869"/>
                </a:moveTo>
                <a:lnTo>
                  <a:pt x="825" y="2869"/>
                </a:lnTo>
                <a:lnTo>
                  <a:pt x="825" y="2753"/>
                </a:lnTo>
                <a:lnTo>
                  <a:pt x="984" y="2753"/>
                </a:lnTo>
                <a:lnTo>
                  <a:pt x="984" y="2869"/>
                </a:lnTo>
                <a:moveTo>
                  <a:pt x="719" y="2869"/>
                </a:moveTo>
                <a:lnTo>
                  <a:pt x="560" y="2869"/>
                </a:lnTo>
                <a:lnTo>
                  <a:pt x="560" y="2753"/>
                </a:lnTo>
                <a:lnTo>
                  <a:pt x="719" y="2753"/>
                </a:lnTo>
                <a:lnTo>
                  <a:pt x="719" y="2869"/>
                </a:lnTo>
                <a:moveTo>
                  <a:pt x="455" y="2869"/>
                </a:moveTo>
                <a:lnTo>
                  <a:pt x="296" y="2869"/>
                </a:lnTo>
                <a:lnTo>
                  <a:pt x="296" y="2753"/>
                </a:lnTo>
                <a:lnTo>
                  <a:pt x="455" y="2753"/>
                </a:lnTo>
                <a:lnTo>
                  <a:pt x="455" y="2869"/>
                </a:lnTo>
                <a:moveTo>
                  <a:pt x="169" y="2840"/>
                </a:moveTo>
                <a:cubicBezTo>
                  <a:pt x="106" y="2810"/>
                  <a:pt x="60" y="2764"/>
                  <a:pt x="29" y="2702"/>
                </a:cubicBezTo>
                <a:lnTo>
                  <a:pt x="134" y="2651"/>
                </a:lnTo>
                <a:cubicBezTo>
                  <a:pt x="153" y="2689"/>
                  <a:pt x="181" y="2717"/>
                  <a:pt x="219" y="2735"/>
                </a:cubicBezTo>
                <a:lnTo>
                  <a:pt x="169" y="2840"/>
                </a:lnTo>
                <a:moveTo>
                  <a:pt x="0" y="2574"/>
                </a:moveTo>
                <a:lnTo>
                  <a:pt x="0" y="2573"/>
                </a:lnTo>
                <a:lnTo>
                  <a:pt x="0" y="2416"/>
                </a:lnTo>
                <a:lnTo>
                  <a:pt x="116" y="2416"/>
                </a:lnTo>
                <a:lnTo>
                  <a:pt x="116" y="2573"/>
                </a:lnTo>
                <a:lnTo>
                  <a:pt x="116" y="2574"/>
                </a:lnTo>
                <a:lnTo>
                  <a:pt x="0" y="2574"/>
                </a:lnTo>
                <a:moveTo>
                  <a:pt x="0" y="2310"/>
                </a:moveTo>
                <a:lnTo>
                  <a:pt x="0" y="2151"/>
                </a:lnTo>
                <a:lnTo>
                  <a:pt x="116" y="2151"/>
                </a:lnTo>
                <a:lnTo>
                  <a:pt x="116" y="2310"/>
                </a:lnTo>
                <a:lnTo>
                  <a:pt x="0" y="2310"/>
                </a:lnTo>
                <a:moveTo>
                  <a:pt x="0" y="2046"/>
                </a:moveTo>
                <a:lnTo>
                  <a:pt x="0" y="1887"/>
                </a:lnTo>
                <a:lnTo>
                  <a:pt x="116" y="1887"/>
                </a:lnTo>
                <a:lnTo>
                  <a:pt x="116" y="2046"/>
                </a:lnTo>
                <a:lnTo>
                  <a:pt x="0" y="2046"/>
                </a:lnTo>
                <a:moveTo>
                  <a:pt x="0" y="1781"/>
                </a:moveTo>
                <a:lnTo>
                  <a:pt x="0" y="1622"/>
                </a:lnTo>
                <a:lnTo>
                  <a:pt x="116" y="1622"/>
                </a:lnTo>
                <a:lnTo>
                  <a:pt x="116" y="1781"/>
                </a:lnTo>
                <a:lnTo>
                  <a:pt x="0" y="1781"/>
                </a:lnTo>
                <a:moveTo>
                  <a:pt x="0" y="1517"/>
                </a:moveTo>
                <a:lnTo>
                  <a:pt x="0" y="1358"/>
                </a:lnTo>
                <a:lnTo>
                  <a:pt x="116" y="1358"/>
                </a:lnTo>
                <a:lnTo>
                  <a:pt x="116" y="1517"/>
                </a:lnTo>
                <a:lnTo>
                  <a:pt x="0" y="1517"/>
                </a:lnTo>
                <a:moveTo>
                  <a:pt x="0" y="1252"/>
                </a:moveTo>
                <a:lnTo>
                  <a:pt x="0" y="1094"/>
                </a:lnTo>
                <a:lnTo>
                  <a:pt x="116" y="1094"/>
                </a:lnTo>
                <a:lnTo>
                  <a:pt x="116" y="1252"/>
                </a:lnTo>
                <a:lnTo>
                  <a:pt x="0" y="1252"/>
                </a:lnTo>
                <a:moveTo>
                  <a:pt x="0" y="988"/>
                </a:moveTo>
                <a:lnTo>
                  <a:pt x="0" y="829"/>
                </a:lnTo>
                <a:lnTo>
                  <a:pt x="116" y="829"/>
                </a:lnTo>
                <a:lnTo>
                  <a:pt x="116" y="988"/>
                </a:lnTo>
                <a:lnTo>
                  <a:pt x="0" y="988"/>
                </a:lnTo>
                <a:moveTo>
                  <a:pt x="0" y="723"/>
                </a:moveTo>
                <a:lnTo>
                  <a:pt x="0" y="564"/>
                </a:lnTo>
                <a:lnTo>
                  <a:pt x="116" y="564"/>
                </a:lnTo>
                <a:lnTo>
                  <a:pt x="116" y="723"/>
                </a:lnTo>
                <a:lnTo>
                  <a:pt x="0" y="723"/>
                </a:lnTo>
                <a:moveTo>
                  <a:pt x="0" y="458"/>
                </a:moveTo>
                <a:lnTo>
                  <a:pt x="0" y="300"/>
                </a:lnTo>
                <a:lnTo>
                  <a:pt x="116" y="300"/>
                </a:lnTo>
                <a:lnTo>
                  <a:pt x="116" y="458"/>
                </a:lnTo>
                <a:lnTo>
                  <a:pt x="0" y="458"/>
                </a:lnTo>
                <a:moveTo>
                  <a:pt x="27" y="172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4"/>
                  <a:pt x="150" y="183"/>
                  <a:pt x="133" y="221"/>
                </a:cubicBezTo>
                <a:lnTo>
                  <a:pt x="27" y="172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6"/>
                </a:lnTo>
                <a:lnTo>
                  <a:pt x="296" y="116"/>
                </a:lnTo>
                <a:cubicBezTo>
                  <a:pt x="295" y="116"/>
                  <a:pt x="294" y="116"/>
                  <a:pt x="293" y="116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655200" y="4379400"/>
            <a:ext cx="10881720" cy="1032840"/>
          </a:xfrm>
          <a:custGeom>
            <a:avLst/>
            <a:gdLst/>
            <a:ahLst/>
            <a:rect l="0" t="0" r="r" b="b"/>
            <a:pathLst>
              <a:path w="30227" h="2869">
                <a:moveTo>
                  <a:pt x="561" y="0"/>
                </a:moveTo>
                <a:lnTo>
                  <a:pt x="719" y="0"/>
                </a:lnTo>
                <a:lnTo>
                  <a:pt x="719" y="116"/>
                </a:lnTo>
                <a:lnTo>
                  <a:pt x="561" y="116"/>
                </a:lnTo>
                <a:lnTo>
                  <a:pt x="561" y="0"/>
                </a:lnTo>
                <a:moveTo>
                  <a:pt x="825" y="0"/>
                </a:moveTo>
                <a:lnTo>
                  <a:pt x="984" y="0"/>
                </a:lnTo>
                <a:lnTo>
                  <a:pt x="984" y="116"/>
                </a:lnTo>
                <a:lnTo>
                  <a:pt x="825" y="116"/>
                </a:lnTo>
                <a:lnTo>
                  <a:pt x="825" y="0"/>
                </a:lnTo>
                <a:moveTo>
                  <a:pt x="1089" y="0"/>
                </a:moveTo>
                <a:lnTo>
                  <a:pt x="1248" y="0"/>
                </a:lnTo>
                <a:lnTo>
                  <a:pt x="1248" y="116"/>
                </a:lnTo>
                <a:lnTo>
                  <a:pt x="1089" y="116"/>
                </a:lnTo>
                <a:lnTo>
                  <a:pt x="1089" y="0"/>
                </a:lnTo>
                <a:moveTo>
                  <a:pt x="1354" y="0"/>
                </a:moveTo>
                <a:lnTo>
                  <a:pt x="1512" y="0"/>
                </a:lnTo>
                <a:lnTo>
                  <a:pt x="1512" y="116"/>
                </a:lnTo>
                <a:lnTo>
                  <a:pt x="1354" y="116"/>
                </a:lnTo>
                <a:lnTo>
                  <a:pt x="1354" y="0"/>
                </a:lnTo>
                <a:moveTo>
                  <a:pt x="1618" y="0"/>
                </a:moveTo>
                <a:lnTo>
                  <a:pt x="1777" y="0"/>
                </a:lnTo>
                <a:lnTo>
                  <a:pt x="1777" y="116"/>
                </a:lnTo>
                <a:lnTo>
                  <a:pt x="1618" y="116"/>
                </a:lnTo>
                <a:lnTo>
                  <a:pt x="1618" y="0"/>
                </a:lnTo>
                <a:moveTo>
                  <a:pt x="1882" y="0"/>
                </a:moveTo>
                <a:lnTo>
                  <a:pt x="2041" y="0"/>
                </a:lnTo>
                <a:lnTo>
                  <a:pt x="2041" y="116"/>
                </a:lnTo>
                <a:lnTo>
                  <a:pt x="1882" y="116"/>
                </a:lnTo>
                <a:lnTo>
                  <a:pt x="1882" y="0"/>
                </a:lnTo>
                <a:moveTo>
                  <a:pt x="2147" y="0"/>
                </a:moveTo>
                <a:lnTo>
                  <a:pt x="2306" y="0"/>
                </a:lnTo>
                <a:lnTo>
                  <a:pt x="2306" y="116"/>
                </a:lnTo>
                <a:lnTo>
                  <a:pt x="2147" y="116"/>
                </a:lnTo>
                <a:lnTo>
                  <a:pt x="2147" y="0"/>
                </a:lnTo>
                <a:moveTo>
                  <a:pt x="2411" y="0"/>
                </a:moveTo>
                <a:lnTo>
                  <a:pt x="2570" y="0"/>
                </a:lnTo>
                <a:lnTo>
                  <a:pt x="2570" y="116"/>
                </a:lnTo>
                <a:lnTo>
                  <a:pt x="2411" y="116"/>
                </a:lnTo>
                <a:lnTo>
                  <a:pt x="2411" y="0"/>
                </a:lnTo>
                <a:moveTo>
                  <a:pt x="2675" y="0"/>
                </a:moveTo>
                <a:lnTo>
                  <a:pt x="2834" y="0"/>
                </a:lnTo>
                <a:lnTo>
                  <a:pt x="2834" y="116"/>
                </a:lnTo>
                <a:lnTo>
                  <a:pt x="2675" y="116"/>
                </a:lnTo>
                <a:lnTo>
                  <a:pt x="2675" y="0"/>
                </a:lnTo>
                <a:moveTo>
                  <a:pt x="2940" y="0"/>
                </a:moveTo>
                <a:lnTo>
                  <a:pt x="3099" y="0"/>
                </a:lnTo>
                <a:lnTo>
                  <a:pt x="3099" y="116"/>
                </a:lnTo>
                <a:lnTo>
                  <a:pt x="2940" y="116"/>
                </a:lnTo>
                <a:lnTo>
                  <a:pt x="2940" y="0"/>
                </a:lnTo>
                <a:moveTo>
                  <a:pt x="3204" y="0"/>
                </a:moveTo>
                <a:lnTo>
                  <a:pt x="3363" y="0"/>
                </a:lnTo>
                <a:lnTo>
                  <a:pt x="3363" y="116"/>
                </a:lnTo>
                <a:lnTo>
                  <a:pt x="3204" y="116"/>
                </a:lnTo>
                <a:lnTo>
                  <a:pt x="3204" y="0"/>
                </a:lnTo>
                <a:moveTo>
                  <a:pt x="3469" y="0"/>
                </a:moveTo>
                <a:lnTo>
                  <a:pt x="3627" y="0"/>
                </a:lnTo>
                <a:lnTo>
                  <a:pt x="3627" y="116"/>
                </a:lnTo>
                <a:lnTo>
                  <a:pt x="3469" y="116"/>
                </a:lnTo>
                <a:lnTo>
                  <a:pt x="3469" y="0"/>
                </a:lnTo>
                <a:moveTo>
                  <a:pt x="3733" y="0"/>
                </a:moveTo>
                <a:lnTo>
                  <a:pt x="3892" y="0"/>
                </a:lnTo>
                <a:lnTo>
                  <a:pt x="3892" y="116"/>
                </a:lnTo>
                <a:lnTo>
                  <a:pt x="3733" y="116"/>
                </a:lnTo>
                <a:lnTo>
                  <a:pt x="3733" y="0"/>
                </a:lnTo>
                <a:moveTo>
                  <a:pt x="3997" y="0"/>
                </a:moveTo>
                <a:lnTo>
                  <a:pt x="4156" y="0"/>
                </a:lnTo>
                <a:lnTo>
                  <a:pt x="4156" y="116"/>
                </a:lnTo>
                <a:lnTo>
                  <a:pt x="3997" y="116"/>
                </a:lnTo>
                <a:lnTo>
                  <a:pt x="3997" y="0"/>
                </a:lnTo>
                <a:moveTo>
                  <a:pt x="4262" y="0"/>
                </a:moveTo>
                <a:lnTo>
                  <a:pt x="4420" y="0"/>
                </a:lnTo>
                <a:lnTo>
                  <a:pt x="4420" y="116"/>
                </a:lnTo>
                <a:lnTo>
                  <a:pt x="4262" y="116"/>
                </a:lnTo>
                <a:lnTo>
                  <a:pt x="4262" y="0"/>
                </a:lnTo>
                <a:moveTo>
                  <a:pt x="4526" y="0"/>
                </a:moveTo>
                <a:lnTo>
                  <a:pt x="4685" y="0"/>
                </a:lnTo>
                <a:lnTo>
                  <a:pt x="4685" y="116"/>
                </a:lnTo>
                <a:lnTo>
                  <a:pt x="4526" y="116"/>
                </a:lnTo>
                <a:lnTo>
                  <a:pt x="4526" y="0"/>
                </a:lnTo>
                <a:moveTo>
                  <a:pt x="4790" y="0"/>
                </a:moveTo>
                <a:lnTo>
                  <a:pt x="4949" y="0"/>
                </a:lnTo>
                <a:lnTo>
                  <a:pt x="4949" y="116"/>
                </a:lnTo>
                <a:lnTo>
                  <a:pt x="4790" y="116"/>
                </a:lnTo>
                <a:lnTo>
                  <a:pt x="4790" y="0"/>
                </a:lnTo>
                <a:moveTo>
                  <a:pt x="5055" y="0"/>
                </a:moveTo>
                <a:lnTo>
                  <a:pt x="5214" y="0"/>
                </a:lnTo>
                <a:lnTo>
                  <a:pt x="5214" y="116"/>
                </a:lnTo>
                <a:lnTo>
                  <a:pt x="5055" y="116"/>
                </a:lnTo>
                <a:lnTo>
                  <a:pt x="5055" y="0"/>
                </a:lnTo>
                <a:moveTo>
                  <a:pt x="5319" y="0"/>
                </a:moveTo>
                <a:lnTo>
                  <a:pt x="5478" y="0"/>
                </a:lnTo>
                <a:lnTo>
                  <a:pt x="5478" y="116"/>
                </a:lnTo>
                <a:lnTo>
                  <a:pt x="5319" y="116"/>
                </a:lnTo>
                <a:lnTo>
                  <a:pt x="5319" y="0"/>
                </a:lnTo>
                <a:moveTo>
                  <a:pt x="5584" y="0"/>
                </a:moveTo>
                <a:lnTo>
                  <a:pt x="5742" y="0"/>
                </a:lnTo>
                <a:lnTo>
                  <a:pt x="5742" y="116"/>
                </a:lnTo>
                <a:lnTo>
                  <a:pt x="5584" y="116"/>
                </a:lnTo>
                <a:lnTo>
                  <a:pt x="5584" y="0"/>
                </a:lnTo>
                <a:moveTo>
                  <a:pt x="5848" y="0"/>
                </a:moveTo>
                <a:lnTo>
                  <a:pt x="6007" y="0"/>
                </a:lnTo>
                <a:lnTo>
                  <a:pt x="6007" y="116"/>
                </a:lnTo>
                <a:lnTo>
                  <a:pt x="5848" y="116"/>
                </a:lnTo>
                <a:lnTo>
                  <a:pt x="5848" y="0"/>
                </a:lnTo>
                <a:moveTo>
                  <a:pt x="6112" y="0"/>
                </a:moveTo>
                <a:lnTo>
                  <a:pt x="6271" y="0"/>
                </a:lnTo>
                <a:lnTo>
                  <a:pt x="6271" y="116"/>
                </a:lnTo>
                <a:lnTo>
                  <a:pt x="6112" y="116"/>
                </a:lnTo>
                <a:lnTo>
                  <a:pt x="6112" y="0"/>
                </a:lnTo>
                <a:moveTo>
                  <a:pt x="6377" y="0"/>
                </a:moveTo>
                <a:lnTo>
                  <a:pt x="6535" y="0"/>
                </a:lnTo>
                <a:lnTo>
                  <a:pt x="6535" y="116"/>
                </a:lnTo>
                <a:lnTo>
                  <a:pt x="6377" y="116"/>
                </a:lnTo>
                <a:lnTo>
                  <a:pt x="6377" y="0"/>
                </a:lnTo>
                <a:moveTo>
                  <a:pt x="6641" y="0"/>
                </a:moveTo>
                <a:lnTo>
                  <a:pt x="6800" y="0"/>
                </a:lnTo>
                <a:lnTo>
                  <a:pt x="6800" y="116"/>
                </a:lnTo>
                <a:lnTo>
                  <a:pt x="6641" y="116"/>
                </a:lnTo>
                <a:lnTo>
                  <a:pt x="6641" y="0"/>
                </a:lnTo>
                <a:moveTo>
                  <a:pt x="6905" y="0"/>
                </a:moveTo>
                <a:lnTo>
                  <a:pt x="7064" y="0"/>
                </a:lnTo>
                <a:lnTo>
                  <a:pt x="7064" y="116"/>
                </a:lnTo>
                <a:lnTo>
                  <a:pt x="6905" y="116"/>
                </a:lnTo>
                <a:lnTo>
                  <a:pt x="6905" y="0"/>
                </a:lnTo>
                <a:moveTo>
                  <a:pt x="7170" y="0"/>
                </a:moveTo>
                <a:lnTo>
                  <a:pt x="7329" y="0"/>
                </a:lnTo>
                <a:lnTo>
                  <a:pt x="7329" y="116"/>
                </a:lnTo>
                <a:lnTo>
                  <a:pt x="7170" y="116"/>
                </a:lnTo>
                <a:lnTo>
                  <a:pt x="7170" y="0"/>
                </a:lnTo>
                <a:moveTo>
                  <a:pt x="7434" y="0"/>
                </a:moveTo>
                <a:lnTo>
                  <a:pt x="7593" y="0"/>
                </a:lnTo>
                <a:lnTo>
                  <a:pt x="7593" y="116"/>
                </a:lnTo>
                <a:lnTo>
                  <a:pt x="7434" y="116"/>
                </a:lnTo>
                <a:lnTo>
                  <a:pt x="7434" y="0"/>
                </a:lnTo>
                <a:moveTo>
                  <a:pt x="7699" y="0"/>
                </a:moveTo>
                <a:lnTo>
                  <a:pt x="7857" y="0"/>
                </a:lnTo>
                <a:lnTo>
                  <a:pt x="7857" y="116"/>
                </a:lnTo>
                <a:lnTo>
                  <a:pt x="7699" y="116"/>
                </a:lnTo>
                <a:lnTo>
                  <a:pt x="7699" y="0"/>
                </a:lnTo>
                <a:moveTo>
                  <a:pt x="7963" y="0"/>
                </a:moveTo>
                <a:lnTo>
                  <a:pt x="8122" y="0"/>
                </a:lnTo>
                <a:lnTo>
                  <a:pt x="8122" y="116"/>
                </a:lnTo>
                <a:lnTo>
                  <a:pt x="7963" y="116"/>
                </a:lnTo>
                <a:lnTo>
                  <a:pt x="7963" y="0"/>
                </a:lnTo>
                <a:moveTo>
                  <a:pt x="8227" y="0"/>
                </a:moveTo>
                <a:lnTo>
                  <a:pt x="8386" y="0"/>
                </a:lnTo>
                <a:lnTo>
                  <a:pt x="8386" y="116"/>
                </a:lnTo>
                <a:lnTo>
                  <a:pt x="8227" y="116"/>
                </a:lnTo>
                <a:lnTo>
                  <a:pt x="8227" y="0"/>
                </a:lnTo>
                <a:moveTo>
                  <a:pt x="8492" y="0"/>
                </a:moveTo>
                <a:lnTo>
                  <a:pt x="8650" y="0"/>
                </a:lnTo>
                <a:lnTo>
                  <a:pt x="8650" y="116"/>
                </a:lnTo>
                <a:lnTo>
                  <a:pt x="8492" y="116"/>
                </a:lnTo>
                <a:lnTo>
                  <a:pt x="8492" y="0"/>
                </a:lnTo>
                <a:moveTo>
                  <a:pt x="8756" y="0"/>
                </a:moveTo>
                <a:lnTo>
                  <a:pt x="8915" y="0"/>
                </a:lnTo>
                <a:lnTo>
                  <a:pt x="8915" y="116"/>
                </a:lnTo>
                <a:lnTo>
                  <a:pt x="8756" y="116"/>
                </a:lnTo>
                <a:lnTo>
                  <a:pt x="8756" y="0"/>
                </a:lnTo>
                <a:moveTo>
                  <a:pt x="9020" y="0"/>
                </a:moveTo>
                <a:lnTo>
                  <a:pt x="9179" y="0"/>
                </a:lnTo>
                <a:lnTo>
                  <a:pt x="9179" y="116"/>
                </a:lnTo>
                <a:lnTo>
                  <a:pt x="9020" y="116"/>
                </a:lnTo>
                <a:lnTo>
                  <a:pt x="9020" y="0"/>
                </a:lnTo>
                <a:moveTo>
                  <a:pt x="9285" y="0"/>
                </a:moveTo>
                <a:lnTo>
                  <a:pt x="9443" y="0"/>
                </a:lnTo>
                <a:lnTo>
                  <a:pt x="9443" y="116"/>
                </a:lnTo>
                <a:lnTo>
                  <a:pt x="9285" y="116"/>
                </a:lnTo>
                <a:lnTo>
                  <a:pt x="9285" y="0"/>
                </a:lnTo>
                <a:moveTo>
                  <a:pt x="9549" y="0"/>
                </a:moveTo>
                <a:lnTo>
                  <a:pt x="9708" y="0"/>
                </a:lnTo>
                <a:lnTo>
                  <a:pt x="9708" y="116"/>
                </a:lnTo>
                <a:lnTo>
                  <a:pt x="9549" y="116"/>
                </a:lnTo>
                <a:lnTo>
                  <a:pt x="9549" y="0"/>
                </a:lnTo>
                <a:moveTo>
                  <a:pt x="9813" y="0"/>
                </a:moveTo>
                <a:lnTo>
                  <a:pt x="9972" y="0"/>
                </a:lnTo>
                <a:lnTo>
                  <a:pt x="9972" y="116"/>
                </a:lnTo>
                <a:lnTo>
                  <a:pt x="9813" y="116"/>
                </a:lnTo>
                <a:lnTo>
                  <a:pt x="9813" y="0"/>
                </a:lnTo>
                <a:moveTo>
                  <a:pt x="10078" y="0"/>
                </a:moveTo>
                <a:lnTo>
                  <a:pt x="10237" y="0"/>
                </a:lnTo>
                <a:lnTo>
                  <a:pt x="10237" y="116"/>
                </a:lnTo>
                <a:lnTo>
                  <a:pt x="10078" y="116"/>
                </a:lnTo>
                <a:lnTo>
                  <a:pt x="10078" y="0"/>
                </a:lnTo>
                <a:moveTo>
                  <a:pt x="10342" y="0"/>
                </a:moveTo>
                <a:lnTo>
                  <a:pt x="10501" y="0"/>
                </a:lnTo>
                <a:lnTo>
                  <a:pt x="10501" y="116"/>
                </a:lnTo>
                <a:lnTo>
                  <a:pt x="10342" y="116"/>
                </a:lnTo>
                <a:lnTo>
                  <a:pt x="10342" y="0"/>
                </a:lnTo>
                <a:moveTo>
                  <a:pt x="10607" y="0"/>
                </a:moveTo>
                <a:lnTo>
                  <a:pt x="10765" y="0"/>
                </a:lnTo>
                <a:lnTo>
                  <a:pt x="10765" y="116"/>
                </a:lnTo>
                <a:lnTo>
                  <a:pt x="10607" y="116"/>
                </a:lnTo>
                <a:lnTo>
                  <a:pt x="10607" y="0"/>
                </a:lnTo>
                <a:moveTo>
                  <a:pt x="10871" y="0"/>
                </a:moveTo>
                <a:lnTo>
                  <a:pt x="11030" y="0"/>
                </a:lnTo>
                <a:lnTo>
                  <a:pt x="11030" y="116"/>
                </a:lnTo>
                <a:lnTo>
                  <a:pt x="10871" y="116"/>
                </a:lnTo>
                <a:lnTo>
                  <a:pt x="10871" y="0"/>
                </a:lnTo>
                <a:moveTo>
                  <a:pt x="11135" y="0"/>
                </a:moveTo>
                <a:lnTo>
                  <a:pt x="11294" y="0"/>
                </a:lnTo>
                <a:lnTo>
                  <a:pt x="11294" y="116"/>
                </a:lnTo>
                <a:lnTo>
                  <a:pt x="11135" y="116"/>
                </a:lnTo>
                <a:lnTo>
                  <a:pt x="11135" y="0"/>
                </a:lnTo>
                <a:moveTo>
                  <a:pt x="11400" y="0"/>
                </a:moveTo>
                <a:lnTo>
                  <a:pt x="11558" y="0"/>
                </a:lnTo>
                <a:lnTo>
                  <a:pt x="11558" y="116"/>
                </a:lnTo>
                <a:lnTo>
                  <a:pt x="11400" y="116"/>
                </a:lnTo>
                <a:lnTo>
                  <a:pt x="11400" y="0"/>
                </a:lnTo>
                <a:moveTo>
                  <a:pt x="11664" y="0"/>
                </a:moveTo>
                <a:lnTo>
                  <a:pt x="11823" y="0"/>
                </a:lnTo>
                <a:lnTo>
                  <a:pt x="11823" y="116"/>
                </a:lnTo>
                <a:lnTo>
                  <a:pt x="11664" y="116"/>
                </a:lnTo>
                <a:lnTo>
                  <a:pt x="11664" y="0"/>
                </a:lnTo>
                <a:moveTo>
                  <a:pt x="11928" y="0"/>
                </a:moveTo>
                <a:lnTo>
                  <a:pt x="12087" y="0"/>
                </a:lnTo>
                <a:lnTo>
                  <a:pt x="12087" y="116"/>
                </a:lnTo>
                <a:lnTo>
                  <a:pt x="11928" y="116"/>
                </a:lnTo>
                <a:lnTo>
                  <a:pt x="11928" y="0"/>
                </a:lnTo>
                <a:moveTo>
                  <a:pt x="12193" y="0"/>
                </a:moveTo>
                <a:lnTo>
                  <a:pt x="12352" y="0"/>
                </a:lnTo>
                <a:lnTo>
                  <a:pt x="12352" y="116"/>
                </a:lnTo>
                <a:lnTo>
                  <a:pt x="12193" y="116"/>
                </a:lnTo>
                <a:lnTo>
                  <a:pt x="12193" y="0"/>
                </a:lnTo>
                <a:moveTo>
                  <a:pt x="12457" y="0"/>
                </a:moveTo>
                <a:lnTo>
                  <a:pt x="12616" y="0"/>
                </a:lnTo>
                <a:lnTo>
                  <a:pt x="12616" y="116"/>
                </a:lnTo>
                <a:lnTo>
                  <a:pt x="12457" y="116"/>
                </a:lnTo>
                <a:lnTo>
                  <a:pt x="12457" y="0"/>
                </a:lnTo>
                <a:moveTo>
                  <a:pt x="12722" y="0"/>
                </a:moveTo>
                <a:lnTo>
                  <a:pt x="12880" y="0"/>
                </a:lnTo>
                <a:lnTo>
                  <a:pt x="12880" y="116"/>
                </a:lnTo>
                <a:lnTo>
                  <a:pt x="12722" y="116"/>
                </a:lnTo>
                <a:lnTo>
                  <a:pt x="12722" y="0"/>
                </a:lnTo>
                <a:moveTo>
                  <a:pt x="12986" y="0"/>
                </a:moveTo>
                <a:lnTo>
                  <a:pt x="13145" y="0"/>
                </a:lnTo>
                <a:lnTo>
                  <a:pt x="13145" y="116"/>
                </a:lnTo>
                <a:lnTo>
                  <a:pt x="12986" y="116"/>
                </a:lnTo>
                <a:lnTo>
                  <a:pt x="12986" y="0"/>
                </a:lnTo>
                <a:moveTo>
                  <a:pt x="13250" y="0"/>
                </a:moveTo>
                <a:lnTo>
                  <a:pt x="13410" y="0"/>
                </a:lnTo>
                <a:lnTo>
                  <a:pt x="13410" y="116"/>
                </a:lnTo>
                <a:lnTo>
                  <a:pt x="13250" y="116"/>
                </a:lnTo>
                <a:lnTo>
                  <a:pt x="13250" y="0"/>
                </a:lnTo>
                <a:moveTo>
                  <a:pt x="13516" y="0"/>
                </a:moveTo>
                <a:lnTo>
                  <a:pt x="13674" y="0"/>
                </a:lnTo>
                <a:lnTo>
                  <a:pt x="13674" y="116"/>
                </a:lnTo>
                <a:lnTo>
                  <a:pt x="13516" y="116"/>
                </a:lnTo>
                <a:lnTo>
                  <a:pt x="13516" y="0"/>
                </a:lnTo>
                <a:moveTo>
                  <a:pt x="13780" y="0"/>
                </a:moveTo>
                <a:lnTo>
                  <a:pt x="13939" y="0"/>
                </a:lnTo>
                <a:lnTo>
                  <a:pt x="13939" y="116"/>
                </a:lnTo>
                <a:lnTo>
                  <a:pt x="13780" y="116"/>
                </a:lnTo>
                <a:lnTo>
                  <a:pt x="13780" y="0"/>
                </a:lnTo>
                <a:moveTo>
                  <a:pt x="14044" y="0"/>
                </a:moveTo>
                <a:lnTo>
                  <a:pt x="14203" y="0"/>
                </a:lnTo>
                <a:lnTo>
                  <a:pt x="14203" y="116"/>
                </a:lnTo>
                <a:lnTo>
                  <a:pt x="14044" y="116"/>
                </a:lnTo>
                <a:lnTo>
                  <a:pt x="14044" y="0"/>
                </a:lnTo>
                <a:moveTo>
                  <a:pt x="14309" y="0"/>
                </a:moveTo>
                <a:lnTo>
                  <a:pt x="14467" y="0"/>
                </a:lnTo>
                <a:lnTo>
                  <a:pt x="14467" y="116"/>
                </a:lnTo>
                <a:lnTo>
                  <a:pt x="14309" y="116"/>
                </a:lnTo>
                <a:lnTo>
                  <a:pt x="14309" y="0"/>
                </a:lnTo>
                <a:moveTo>
                  <a:pt x="14573" y="0"/>
                </a:moveTo>
                <a:lnTo>
                  <a:pt x="14732" y="0"/>
                </a:lnTo>
                <a:lnTo>
                  <a:pt x="14732" y="116"/>
                </a:lnTo>
                <a:lnTo>
                  <a:pt x="14573" y="116"/>
                </a:lnTo>
                <a:lnTo>
                  <a:pt x="14573" y="0"/>
                </a:lnTo>
                <a:moveTo>
                  <a:pt x="14837" y="0"/>
                </a:moveTo>
                <a:lnTo>
                  <a:pt x="14996" y="0"/>
                </a:lnTo>
                <a:lnTo>
                  <a:pt x="14996" y="116"/>
                </a:lnTo>
                <a:lnTo>
                  <a:pt x="14837" y="116"/>
                </a:lnTo>
                <a:lnTo>
                  <a:pt x="14837" y="0"/>
                </a:lnTo>
                <a:moveTo>
                  <a:pt x="15102" y="0"/>
                </a:moveTo>
                <a:lnTo>
                  <a:pt x="15261" y="0"/>
                </a:lnTo>
                <a:lnTo>
                  <a:pt x="15261" y="116"/>
                </a:lnTo>
                <a:lnTo>
                  <a:pt x="15102" y="116"/>
                </a:lnTo>
                <a:lnTo>
                  <a:pt x="15102" y="0"/>
                </a:lnTo>
                <a:moveTo>
                  <a:pt x="15366" y="0"/>
                </a:moveTo>
                <a:lnTo>
                  <a:pt x="15525" y="0"/>
                </a:lnTo>
                <a:lnTo>
                  <a:pt x="15525" y="116"/>
                </a:lnTo>
                <a:lnTo>
                  <a:pt x="15366" y="116"/>
                </a:lnTo>
                <a:lnTo>
                  <a:pt x="15366" y="0"/>
                </a:lnTo>
                <a:moveTo>
                  <a:pt x="15631" y="0"/>
                </a:moveTo>
                <a:lnTo>
                  <a:pt x="15789" y="0"/>
                </a:lnTo>
                <a:lnTo>
                  <a:pt x="15789" y="116"/>
                </a:lnTo>
                <a:lnTo>
                  <a:pt x="15631" y="116"/>
                </a:lnTo>
                <a:lnTo>
                  <a:pt x="15631" y="0"/>
                </a:lnTo>
                <a:moveTo>
                  <a:pt x="15895" y="0"/>
                </a:moveTo>
                <a:lnTo>
                  <a:pt x="16054" y="0"/>
                </a:lnTo>
                <a:lnTo>
                  <a:pt x="16054" y="116"/>
                </a:lnTo>
                <a:lnTo>
                  <a:pt x="15895" y="116"/>
                </a:lnTo>
                <a:lnTo>
                  <a:pt x="15895" y="0"/>
                </a:lnTo>
                <a:moveTo>
                  <a:pt x="16159" y="0"/>
                </a:moveTo>
                <a:lnTo>
                  <a:pt x="16318" y="0"/>
                </a:lnTo>
                <a:lnTo>
                  <a:pt x="16318" y="116"/>
                </a:lnTo>
                <a:lnTo>
                  <a:pt x="16159" y="116"/>
                </a:lnTo>
                <a:lnTo>
                  <a:pt x="16159" y="0"/>
                </a:lnTo>
                <a:moveTo>
                  <a:pt x="16424" y="0"/>
                </a:moveTo>
                <a:lnTo>
                  <a:pt x="16582" y="0"/>
                </a:lnTo>
                <a:lnTo>
                  <a:pt x="16582" y="116"/>
                </a:lnTo>
                <a:lnTo>
                  <a:pt x="16424" y="116"/>
                </a:lnTo>
                <a:lnTo>
                  <a:pt x="16424" y="0"/>
                </a:lnTo>
                <a:moveTo>
                  <a:pt x="16688" y="0"/>
                </a:moveTo>
                <a:lnTo>
                  <a:pt x="16847" y="0"/>
                </a:lnTo>
                <a:lnTo>
                  <a:pt x="16847" y="116"/>
                </a:lnTo>
                <a:lnTo>
                  <a:pt x="16688" y="116"/>
                </a:lnTo>
                <a:lnTo>
                  <a:pt x="16688" y="0"/>
                </a:lnTo>
                <a:moveTo>
                  <a:pt x="16952" y="0"/>
                </a:moveTo>
                <a:lnTo>
                  <a:pt x="17111" y="0"/>
                </a:lnTo>
                <a:lnTo>
                  <a:pt x="17111" y="116"/>
                </a:lnTo>
                <a:lnTo>
                  <a:pt x="16952" y="116"/>
                </a:lnTo>
                <a:lnTo>
                  <a:pt x="16952" y="0"/>
                </a:lnTo>
                <a:moveTo>
                  <a:pt x="17217" y="0"/>
                </a:moveTo>
                <a:lnTo>
                  <a:pt x="17376" y="0"/>
                </a:lnTo>
                <a:lnTo>
                  <a:pt x="17376" y="116"/>
                </a:lnTo>
                <a:lnTo>
                  <a:pt x="17217" y="116"/>
                </a:lnTo>
                <a:lnTo>
                  <a:pt x="17217" y="0"/>
                </a:lnTo>
                <a:moveTo>
                  <a:pt x="17481" y="0"/>
                </a:moveTo>
                <a:lnTo>
                  <a:pt x="17640" y="0"/>
                </a:lnTo>
                <a:lnTo>
                  <a:pt x="17640" y="116"/>
                </a:lnTo>
                <a:lnTo>
                  <a:pt x="17481" y="116"/>
                </a:lnTo>
                <a:lnTo>
                  <a:pt x="17481" y="0"/>
                </a:lnTo>
                <a:moveTo>
                  <a:pt x="17746" y="0"/>
                </a:moveTo>
                <a:lnTo>
                  <a:pt x="17904" y="0"/>
                </a:lnTo>
                <a:lnTo>
                  <a:pt x="17904" y="116"/>
                </a:lnTo>
                <a:lnTo>
                  <a:pt x="17746" y="116"/>
                </a:lnTo>
                <a:lnTo>
                  <a:pt x="17746" y="0"/>
                </a:lnTo>
                <a:moveTo>
                  <a:pt x="18010" y="0"/>
                </a:moveTo>
                <a:lnTo>
                  <a:pt x="18169" y="0"/>
                </a:lnTo>
                <a:lnTo>
                  <a:pt x="18169" y="116"/>
                </a:lnTo>
                <a:lnTo>
                  <a:pt x="18010" y="116"/>
                </a:lnTo>
                <a:lnTo>
                  <a:pt x="18010" y="0"/>
                </a:lnTo>
                <a:moveTo>
                  <a:pt x="18274" y="0"/>
                </a:moveTo>
                <a:lnTo>
                  <a:pt x="18433" y="0"/>
                </a:lnTo>
                <a:lnTo>
                  <a:pt x="18433" y="116"/>
                </a:lnTo>
                <a:lnTo>
                  <a:pt x="18274" y="116"/>
                </a:lnTo>
                <a:lnTo>
                  <a:pt x="18274" y="0"/>
                </a:lnTo>
                <a:moveTo>
                  <a:pt x="18539" y="0"/>
                </a:moveTo>
                <a:lnTo>
                  <a:pt x="18697" y="0"/>
                </a:lnTo>
                <a:lnTo>
                  <a:pt x="18697" y="116"/>
                </a:lnTo>
                <a:lnTo>
                  <a:pt x="18539" y="116"/>
                </a:lnTo>
                <a:lnTo>
                  <a:pt x="18539" y="0"/>
                </a:lnTo>
                <a:moveTo>
                  <a:pt x="18803" y="0"/>
                </a:moveTo>
                <a:lnTo>
                  <a:pt x="18962" y="0"/>
                </a:lnTo>
                <a:lnTo>
                  <a:pt x="18962" y="116"/>
                </a:lnTo>
                <a:lnTo>
                  <a:pt x="18803" y="116"/>
                </a:lnTo>
                <a:lnTo>
                  <a:pt x="18803" y="0"/>
                </a:lnTo>
                <a:moveTo>
                  <a:pt x="19067" y="0"/>
                </a:moveTo>
                <a:lnTo>
                  <a:pt x="19226" y="0"/>
                </a:lnTo>
                <a:lnTo>
                  <a:pt x="19226" y="116"/>
                </a:lnTo>
                <a:lnTo>
                  <a:pt x="19067" y="116"/>
                </a:lnTo>
                <a:lnTo>
                  <a:pt x="19067" y="0"/>
                </a:lnTo>
                <a:moveTo>
                  <a:pt x="19332" y="0"/>
                </a:moveTo>
                <a:lnTo>
                  <a:pt x="19490" y="0"/>
                </a:lnTo>
                <a:lnTo>
                  <a:pt x="19490" y="116"/>
                </a:lnTo>
                <a:lnTo>
                  <a:pt x="19332" y="116"/>
                </a:lnTo>
                <a:lnTo>
                  <a:pt x="19332" y="0"/>
                </a:lnTo>
                <a:moveTo>
                  <a:pt x="19596" y="0"/>
                </a:moveTo>
                <a:lnTo>
                  <a:pt x="19755" y="0"/>
                </a:lnTo>
                <a:lnTo>
                  <a:pt x="19755" y="116"/>
                </a:lnTo>
                <a:lnTo>
                  <a:pt x="19596" y="116"/>
                </a:lnTo>
                <a:lnTo>
                  <a:pt x="19596" y="0"/>
                </a:lnTo>
                <a:moveTo>
                  <a:pt x="19860" y="0"/>
                </a:moveTo>
                <a:lnTo>
                  <a:pt x="20019" y="0"/>
                </a:lnTo>
                <a:lnTo>
                  <a:pt x="20019" y="116"/>
                </a:lnTo>
                <a:lnTo>
                  <a:pt x="19860" y="116"/>
                </a:lnTo>
                <a:lnTo>
                  <a:pt x="19860" y="0"/>
                </a:lnTo>
                <a:moveTo>
                  <a:pt x="20125" y="0"/>
                </a:moveTo>
                <a:lnTo>
                  <a:pt x="20284" y="0"/>
                </a:lnTo>
                <a:lnTo>
                  <a:pt x="20284" y="116"/>
                </a:lnTo>
                <a:lnTo>
                  <a:pt x="20125" y="116"/>
                </a:lnTo>
                <a:lnTo>
                  <a:pt x="20125" y="0"/>
                </a:lnTo>
                <a:moveTo>
                  <a:pt x="20389" y="0"/>
                </a:moveTo>
                <a:lnTo>
                  <a:pt x="20548" y="0"/>
                </a:lnTo>
                <a:lnTo>
                  <a:pt x="20548" y="116"/>
                </a:lnTo>
                <a:lnTo>
                  <a:pt x="20389" y="116"/>
                </a:lnTo>
                <a:lnTo>
                  <a:pt x="20389" y="0"/>
                </a:lnTo>
                <a:moveTo>
                  <a:pt x="20654" y="0"/>
                </a:moveTo>
                <a:lnTo>
                  <a:pt x="20812" y="0"/>
                </a:lnTo>
                <a:lnTo>
                  <a:pt x="20812" y="116"/>
                </a:lnTo>
                <a:lnTo>
                  <a:pt x="20654" y="116"/>
                </a:lnTo>
                <a:lnTo>
                  <a:pt x="20654" y="0"/>
                </a:lnTo>
                <a:moveTo>
                  <a:pt x="20918" y="0"/>
                </a:moveTo>
                <a:lnTo>
                  <a:pt x="21077" y="0"/>
                </a:lnTo>
                <a:lnTo>
                  <a:pt x="21077" y="116"/>
                </a:lnTo>
                <a:lnTo>
                  <a:pt x="20918" y="116"/>
                </a:lnTo>
                <a:lnTo>
                  <a:pt x="20918" y="0"/>
                </a:lnTo>
                <a:moveTo>
                  <a:pt x="21182" y="0"/>
                </a:moveTo>
                <a:lnTo>
                  <a:pt x="21341" y="0"/>
                </a:lnTo>
                <a:lnTo>
                  <a:pt x="21341" y="116"/>
                </a:lnTo>
                <a:lnTo>
                  <a:pt x="21182" y="116"/>
                </a:lnTo>
                <a:lnTo>
                  <a:pt x="21182" y="0"/>
                </a:lnTo>
                <a:moveTo>
                  <a:pt x="21447" y="0"/>
                </a:moveTo>
                <a:lnTo>
                  <a:pt x="21605" y="0"/>
                </a:lnTo>
                <a:lnTo>
                  <a:pt x="21605" y="116"/>
                </a:lnTo>
                <a:lnTo>
                  <a:pt x="21447" y="116"/>
                </a:lnTo>
                <a:lnTo>
                  <a:pt x="21447" y="0"/>
                </a:lnTo>
                <a:moveTo>
                  <a:pt x="21711" y="0"/>
                </a:moveTo>
                <a:lnTo>
                  <a:pt x="21870" y="0"/>
                </a:lnTo>
                <a:lnTo>
                  <a:pt x="21870" y="116"/>
                </a:lnTo>
                <a:lnTo>
                  <a:pt x="21711" y="116"/>
                </a:lnTo>
                <a:lnTo>
                  <a:pt x="21711" y="0"/>
                </a:lnTo>
                <a:moveTo>
                  <a:pt x="21975" y="0"/>
                </a:moveTo>
                <a:lnTo>
                  <a:pt x="22134" y="0"/>
                </a:lnTo>
                <a:lnTo>
                  <a:pt x="22134" y="116"/>
                </a:lnTo>
                <a:lnTo>
                  <a:pt x="21975" y="116"/>
                </a:lnTo>
                <a:lnTo>
                  <a:pt x="21975" y="0"/>
                </a:lnTo>
                <a:moveTo>
                  <a:pt x="22240" y="0"/>
                </a:moveTo>
                <a:lnTo>
                  <a:pt x="22399" y="0"/>
                </a:lnTo>
                <a:lnTo>
                  <a:pt x="22399" y="116"/>
                </a:lnTo>
                <a:lnTo>
                  <a:pt x="22240" y="116"/>
                </a:lnTo>
                <a:lnTo>
                  <a:pt x="22240" y="0"/>
                </a:lnTo>
                <a:moveTo>
                  <a:pt x="22504" y="0"/>
                </a:moveTo>
                <a:lnTo>
                  <a:pt x="22663" y="0"/>
                </a:lnTo>
                <a:lnTo>
                  <a:pt x="22663" y="116"/>
                </a:lnTo>
                <a:lnTo>
                  <a:pt x="22504" y="116"/>
                </a:lnTo>
                <a:lnTo>
                  <a:pt x="22504" y="0"/>
                </a:lnTo>
                <a:moveTo>
                  <a:pt x="22769" y="0"/>
                </a:moveTo>
                <a:lnTo>
                  <a:pt x="22927" y="0"/>
                </a:lnTo>
                <a:lnTo>
                  <a:pt x="22927" y="116"/>
                </a:lnTo>
                <a:lnTo>
                  <a:pt x="22769" y="116"/>
                </a:lnTo>
                <a:lnTo>
                  <a:pt x="22769" y="0"/>
                </a:lnTo>
                <a:moveTo>
                  <a:pt x="23033" y="0"/>
                </a:moveTo>
                <a:lnTo>
                  <a:pt x="23192" y="0"/>
                </a:lnTo>
                <a:lnTo>
                  <a:pt x="23192" y="116"/>
                </a:lnTo>
                <a:lnTo>
                  <a:pt x="23033" y="116"/>
                </a:lnTo>
                <a:lnTo>
                  <a:pt x="23033" y="0"/>
                </a:lnTo>
                <a:moveTo>
                  <a:pt x="23297" y="0"/>
                </a:moveTo>
                <a:lnTo>
                  <a:pt x="23456" y="0"/>
                </a:lnTo>
                <a:lnTo>
                  <a:pt x="23456" y="116"/>
                </a:lnTo>
                <a:lnTo>
                  <a:pt x="23297" y="116"/>
                </a:lnTo>
                <a:lnTo>
                  <a:pt x="23297" y="0"/>
                </a:lnTo>
                <a:moveTo>
                  <a:pt x="23562" y="0"/>
                </a:moveTo>
                <a:lnTo>
                  <a:pt x="23720" y="0"/>
                </a:lnTo>
                <a:lnTo>
                  <a:pt x="23720" y="116"/>
                </a:lnTo>
                <a:lnTo>
                  <a:pt x="23562" y="116"/>
                </a:lnTo>
                <a:lnTo>
                  <a:pt x="23562" y="0"/>
                </a:lnTo>
                <a:moveTo>
                  <a:pt x="23826" y="0"/>
                </a:moveTo>
                <a:lnTo>
                  <a:pt x="23985" y="0"/>
                </a:lnTo>
                <a:lnTo>
                  <a:pt x="23985" y="116"/>
                </a:lnTo>
                <a:lnTo>
                  <a:pt x="23826" y="116"/>
                </a:lnTo>
                <a:lnTo>
                  <a:pt x="23826" y="0"/>
                </a:lnTo>
                <a:moveTo>
                  <a:pt x="24090" y="0"/>
                </a:moveTo>
                <a:lnTo>
                  <a:pt x="24249" y="0"/>
                </a:lnTo>
                <a:lnTo>
                  <a:pt x="24249" y="116"/>
                </a:lnTo>
                <a:lnTo>
                  <a:pt x="24090" y="116"/>
                </a:lnTo>
                <a:lnTo>
                  <a:pt x="24090" y="0"/>
                </a:lnTo>
                <a:moveTo>
                  <a:pt x="24355" y="0"/>
                </a:moveTo>
                <a:lnTo>
                  <a:pt x="24514" y="0"/>
                </a:lnTo>
                <a:lnTo>
                  <a:pt x="24514" y="116"/>
                </a:lnTo>
                <a:lnTo>
                  <a:pt x="24355" y="116"/>
                </a:lnTo>
                <a:lnTo>
                  <a:pt x="24355" y="0"/>
                </a:lnTo>
                <a:moveTo>
                  <a:pt x="24619" y="0"/>
                </a:moveTo>
                <a:lnTo>
                  <a:pt x="24778" y="0"/>
                </a:lnTo>
                <a:lnTo>
                  <a:pt x="24778" y="116"/>
                </a:lnTo>
                <a:lnTo>
                  <a:pt x="24619" y="116"/>
                </a:lnTo>
                <a:lnTo>
                  <a:pt x="24619" y="0"/>
                </a:lnTo>
                <a:moveTo>
                  <a:pt x="24883" y="0"/>
                </a:moveTo>
                <a:lnTo>
                  <a:pt x="25042" y="0"/>
                </a:lnTo>
                <a:lnTo>
                  <a:pt x="25042" y="116"/>
                </a:lnTo>
                <a:lnTo>
                  <a:pt x="24883" y="116"/>
                </a:lnTo>
                <a:lnTo>
                  <a:pt x="24883" y="0"/>
                </a:lnTo>
                <a:moveTo>
                  <a:pt x="25148" y="0"/>
                </a:moveTo>
                <a:lnTo>
                  <a:pt x="25307" y="0"/>
                </a:lnTo>
                <a:lnTo>
                  <a:pt x="25307" y="116"/>
                </a:lnTo>
                <a:lnTo>
                  <a:pt x="25148" y="116"/>
                </a:lnTo>
                <a:lnTo>
                  <a:pt x="25148" y="0"/>
                </a:lnTo>
                <a:moveTo>
                  <a:pt x="25412" y="0"/>
                </a:moveTo>
                <a:lnTo>
                  <a:pt x="25571" y="0"/>
                </a:lnTo>
                <a:lnTo>
                  <a:pt x="25571" y="116"/>
                </a:lnTo>
                <a:lnTo>
                  <a:pt x="25412" y="116"/>
                </a:lnTo>
                <a:lnTo>
                  <a:pt x="25412" y="0"/>
                </a:lnTo>
                <a:moveTo>
                  <a:pt x="25677" y="0"/>
                </a:moveTo>
                <a:lnTo>
                  <a:pt x="25835" y="0"/>
                </a:lnTo>
                <a:lnTo>
                  <a:pt x="25835" y="116"/>
                </a:lnTo>
                <a:lnTo>
                  <a:pt x="25677" y="116"/>
                </a:lnTo>
                <a:lnTo>
                  <a:pt x="25677" y="0"/>
                </a:lnTo>
                <a:moveTo>
                  <a:pt x="25941" y="0"/>
                </a:moveTo>
                <a:lnTo>
                  <a:pt x="26100" y="0"/>
                </a:lnTo>
                <a:lnTo>
                  <a:pt x="26100" y="116"/>
                </a:lnTo>
                <a:lnTo>
                  <a:pt x="25941" y="116"/>
                </a:lnTo>
                <a:lnTo>
                  <a:pt x="25941" y="0"/>
                </a:lnTo>
                <a:moveTo>
                  <a:pt x="26205" y="0"/>
                </a:moveTo>
                <a:lnTo>
                  <a:pt x="26364" y="0"/>
                </a:lnTo>
                <a:lnTo>
                  <a:pt x="26364" y="116"/>
                </a:lnTo>
                <a:lnTo>
                  <a:pt x="26205" y="116"/>
                </a:lnTo>
                <a:lnTo>
                  <a:pt x="26205" y="0"/>
                </a:lnTo>
                <a:moveTo>
                  <a:pt x="26470" y="0"/>
                </a:moveTo>
                <a:lnTo>
                  <a:pt x="26628" y="0"/>
                </a:lnTo>
                <a:lnTo>
                  <a:pt x="26628" y="116"/>
                </a:lnTo>
                <a:lnTo>
                  <a:pt x="26470" y="116"/>
                </a:lnTo>
                <a:lnTo>
                  <a:pt x="26470" y="0"/>
                </a:lnTo>
                <a:moveTo>
                  <a:pt x="26734" y="0"/>
                </a:moveTo>
                <a:lnTo>
                  <a:pt x="26893" y="0"/>
                </a:lnTo>
                <a:lnTo>
                  <a:pt x="26893" y="116"/>
                </a:lnTo>
                <a:lnTo>
                  <a:pt x="26734" y="116"/>
                </a:lnTo>
                <a:lnTo>
                  <a:pt x="26734" y="0"/>
                </a:lnTo>
                <a:moveTo>
                  <a:pt x="26998" y="0"/>
                </a:moveTo>
                <a:lnTo>
                  <a:pt x="27157" y="0"/>
                </a:lnTo>
                <a:lnTo>
                  <a:pt x="27157" y="116"/>
                </a:lnTo>
                <a:lnTo>
                  <a:pt x="26998" y="116"/>
                </a:lnTo>
                <a:lnTo>
                  <a:pt x="26998" y="0"/>
                </a:lnTo>
                <a:moveTo>
                  <a:pt x="27263" y="0"/>
                </a:moveTo>
                <a:lnTo>
                  <a:pt x="27422" y="0"/>
                </a:lnTo>
                <a:lnTo>
                  <a:pt x="27422" y="116"/>
                </a:lnTo>
                <a:lnTo>
                  <a:pt x="27263" y="116"/>
                </a:lnTo>
                <a:lnTo>
                  <a:pt x="27263" y="0"/>
                </a:lnTo>
                <a:moveTo>
                  <a:pt x="27527" y="0"/>
                </a:moveTo>
                <a:lnTo>
                  <a:pt x="27686" y="0"/>
                </a:lnTo>
                <a:lnTo>
                  <a:pt x="27686" y="116"/>
                </a:lnTo>
                <a:lnTo>
                  <a:pt x="27527" y="116"/>
                </a:lnTo>
                <a:lnTo>
                  <a:pt x="27527" y="0"/>
                </a:lnTo>
                <a:moveTo>
                  <a:pt x="27792" y="0"/>
                </a:moveTo>
                <a:lnTo>
                  <a:pt x="27950" y="0"/>
                </a:lnTo>
                <a:lnTo>
                  <a:pt x="27950" y="116"/>
                </a:lnTo>
                <a:lnTo>
                  <a:pt x="27792" y="116"/>
                </a:lnTo>
                <a:lnTo>
                  <a:pt x="27792" y="0"/>
                </a:lnTo>
                <a:moveTo>
                  <a:pt x="28056" y="0"/>
                </a:moveTo>
                <a:lnTo>
                  <a:pt x="28215" y="0"/>
                </a:lnTo>
                <a:lnTo>
                  <a:pt x="28215" y="116"/>
                </a:lnTo>
                <a:lnTo>
                  <a:pt x="28056" y="116"/>
                </a:lnTo>
                <a:lnTo>
                  <a:pt x="28056" y="0"/>
                </a:lnTo>
                <a:moveTo>
                  <a:pt x="28320" y="0"/>
                </a:moveTo>
                <a:lnTo>
                  <a:pt x="28479" y="0"/>
                </a:lnTo>
                <a:lnTo>
                  <a:pt x="28479" y="116"/>
                </a:lnTo>
                <a:lnTo>
                  <a:pt x="28320" y="116"/>
                </a:lnTo>
                <a:lnTo>
                  <a:pt x="28320" y="0"/>
                </a:lnTo>
                <a:moveTo>
                  <a:pt x="28585" y="0"/>
                </a:moveTo>
                <a:lnTo>
                  <a:pt x="28743" y="0"/>
                </a:lnTo>
                <a:lnTo>
                  <a:pt x="28743" y="116"/>
                </a:lnTo>
                <a:lnTo>
                  <a:pt x="28585" y="116"/>
                </a:lnTo>
                <a:lnTo>
                  <a:pt x="28585" y="0"/>
                </a:lnTo>
                <a:moveTo>
                  <a:pt x="28849" y="0"/>
                </a:moveTo>
                <a:lnTo>
                  <a:pt x="29008" y="0"/>
                </a:lnTo>
                <a:lnTo>
                  <a:pt x="29008" y="116"/>
                </a:lnTo>
                <a:lnTo>
                  <a:pt x="28849" y="116"/>
                </a:lnTo>
                <a:lnTo>
                  <a:pt x="28849" y="0"/>
                </a:lnTo>
                <a:moveTo>
                  <a:pt x="29113" y="0"/>
                </a:moveTo>
                <a:lnTo>
                  <a:pt x="29272" y="0"/>
                </a:lnTo>
                <a:lnTo>
                  <a:pt x="29272" y="116"/>
                </a:lnTo>
                <a:lnTo>
                  <a:pt x="29113" y="116"/>
                </a:lnTo>
                <a:lnTo>
                  <a:pt x="29113" y="0"/>
                </a:lnTo>
                <a:moveTo>
                  <a:pt x="29378" y="0"/>
                </a:moveTo>
                <a:lnTo>
                  <a:pt x="29537" y="0"/>
                </a:lnTo>
                <a:lnTo>
                  <a:pt x="29537" y="116"/>
                </a:lnTo>
                <a:lnTo>
                  <a:pt x="29378" y="116"/>
                </a:lnTo>
                <a:lnTo>
                  <a:pt x="29378" y="0"/>
                </a:lnTo>
                <a:moveTo>
                  <a:pt x="29642" y="0"/>
                </a:moveTo>
                <a:lnTo>
                  <a:pt x="29801" y="0"/>
                </a:lnTo>
                <a:lnTo>
                  <a:pt x="29801" y="116"/>
                </a:lnTo>
                <a:lnTo>
                  <a:pt x="29642" y="116"/>
                </a:lnTo>
                <a:lnTo>
                  <a:pt x="29642" y="0"/>
                </a:lnTo>
                <a:moveTo>
                  <a:pt x="29907" y="0"/>
                </a:moveTo>
                <a:lnTo>
                  <a:pt x="29930" y="0"/>
                </a:lnTo>
                <a:cubicBezTo>
                  <a:pt x="29988" y="0"/>
                  <a:pt x="30041" y="16"/>
                  <a:pt x="30090" y="46"/>
                </a:cubicBezTo>
                <a:lnTo>
                  <a:pt x="30027" y="145"/>
                </a:lnTo>
                <a:cubicBezTo>
                  <a:pt x="29998" y="126"/>
                  <a:pt x="29965" y="116"/>
                  <a:pt x="29930" y="116"/>
                </a:cubicBezTo>
                <a:lnTo>
                  <a:pt x="29907" y="116"/>
                </a:lnTo>
                <a:lnTo>
                  <a:pt x="29907" y="0"/>
                </a:lnTo>
                <a:moveTo>
                  <a:pt x="30183" y="141"/>
                </a:moveTo>
                <a:cubicBezTo>
                  <a:pt x="30212" y="189"/>
                  <a:pt x="30227" y="240"/>
                  <a:pt x="30227" y="296"/>
                </a:cubicBezTo>
                <a:lnTo>
                  <a:pt x="30227" y="324"/>
                </a:lnTo>
                <a:lnTo>
                  <a:pt x="30110" y="324"/>
                </a:lnTo>
                <a:lnTo>
                  <a:pt x="30110" y="296"/>
                </a:lnTo>
                <a:cubicBezTo>
                  <a:pt x="30110" y="262"/>
                  <a:pt x="30101" y="231"/>
                  <a:pt x="30084" y="202"/>
                </a:cubicBezTo>
                <a:lnTo>
                  <a:pt x="30183" y="141"/>
                </a:lnTo>
                <a:moveTo>
                  <a:pt x="30227" y="429"/>
                </a:moveTo>
                <a:lnTo>
                  <a:pt x="30227" y="588"/>
                </a:lnTo>
                <a:lnTo>
                  <a:pt x="30110" y="588"/>
                </a:lnTo>
                <a:lnTo>
                  <a:pt x="30110" y="429"/>
                </a:lnTo>
                <a:lnTo>
                  <a:pt x="30227" y="429"/>
                </a:lnTo>
                <a:moveTo>
                  <a:pt x="30227" y="694"/>
                </a:moveTo>
                <a:lnTo>
                  <a:pt x="30227" y="854"/>
                </a:lnTo>
                <a:lnTo>
                  <a:pt x="30110" y="854"/>
                </a:lnTo>
                <a:lnTo>
                  <a:pt x="30110" y="694"/>
                </a:lnTo>
                <a:lnTo>
                  <a:pt x="30227" y="694"/>
                </a:lnTo>
                <a:moveTo>
                  <a:pt x="30227" y="959"/>
                </a:moveTo>
                <a:lnTo>
                  <a:pt x="30227" y="1118"/>
                </a:lnTo>
                <a:lnTo>
                  <a:pt x="30110" y="1118"/>
                </a:lnTo>
                <a:lnTo>
                  <a:pt x="30110" y="959"/>
                </a:lnTo>
                <a:lnTo>
                  <a:pt x="30227" y="959"/>
                </a:lnTo>
                <a:moveTo>
                  <a:pt x="30227" y="1224"/>
                </a:moveTo>
                <a:lnTo>
                  <a:pt x="30227" y="1382"/>
                </a:lnTo>
                <a:lnTo>
                  <a:pt x="30110" y="1382"/>
                </a:lnTo>
                <a:lnTo>
                  <a:pt x="30110" y="1224"/>
                </a:lnTo>
                <a:lnTo>
                  <a:pt x="30227" y="1224"/>
                </a:lnTo>
                <a:moveTo>
                  <a:pt x="30227" y="1488"/>
                </a:moveTo>
                <a:lnTo>
                  <a:pt x="30227" y="1647"/>
                </a:lnTo>
                <a:lnTo>
                  <a:pt x="30110" y="1647"/>
                </a:lnTo>
                <a:lnTo>
                  <a:pt x="30110" y="1488"/>
                </a:lnTo>
                <a:lnTo>
                  <a:pt x="30227" y="1488"/>
                </a:lnTo>
                <a:moveTo>
                  <a:pt x="30227" y="1752"/>
                </a:moveTo>
                <a:lnTo>
                  <a:pt x="30227" y="1911"/>
                </a:lnTo>
                <a:lnTo>
                  <a:pt x="30110" y="1911"/>
                </a:lnTo>
                <a:lnTo>
                  <a:pt x="30110" y="1752"/>
                </a:lnTo>
                <a:lnTo>
                  <a:pt x="30227" y="1752"/>
                </a:lnTo>
                <a:moveTo>
                  <a:pt x="30227" y="2017"/>
                </a:moveTo>
                <a:lnTo>
                  <a:pt x="30227" y="2175"/>
                </a:lnTo>
                <a:lnTo>
                  <a:pt x="30110" y="2175"/>
                </a:lnTo>
                <a:lnTo>
                  <a:pt x="30110" y="2017"/>
                </a:lnTo>
                <a:lnTo>
                  <a:pt x="30227" y="2017"/>
                </a:lnTo>
                <a:moveTo>
                  <a:pt x="30227" y="2281"/>
                </a:moveTo>
                <a:lnTo>
                  <a:pt x="30227" y="2440"/>
                </a:lnTo>
                <a:lnTo>
                  <a:pt x="30110" y="2440"/>
                </a:lnTo>
                <a:lnTo>
                  <a:pt x="30110" y="2281"/>
                </a:lnTo>
                <a:lnTo>
                  <a:pt x="30227" y="2281"/>
                </a:lnTo>
                <a:moveTo>
                  <a:pt x="30227" y="2545"/>
                </a:moveTo>
                <a:lnTo>
                  <a:pt x="30227" y="2573"/>
                </a:lnTo>
                <a:cubicBezTo>
                  <a:pt x="30227" y="2629"/>
                  <a:pt x="30212" y="2681"/>
                  <a:pt x="30183" y="2728"/>
                </a:cubicBezTo>
                <a:lnTo>
                  <a:pt x="30084" y="2667"/>
                </a:lnTo>
                <a:cubicBezTo>
                  <a:pt x="30101" y="2638"/>
                  <a:pt x="30110" y="2607"/>
                  <a:pt x="30110" y="2573"/>
                </a:cubicBezTo>
                <a:lnTo>
                  <a:pt x="30110" y="2545"/>
                </a:lnTo>
                <a:lnTo>
                  <a:pt x="30227" y="2545"/>
                </a:lnTo>
                <a:moveTo>
                  <a:pt x="30090" y="2823"/>
                </a:moveTo>
                <a:cubicBezTo>
                  <a:pt x="30041" y="2854"/>
                  <a:pt x="29988" y="2869"/>
                  <a:pt x="29930" y="2869"/>
                </a:cubicBezTo>
                <a:lnTo>
                  <a:pt x="29906" y="2869"/>
                </a:lnTo>
                <a:lnTo>
                  <a:pt x="29906" y="2753"/>
                </a:lnTo>
                <a:lnTo>
                  <a:pt x="29930" y="2753"/>
                </a:lnTo>
                <a:cubicBezTo>
                  <a:pt x="29965" y="2753"/>
                  <a:pt x="29998" y="2743"/>
                  <a:pt x="30027" y="2725"/>
                </a:cubicBezTo>
                <a:lnTo>
                  <a:pt x="30090" y="2823"/>
                </a:lnTo>
                <a:moveTo>
                  <a:pt x="29801" y="2869"/>
                </a:moveTo>
                <a:lnTo>
                  <a:pt x="29642" y="2869"/>
                </a:lnTo>
                <a:lnTo>
                  <a:pt x="29642" y="2753"/>
                </a:lnTo>
                <a:lnTo>
                  <a:pt x="29801" y="2753"/>
                </a:lnTo>
                <a:lnTo>
                  <a:pt x="29801" y="2869"/>
                </a:lnTo>
                <a:moveTo>
                  <a:pt x="29536" y="2869"/>
                </a:moveTo>
                <a:lnTo>
                  <a:pt x="29378" y="2869"/>
                </a:lnTo>
                <a:lnTo>
                  <a:pt x="29378" y="2753"/>
                </a:lnTo>
                <a:lnTo>
                  <a:pt x="29536" y="2753"/>
                </a:lnTo>
                <a:lnTo>
                  <a:pt x="29536" y="2869"/>
                </a:lnTo>
                <a:moveTo>
                  <a:pt x="29272" y="2869"/>
                </a:moveTo>
                <a:lnTo>
                  <a:pt x="29113" y="2869"/>
                </a:lnTo>
                <a:lnTo>
                  <a:pt x="29113" y="2753"/>
                </a:lnTo>
                <a:lnTo>
                  <a:pt x="29272" y="2753"/>
                </a:lnTo>
                <a:lnTo>
                  <a:pt x="29272" y="2869"/>
                </a:lnTo>
                <a:moveTo>
                  <a:pt x="29008" y="2869"/>
                </a:moveTo>
                <a:lnTo>
                  <a:pt x="28849" y="2869"/>
                </a:lnTo>
                <a:lnTo>
                  <a:pt x="28849" y="2753"/>
                </a:lnTo>
                <a:lnTo>
                  <a:pt x="29008" y="2753"/>
                </a:lnTo>
                <a:lnTo>
                  <a:pt x="29008" y="2869"/>
                </a:lnTo>
                <a:moveTo>
                  <a:pt x="28743" y="2869"/>
                </a:moveTo>
                <a:lnTo>
                  <a:pt x="28585" y="2869"/>
                </a:lnTo>
                <a:lnTo>
                  <a:pt x="28585" y="2753"/>
                </a:lnTo>
                <a:lnTo>
                  <a:pt x="28743" y="2753"/>
                </a:lnTo>
                <a:lnTo>
                  <a:pt x="28743" y="2869"/>
                </a:lnTo>
                <a:moveTo>
                  <a:pt x="28479" y="2869"/>
                </a:moveTo>
                <a:lnTo>
                  <a:pt x="28320" y="2869"/>
                </a:lnTo>
                <a:lnTo>
                  <a:pt x="28320" y="2753"/>
                </a:lnTo>
                <a:lnTo>
                  <a:pt x="28479" y="2753"/>
                </a:lnTo>
                <a:lnTo>
                  <a:pt x="28479" y="2869"/>
                </a:lnTo>
                <a:moveTo>
                  <a:pt x="28215" y="2869"/>
                </a:moveTo>
                <a:lnTo>
                  <a:pt x="28056" y="2869"/>
                </a:lnTo>
                <a:lnTo>
                  <a:pt x="28056" y="2753"/>
                </a:lnTo>
                <a:lnTo>
                  <a:pt x="28215" y="2753"/>
                </a:lnTo>
                <a:lnTo>
                  <a:pt x="28215" y="2869"/>
                </a:lnTo>
                <a:moveTo>
                  <a:pt x="27950" y="2869"/>
                </a:moveTo>
                <a:lnTo>
                  <a:pt x="27791" y="2869"/>
                </a:lnTo>
                <a:lnTo>
                  <a:pt x="27791" y="2753"/>
                </a:lnTo>
                <a:lnTo>
                  <a:pt x="27950" y="2753"/>
                </a:lnTo>
                <a:lnTo>
                  <a:pt x="27950" y="2869"/>
                </a:lnTo>
                <a:moveTo>
                  <a:pt x="27686" y="2869"/>
                </a:moveTo>
                <a:lnTo>
                  <a:pt x="27527" y="2869"/>
                </a:lnTo>
                <a:lnTo>
                  <a:pt x="27527" y="2753"/>
                </a:lnTo>
                <a:lnTo>
                  <a:pt x="27686" y="2753"/>
                </a:lnTo>
                <a:lnTo>
                  <a:pt x="27686" y="2869"/>
                </a:lnTo>
                <a:moveTo>
                  <a:pt x="27421" y="2869"/>
                </a:moveTo>
                <a:lnTo>
                  <a:pt x="27263" y="2869"/>
                </a:lnTo>
                <a:lnTo>
                  <a:pt x="27263" y="2753"/>
                </a:lnTo>
                <a:lnTo>
                  <a:pt x="27421" y="2753"/>
                </a:lnTo>
                <a:lnTo>
                  <a:pt x="27421" y="2869"/>
                </a:lnTo>
                <a:moveTo>
                  <a:pt x="27157" y="2869"/>
                </a:moveTo>
                <a:lnTo>
                  <a:pt x="26998" y="2869"/>
                </a:lnTo>
                <a:lnTo>
                  <a:pt x="26998" y="2753"/>
                </a:lnTo>
                <a:lnTo>
                  <a:pt x="27157" y="2753"/>
                </a:lnTo>
                <a:lnTo>
                  <a:pt x="27157" y="2869"/>
                </a:lnTo>
                <a:moveTo>
                  <a:pt x="26893" y="2869"/>
                </a:moveTo>
                <a:lnTo>
                  <a:pt x="26734" y="2869"/>
                </a:lnTo>
                <a:lnTo>
                  <a:pt x="26734" y="2753"/>
                </a:lnTo>
                <a:lnTo>
                  <a:pt x="26893" y="2753"/>
                </a:lnTo>
                <a:lnTo>
                  <a:pt x="26893" y="2869"/>
                </a:lnTo>
                <a:moveTo>
                  <a:pt x="26628" y="2869"/>
                </a:moveTo>
                <a:lnTo>
                  <a:pt x="26470" y="2869"/>
                </a:lnTo>
                <a:lnTo>
                  <a:pt x="26470" y="2753"/>
                </a:lnTo>
                <a:lnTo>
                  <a:pt x="26628" y="2753"/>
                </a:lnTo>
                <a:lnTo>
                  <a:pt x="26628" y="2869"/>
                </a:lnTo>
                <a:moveTo>
                  <a:pt x="26364" y="2869"/>
                </a:moveTo>
                <a:lnTo>
                  <a:pt x="26205" y="2869"/>
                </a:lnTo>
                <a:lnTo>
                  <a:pt x="26205" y="2753"/>
                </a:lnTo>
                <a:lnTo>
                  <a:pt x="26364" y="2753"/>
                </a:lnTo>
                <a:lnTo>
                  <a:pt x="26364" y="2869"/>
                </a:lnTo>
                <a:moveTo>
                  <a:pt x="26100" y="2869"/>
                </a:moveTo>
                <a:lnTo>
                  <a:pt x="25941" y="2869"/>
                </a:lnTo>
                <a:lnTo>
                  <a:pt x="25941" y="2753"/>
                </a:lnTo>
                <a:lnTo>
                  <a:pt x="26100" y="2753"/>
                </a:lnTo>
                <a:lnTo>
                  <a:pt x="26100" y="2869"/>
                </a:lnTo>
                <a:moveTo>
                  <a:pt x="25835" y="2869"/>
                </a:moveTo>
                <a:lnTo>
                  <a:pt x="25676" y="2869"/>
                </a:lnTo>
                <a:lnTo>
                  <a:pt x="25676" y="2753"/>
                </a:lnTo>
                <a:lnTo>
                  <a:pt x="25835" y="2753"/>
                </a:lnTo>
                <a:lnTo>
                  <a:pt x="25835" y="2869"/>
                </a:lnTo>
                <a:moveTo>
                  <a:pt x="25571" y="2869"/>
                </a:moveTo>
                <a:lnTo>
                  <a:pt x="25412" y="2869"/>
                </a:lnTo>
                <a:lnTo>
                  <a:pt x="25412" y="2753"/>
                </a:lnTo>
                <a:lnTo>
                  <a:pt x="25571" y="2753"/>
                </a:lnTo>
                <a:lnTo>
                  <a:pt x="25571" y="2869"/>
                </a:lnTo>
                <a:moveTo>
                  <a:pt x="25306" y="2869"/>
                </a:moveTo>
                <a:lnTo>
                  <a:pt x="25148" y="2869"/>
                </a:lnTo>
                <a:lnTo>
                  <a:pt x="25148" y="2753"/>
                </a:lnTo>
                <a:lnTo>
                  <a:pt x="25306" y="2753"/>
                </a:lnTo>
                <a:lnTo>
                  <a:pt x="25306" y="2869"/>
                </a:lnTo>
                <a:moveTo>
                  <a:pt x="25042" y="2869"/>
                </a:moveTo>
                <a:lnTo>
                  <a:pt x="24883" y="2869"/>
                </a:lnTo>
                <a:lnTo>
                  <a:pt x="24883" y="2753"/>
                </a:lnTo>
                <a:lnTo>
                  <a:pt x="25042" y="2753"/>
                </a:lnTo>
                <a:lnTo>
                  <a:pt x="25042" y="2869"/>
                </a:lnTo>
                <a:moveTo>
                  <a:pt x="24778" y="2869"/>
                </a:moveTo>
                <a:lnTo>
                  <a:pt x="24619" y="2869"/>
                </a:lnTo>
                <a:lnTo>
                  <a:pt x="24619" y="2753"/>
                </a:lnTo>
                <a:lnTo>
                  <a:pt x="24778" y="2753"/>
                </a:lnTo>
                <a:lnTo>
                  <a:pt x="24778" y="2869"/>
                </a:lnTo>
                <a:moveTo>
                  <a:pt x="24513" y="2869"/>
                </a:moveTo>
                <a:lnTo>
                  <a:pt x="24355" y="2869"/>
                </a:lnTo>
                <a:lnTo>
                  <a:pt x="24355" y="2753"/>
                </a:lnTo>
                <a:lnTo>
                  <a:pt x="24513" y="2753"/>
                </a:lnTo>
                <a:lnTo>
                  <a:pt x="24513" y="2869"/>
                </a:lnTo>
                <a:moveTo>
                  <a:pt x="24249" y="2869"/>
                </a:moveTo>
                <a:lnTo>
                  <a:pt x="24090" y="2869"/>
                </a:lnTo>
                <a:lnTo>
                  <a:pt x="24090" y="2753"/>
                </a:lnTo>
                <a:lnTo>
                  <a:pt x="24249" y="2753"/>
                </a:lnTo>
                <a:lnTo>
                  <a:pt x="24249" y="2869"/>
                </a:lnTo>
                <a:moveTo>
                  <a:pt x="23985" y="2869"/>
                </a:moveTo>
                <a:lnTo>
                  <a:pt x="23826" y="2869"/>
                </a:lnTo>
                <a:lnTo>
                  <a:pt x="23826" y="2753"/>
                </a:lnTo>
                <a:lnTo>
                  <a:pt x="23985" y="2753"/>
                </a:lnTo>
                <a:lnTo>
                  <a:pt x="23985" y="2869"/>
                </a:lnTo>
                <a:moveTo>
                  <a:pt x="23720" y="2869"/>
                </a:moveTo>
                <a:lnTo>
                  <a:pt x="23562" y="2869"/>
                </a:lnTo>
                <a:lnTo>
                  <a:pt x="23562" y="2753"/>
                </a:lnTo>
                <a:lnTo>
                  <a:pt x="23720" y="2753"/>
                </a:lnTo>
                <a:lnTo>
                  <a:pt x="23720" y="2869"/>
                </a:lnTo>
                <a:moveTo>
                  <a:pt x="23456" y="2869"/>
                </a:moveTo>
                <a:lnTo>
                  <a:pt x="23297" y="2869"/>
                </a:lnTo>
                <a:lnTo>
                  <a:pt x="23297" y="2753"/>
                </a:lnTo>
                <a:lnTo>
                  <a:pt x="23456" y="2753"/>
                </a:lnTo>
                <a:lnTo>
                  <a:pt x="23456" y="2869"/>
                </a:lnTo>
                <a:moveTo>
                  <a:pt x="23192" y="2869"/>
                </a:moveTo>
                <a:lnTo>
                  <a:pt x="23033" y="2869"/>
                </a:lnTo>
                <a:lnTo>
                  <a:pt x="23033" y="2753"/>
                </a:lnTo>
                <a:lnTo>
                  <a:pt x="23192" y="2753"/>
                </a:lnTo>
                <a:lnTo>
                  <a:pt x="23192" y="2869"/>
                </a:lnTo>
                <a:moveTo>
                  <a:pt x="22927" y="2869"/>
                </a:moveTo>
                <a:lnTo>
                  <a:pt x="22768" y="2869"/>
                </a:lnTo>
                <a:lnTo>
                  <a:pt x="22768" y="2753"/>
                </a:lnTo>
                <a:lnTo>
                  <a:pt x="22927" y="2753"/>
                </a:lnTo>
                <a:lnTo>
                  <a:pt x="22927" y="2869"/>
                </a:lnTo>
                <a:moveTo>
                  <a:pt x="22663" y="2869"/>
                </a:moveTo>
                <a:lnTo>
                  <a:pt x="22504" y="2869"/>
                </a:lnTo>
                <a:lnTo>
                  <a:pt x="22504" y="2753"/>
                </a:lnTo>
                <a:lnTo>
                  <a:pt x="22663" y="2753"/>
                </a:lnTo>
                <a:lnTo>
                  <a:pt x="22663" y="2869"/>
                </a:lnTo>
                <a:moveTo>
                  <a:pt x="22398" y="2869"/>
                </a:moveTo>
                <a:lnTo>
                  <a:pt x="22240" y="2869"/>
                </a:lnTo>
                <a:lnTo>
                  <a:pt x="22240" y="2753"/>
                </a:lnTo>
                <a:lnTo>
                  <a:pt x="22398" y="2753"/>
                </a:lnTo>
                <a:lnTo>
                  <a:pt x="22398" y="2869"/>
                </a:lnTo>
                <a:moveTo>
                  <a:pt x="22134" y="2869"/>
                </a:moveTo>
                <a:lnTo>
                  <a:pt x="21975" y="2869"/>
                </a:lnTo>
                <a:lnTo>
                  <a:pt x="21975" y="2753"/>
                </a:lnTo>
                <a:lnTo>
                  <a:pt x="22134" y="2753"/>
                </a:lnTo>
                <a:lnTo>
                  <a:pt x="22134" y="2869"/>
                </a:lnTo>
                <a:moveTo>
                  <a:pt x="21870" y="2869"/>
                </a:moveTo>
                <a:lnTo>
                  <a:pt x="21711" y="2869"/>
                </a:lnTo>
                <a:lnTo>
                  <a:pt x="21711" y="2753"/>
                </a:lnTo>
                <a:lnTo>
                  <a:pt x="21870" y="2753"/>
                </a:lnTo>
                <a:lnTo>
                  <a:pt x="21870" y="2869"/>
                </a:lnTo>
                <a:moveTo>
                  <a:pt x="21605" y="2869"/>
                </a:moveTo>
                <a:lnTo>
                  <a:pt x="21447" y="2869"/>
                </a:lnTo>
                <a:lnTo>
                  <a:pt x="21447" y="2753"/>
                </a:lnTo>
                <a:lnTo>
                  <a:pt x="21605" y="2753"/>
                </a:lnTo>
                <a:lnTo>
                  <a:pt x="21605" y="2869"/>
                </a:lnTo>
                <a:moveTo>
                  <a:pt x="21341" y="2869"/>
                </a:moveTo>
                <a:lnTo>
                  <a:pt x="21182" y="2869"/>
                </a:lnTo>
                <a:lnTo>
                  <a:pt x="21182" y="2753"/>
                </a:lnTo>
                <a:lnTo>
                  <a:pt x="21341" y="2753"/>
                </a:lnTo>
                <a:lnTo>
                  <a:pt x="21341" y="2869"/>
                </a:lnTo>
                <a:moveTo>
                  <a:pt x="21077" y="2869"/>
                </a:moveTo>
                <a:lnTo>
                  <a:pt x="20918" y="2869"/>
                </a:lnTo>
                <a:lnTo>
                  <a:pt x="20918" y="2753"/>
                </a:lnTo>
                <a:lnTo>
                  <a:pt x="21077" y="2753"/>
                </a:lnTo>
                <a:lnTo>
                  <a:pt x="21077" y="2869"/>
                </a:lnTo>
                <a:moveTo>
                  <a:pt x="20812" y="2869"/>
                </a:moveTo>
                <a:lnTo>
                  <a:pt x="20653" y="2869"/>
                </a:lnTo>
                <a:lnTo>
                  <a:pt x="20653" y="2753"/>
                </a:lnTo>
                <a:lnTo>
                  <a:pt x="20812" y="2753"/>
                </a:lnTo>
                <a:lnTo>
                  <a:pt x="20812" y="2869"/>
                </a:lnTo>
                <a:moveTo>
                  <a:pt x="20548" y="2869"/>
                </a:moveTo>
                <a:lnTo>
                  <a:pt x="20389" y="2869"/>
                </a:lnTo>
                <a:lnTo>
                  <a:pt x="20389" y="2753"/>
                </a:lnTo>
                <a:lnTo>
                  <a:pt x="20548" y="2753"/>
                </a:lnTo>
                <a:lnTo>
                  <a:pt x="20548" y="2869"/>
                </a:lnTo>
                <a:moveTo>
                  <a:pt x="20283" y="2869"/>
                </a:moveTo>
                <a:lnTo>
                  <a:pt x="20125" y="2869"/>
                </a:lnTo>
                <a:lnTo>
                  <a:pt x="20125" y="2753"/>
                </a:lnTo>
                <a:lnTo>
                  <a:pt x="20283" y="2753"/>
                </a:lnTo>
                <a:lnTo>
                  <a:pt x="20283" y="2869"/>
                </a:lnTo>
                <a:moveTo>
                  <a:pt x="20019" y="2869"/>
                </a:moveTo>
                <a:lnTo>
                  <a:pt x="19860" y="2869"/>
                </a:lnTo>
                <a:lnTo>
                  <a:pt x="19860" y="2753"/>
                </a:lnTo>
                <a:lnTo>
                  <a:pt x="20019" y="2753"/>
                </a:lnTo>
                <a:lnTo>
                  <a:pt x="20019" y="2869"/>
                </a:lnTo>
                <a:moveTo>
                  <a:pt x="19755" y="2869"/>
                </a:moveTo>
                <a:lnTo>
                  <a:pt x="19596" y="2869"/>
                </a:lnTo>
                <a:lnTo>
                  <a:pt x="19596" y="2753"/>
                </a:lnTo>
                <a:lnTo>
                  <a:pt x="19755" y="2753"/>
                </a:lnTo>
                <a:lnTo>
                  <a:pt x="19755" y="2869"/>
                </a:lnTo>
                <a:moveTo>
                  <a:pt x="19490" y="2869"/>
                </a:moveTo>
                <a:lnTo>
                  <a:pt x="19332" y="2869"/>
                </a:lnTo>
                <a:lnTo>
                  <a:pt x="19332" y="2753"/>
                </a:lnTo>
                <a:lnTo>
                  <a:pt x="19490" y="2753"/>
                </a:lnTo>
                <a:lnTo>
                  <a:pt x="19490" y="2869"/>
                </a:lnTo>
                <a:moveTo>
                  <a:pt x="19226" y="2869"/>
                </a:moveTo>
                <a:lnTo>
                  <a:pt x="19067" y="2869"/>
                </a:lnTo>
                <a:lnTo>
                  <a:pt x="19067" y="2753"/>
                </a:lnTo>
                <a:lnTo>
                  <a:pt x="19226" y="2753"/>
                </a:lnTo>
                <a:lnTo>
                  <a:pt x="19226" y="2869"/>
                </a:lnTo>
                <a:moveTo>
                  <a:pt x="18962" y="2869"/>
                </a:moveTo>
                <a:lnTo>
                  <a:pt x="18803" y="2869"/>
                </a:lnTo>
                <a:lnTo>
                  <a:pt x="18803" y="2753"/>
                </a:lnTo>
                <a:lnTo>
                  <a:pt x="18962" y="2753"/>
                </a:lnTo>
                <a:lnTo>
                  <a:pt x="18962" y="2869"/>
                </a:lnTo>
                <a:moveTo>
                  <a:pt x="18697" y="2869"/>
                </a:moveTo>
                <a:lnTo>
                  <a:pt x="18538" y="2869"/>
                </a:lnTo>
                <a:lnTo>
                  <a:pt x="18538" y="2753"/>
                </a:lnTo>
                <a:lnTo>
                  <a:pt x="18697" y="2753"/>
                </a:lnTo>
                <a:lnTo>
                  <a:pt x="18697" y="2869"/>
                </a:lnTo>
                <a:moveTo>
                  <a:pt x="18433" y="2869"/>
                </a:moveTo>
                <a:lnTo>
                  <a:pt x="18274" y="2869"/>
                </a:lnTo>
                <a:lnTo>
                  <a:pt x="18274" y="2753"/>
                </a:lnTo>
                <a:lnTo>
                  <a:pt x="18433" y="2753"/>
                </a:lnTo>
                <a:lnTo>
                  <a:pt x="18433" y="2869"/>
                </a:lnTo>
                <a:moveTo>
                  <a:pt x="18169" y="2869"/>
                </a:moveTo>
                <a:lnTo>
                  <a:pt x="18010" y="2869"/>
                </a:lnTo>
                <a:lnTo>
                  <a:pt x="18010" y="2753"/>
                </a:lnTo>
                <a:lnTo>
                  <a:pt x="18169" y="2753"/>
                </a:lnTo>
                <a:lnTo>
                  <a:pt x="18169" y="2869"/>
                </a:lnTo>
                <a:moveTo>
                  <a:pt x="17904" y="2869"/>
                </a:moveTo>
                <a:lnTo>
                  <a:pt x="17745" y="2869"/>
                </a:lnTo>
                <a:lnTo>
                  <a:pt x="17745" y="2753"/>
                </a:lnTo>
                <a:lnTo>
                  <a:pt x="17904" y="2753"/>
                </a:lnTo>
                <a:lnTo>
                  <a:pt x="17904" y="2869"/>
                </a:lnTo>
                <a:moveTo>
                  <a:pt x="17640" y="2869"/>
                </a:moveTo>
                <a:lnTo>
                  <a:pt x="17481" y="2869"/>
                </a:lnTo>
                <a:lnTo>
                  <a:pt x="17481" y="2753"/>
                </a:lnTo>
                <a:lnTo>
                  <a:pt x="17640" y="2753"/>
                </a:lnTo>
                <a:lnTo>
                  <a:pt x="17640" y="2869"/>
                </a:lnTo>
                <a:moveTo>
                  <a:pt x="17375" y="2869"/>
                </a:moveTo>
                <a:lnTo>
                  <a:pt x="17217" y="2869"/>
                </a:lnTo>
                <a:lnTo>
                  <a:pt x="17217" y="2753"/>
                </a:lnTo>
                <a:lnTo>
                  <a:pt x="17375" y="2753"/>
                </a:lnTo>
                <a:lnTo>
                  <a:pt x="17375" y="2869"/>
                </a:lnTo>
                <a:moveTo>
                  <a:pt x="17111" y="2869"/>
                </a:moveTo>
                <a:lnTo>
                  <a:pt x="16952" y="2869"/>
                </a:lnTo>
                <a:lnTo>
                  <a:pt x="16952" y="2753"/>
                </a:lnTo>
                <a:lnTo>
                  <a:pt x="17111" y="2753"/>
                </a:lnTo>
                <a:lnTo>
                  <a:pt x="17111" y="2869"/>
                </a:lnTo>
                <a:moveTo>
                  <a:pt x="16847" y="2869"/>
                </a:moveTo>
                <a:lnTo>
                  <a:pt x="16688" y="2869"/>
                </a:lnTo>
                <a:lnTo>
                  <a:pt x="16688" y="2753"/>
                </a:lnTo>
                <a:lnTo>
                  <a:pt x="16847" y="2753"/>
                </a:lnTo>
                <a:lnTo>
                  <a:pt x="16847" y="2869"/>
                </a:lnTo>
                <a:moveTo>
                  <a:pt x="16582" y="2869"/>
                </a:moveTo>
                <a:lnTo>
                  <a:pt x="16424" y="2869"/>
                </a:lnTo>
                <a:lnTo>
                  <a:pt x="16424" y="2753"/>
                </a:lnTo>
                <a:lnTo>
                  <a:pt x="16582" y="2753"/>
                </a:lnTo>
                <a:lnTo>
                  <a:pt x="16582" y="2869"/>
                </a:lnTo>
                <a:moveTo>
                  <a:pt x="16318" y="2869"/>
                </a:moveTo>
                <a:lnTo>
                  <a:pt x="16159" y="2869"/>
                </a:lnTo>
                <a:lnTo>
                  <a:pt x="16159" y="2753"/>
                </a:lnTo>
                <a:lnTo>
                  <a:pt x="16318" y="2753"/>
                </a:lnTo>
                <a:lnTo>
                  <a:pt x="16318" y="2869"/>
                </a:lnTo>
                <a:moveTo>
                  <a:pt x="16054" y="2869"/>
                </a:moveTo>
                <a:lnTo>
                  <a:pt x="15895" y="2869"/>
                </a:lnTo>
                <a:lnTo>
                  <a:pt x="15895" y="2753"/>
                </a:lnTo>
                <a:lnTo>
                  <a:pt x="16054" y="2753"/>
                </a:lnTo>
                <a:lnTo>
                  <a:pt x="16054" y="2869"/>
                </a:lnTo>
                <a:moveTo>
                  <a:pt x="15789" y="2869"/>
                </a:moveTo>
                <a:lnTo>
                  <a:pt x="15630" y="2869"/>
                </a:lnTo>
                <a:lnTo>
                  <a:pt x="15630" y="2753"/>
                </a:lnTo>
                <a:lnTo>
                  <a:pt x="15789" y="2753"/>
                </a:lnTo>
                <a:lnTo>
                  <a:pt x="15789" y="2869"/>
                </a:lnTo>
                <a:moveTo>
                  <a:pt x="15525" y="2869"/>
                </a:moveTo>
                <a:lnTo>
                  <a:pt x="15366" y="2869"/>
                </a:lnTo>
                <a:lnTo>
                  <a:pt x="15366" y="2753"/>
                </a:lnTo>
                <a:lnTo>
                  <a:pt x="15525" y="2753"/>
                </a:lnTo>
                <a:lnTo>
                  <a:pt x="15525" y="2869"/>
                </a:lnTo>
                <a:moveTo>
                  <a:pt x="15260" y="2869"/>
                </a:moveTo>
                <a:lnTo>
                  <a:pt x="15102" y="2869"/>
                </a:lnTo>
                <a:lnTo>
                  <a:pt x="15102" y="2753"/>
                </a:lnTo>
                <a:lnTo>
                  <a:pt x="15260" y="2753"/>
                </a:lnTo>
                <a:lnTo>
                  <a:pt x="15260" y="2869"/>
                </a:lnTo>
                <a:moveTo>
                  <a:pt x="14996" y="2869"/>
                </a:moveTo>
                <a:lnTo>
                  <a:pt x="14837" y="2869"/>
                </a:lnTo>
                <a:lnTo>
                  <a:pt x="14837" y="2753"/>
                </a:lnTo>
                <a:lnTo>
                  <a:pt x="14996" y="2753"/>
                </a:lnTo>
                <a:lnTo>
                  <a:pt x="14996" y="2869"/>
                </a:lnTo>
                <a:moveTo>
                  <a:pt x="14732" y="2869"/>
                </a:moveTo>
                <a:lnTo>
                  <a:pt x="14573" y="2869"/>
                </a:lnTo>
                <a:lnTo>
                  <a:pt x="14573" y="2753"/>
                </a:lnTo>
                <a:lnTo>
                  <a:pt x="14732" y="2753"/>
                </a:lnTo>
                <a:lnTo>
                  <a:pt x="14732" y="2869"/>
                </a:lnTo>
                <a:moveTo>
                  <a:pt x="14467" y="2869"/>
                </a:moveTo>
                <a:lnTo>
                  <a:pt x="14309" y="2869"/>
                </a:lnTo>
                <a:lnTo>
                  <a:pt x="14309" y="2753"/>
                </a:lnTo>
                <a:lnTo>
                  <a:pt x="14467" y="2753"/>
                </a:lnTo>
                <a:lnTo>
                  <a:pt x="14467" y="2869"/>
                </a:lnTo>
                <a:moveTo>
                  <a:pt x="14203" y="2869"/>
                </a:moveTo>
                <a:lnTo>
                  <a:pt x="14044" y="2869"/>
                </a:lnTo>
                <a:lnTo>
                  <a:pt x="14044" y="2753"/>
                </a:lnTo>
                <a:lnTo>
                  <a:pt x="14203" y="2753"/>
                </a:lnTo>
                <a:lnTo>
                  <a:pt x="14203" y="2869"/>
                </a:lnTo>
                <a:moveTo>
                  <a:pt x="13939" y="2869"/>
                </a:moveTo>
                <a:lnTo>
                  <a:pt x="13780" y="2869"/>
                </a:lnTo>
                <a:lnTo>
                  <a:pt x="13780" y="2753"/>
                </a:lnTo>
                <a:lnTo>
                  <a:pt x="13939" y="2753"/>
                </a:lnTo>
                <a:lnTo>
                  <a:pt x="13939" y="2869"/>
                </a:lnTo>
                <a:moveTo>
                  <a:pt x="13674" y="2869"/>
                </a:moveTo>
                <a:lnTo>
                  <a:pt x="13515" y="2869"/>
                </a:lnTo>
                <a:lnTo>
                  <a:pt x="13515" y="2753"/>
                </a:lnTo>
                <a:lnTo>
                  <a:pt x="13674" y="2753"/>
                </a:lnTo>
                <a:lnTo>
                  <a:pt x="13674" y="2869"/>
                </a:lnTo>
                <a:moveTo>
                  <a:pt x="13410" y="2869"/>
                </a:moveTo>
                <a:lnTo>
                  <a:pt x="13250" y="2869"/>
                </a:lnTo>
                <a:lnTo>
                  <a:pt x="13250" y="2753"/>
                </a:lnTo>
                <a:lnTo>
                  <a:pt x="13410" y="2753"/>
                </a:lnTo>
                <a:lnTo>
                  <a:pt x="13410" y="2869"/>
                </a:lnTo>
                <a:moveTo>
                  <a:pt x="13144" y="2869"/>
                </a:moveTo>
                <a:lnTo>
                  <a:pt x="12986" y="2869"/>
                </a:lnTo>
                <a:lnTo>
                  <a:pt x="12986" y="2753"/>
                </a:lnTo>
                <a:lnTo>
                  <a:pt x="13144" y="2753"/>
                </a:lnTo>
                <a:lnTo>
                  <a:pt x="13144" y="2869"/>
                </a:lnTo>
                <a:moveTo>
                  <a:pt x="12880" y="2869"/>
                </a:moveTo>
                <a:lnTo>
                  <a:pt x="12721" y="2869"/>
                </a:lnTo>
                <a:lnTo>
                  <a:pt x="12721" y="2753"/>
                </a:lnTo>
                <a:lnTo>
                  <a:pt x="12880" y="2753"/>
                </a:lnTo>
                <a:lnTo>
                  <a:pt x="12880" y="2869"/>
                </a:lnTo>
                <a:moveTo>
                  <a:pt x="12616" y="2869"/>
                </a:moveTo>
                <a:lnTo>
                  <a:pt x="12457" y="2869"/>
                </a:lnTo>
                <a:lnTo>
                  <a:pt x="12457" y="2753"/>
                </a:lnTo>
                <a:lnTo>
                  <a:pt x="12616" y="2753"/>
                </a:lnTo>
                <a:lnTo>
                  <a:pt x="12616" y="2869"/>
                </a:lnTo>
                <a:moveTo>
                  <a:pt x="12351" y="2869"/>
                </a:moveTo>
                <a:lnTo>
                  <a:pt x="12193" y="2869"/>
                </a:lnTo>
                <a:lnTo>
                  <a:pt x="12193" y="2753"/>
                </a:lnTo>
                <a:lnTo>
                  <a:pt x="12351" y="2753"/>
                </a:lnTo>
                <a:lnTo>
                  <a:pt x="12351" y="2869"/>
                </a:lnTo>
                <a:moveTo>
                  <a:pt x="12087" y="2869"/>
                </a:moveTo>
                <a:lnTo>
                  <a:pt x="11928" y="2869"/>
                </a:lnTo>
                <a:lnTo>
                  <a:pt x="11928" y="2753"/>
                </a:lnTo>
                <a:lnTo>
                  <a:pt x="12087" y="2753"/>
                </a:lnTo>
                <a:lnTo>
                  <a:pt x="12087" y="2869"/>
                </a:lnTo>
                <a:moveTo>
                  <a:pt x="11823" y="2869"/>
                </a:moveTo>
                <a:lnTo>
                  <a:pt x="11664" y="2869"/>
                </a:lnTo>
                <a:lnTo>
                  <a:pt x="11664" y="2753"/>
                </a:lnTo>
                <a:lnTo>
                  <a:pt x="11823" y="2753"/>
                </a:lnTo>
                <a:lnTo>
                  <a:pt x="11823" y="2869"/>
                </a:lnTo>
                <a:moveTo>
                  <a:pt x="11558" y="2869"/>
                </a:moveTo>
                <a:lnTo>
                  <a:pt x="11400" y="2869"/>
                </a:lnTo>
                <a:lnTo>
                  <a:pt x="11400" y="2753"/>
                </a:lnTo>
                <a:lnTo>
                  <a:pt x="11558" y="2753"/>
                </a:lnTo>
                <a:lnTo>
                  <a:pt x="11558" y="2869"/>
                </a:lnTo>
                <a:moveTo>
                  <a:pt x="11294" y="2869"/>
                </a:moveTo>
                <a:lnTo>
                  <a:pt x="11135" y="2869"/>
                </a:lnTo>
                <a:lnTo>
                  <a:pt x="11135" y="2753"/>
                </a:lnTo>
                <a:lnTo>
                  <a:pt x="11294" y="2753"/>
                </a:lnTo>
                <a:lnTo>
                  <a:pt x="11294" y="2869"/>
                </a:lnTo>
                <a:moveTo>
                  <a:pt x="11030" y="2869"/>
                </a:moveTo>
                <a:lnTo>
                  <a:pt x="10871" y="2869"/>
                </a:lnTo>
                <a:lnTo>
                  <a:pt x="10871" y="2753"/>
                </a:lnTo>
                <a:lnTo>
                  <a:pt x="11030" y="2753"/>
                </a:lnTo>
                <a:lnTo>
                  <a:pt x="11030" y="2869"/>
                </a:lnTo>
                <a:moveTo>
                  <a:pt x="10765" y="2869"/>
                </a:moveTo>
                <a:lnTo>
                  <a:pt x="10606" y="2869"/>
                </a:lnTo>
                <a:lnTo>
                  <a:pt x="10606" y="2753"/>
                </a:lnTo>
                <a:lnTo>
                  <a:pt x="10765" y="2753"/>
                </a:lnTo>
                <a:lnTo>
                  <a:pt x="10765" y="2869"/>
                </a:lnTo>
                <a:moveTo>
                  <a:pt x="10501" y="2869"/>
                </a:moveTo>
                <a:lnTo>
                  <a:pt x="10342" y="2869"/>
                </a:lnTo>
                <a:lnTo>
                  <a:pt x="10342" y="2753"/>
                </a:lnTo>
                <a:lnTo>
                  <a:pt x="10501" y="2753"/>
                </a:lnTo>
                <a:lnTo>
                  <a:pt x="10501" y="2869"/>
                </a:lnTo>
                <a:moveTo>
                  <a:pt x="10236" y="2869"/>
                </a:moveTo>
                <a:lnTo>
                  <a:pt x="10078" y="2869"/>
                </a:lnTo>
                <a:lnTo>
                  <a:pt x="10078" y="2753"/>
                </a:lnTo>
                <a:lnTo>
                  <a:pt x="10236" y="2753"/>
                </a:lnTo>
                <a:lnTo>
                  <a:pt x="10236" y="2869"/>
                </a:lnTo>
                <a:moveTo>
                  <a:pt x="9972" y="2869"/>
                </a:moveTo>
                <a:lnTo>
                  <a:pt x="9813" y="2869"/>
                </a:lnTo>
                <a:lnTo>
                  <a:pt x="9813" y="2753"/>
                </a:lnTo>
                <a:lnTo>
                  <a:pt x="9972" y="2753"/>
                </a:lnTo>
                <a:lnTo>
                  <a:pt x="9972" y="2869"/>
                </a:lnTo>
                <a:moveTo>
                  <a:pt x="9708" y="2869"/>
                </a:moveTo>
                <a:lnTo>
                  <a:pt x="9549" y="2869"/>
                </a:lnTo>
                <a:lnTo>
                  <a:pt x="9549" y="2753"/>
                </a:lnTo>
                <a:lnTo>
                  <a:pt x="9708" y="2753"/>
                </a:lnTo>
                <a:lnTo>
                  <a:pt x="9708" y="2869"/>
                </a:lnTo>
                <a:moveTo>
                  <a:pt x="9443" y="2869"/>
                </a:moveTo>
                <a:lnTo>
                  <a:pt x="9285" y="2869"/>
                </a:lnTo>
                <a:lnTo>
                  <a:pt x="9285" y="2753"/>
                </a:lnTo>
                <a:lnTo>
                  <a:pt x="9443" y="2753"/>
                </a:lnTo>
                <a:lnTo>
                  <a:pt x="9443" y="2869"/>
                </a:lnTo>
                <a:moveTo>
                  <a:pt x="9179" y="2869"/>
                </a:moveTo>
                <a:lnTo>
                  <a:pt x="9020" y="2869"/>
                </a:lnTo>
                <a:lnTo>
                  <a:pt x="9020" y="2753"/>
                </a:lnTo>
                <a:lnTo>
                  <a:pt x="9179" y="2753"/>
                </a:lnTo>
                <a:lnTo>
                  <a:pt x="9179" y="2869"/>
                </a:lnTo>
                <a:moveTo>
                  <a:pt x="8915" y="2869"/>
                </a:moveTo>
                <a:lnTo>
                  <a:pt x="8756" y="2869"/>
                </a:lnTo>
                <a:lnTo>
                  <a:pt x="8756" y="2753"/>
                </a:lnTo>
                <a:lnTo>
                  <a:pt x="8915" y="2753"/>
                </a:lnTo>
                <a:lnTo>
                  <a:pt x="8915" y="2869"/>
                </a:lnTo>
                <a:moveTo>
                  <a:pt x="8650" y="2869"/>
                </a:moveTo>
                <a:lnTo>
                  <a:pt x="8491" y="2869"/>
                </a:lnTo>
                <a:lnTo>
                  <a:pt x="8491" y="2753"/>
                </a:lnTo>
                <a:lnTo>
                  <a:pt x="8650" y="2753"/>
                </a:lnTo>
                <a:lnTo>
                  <a:pt x="8650" y="2869"/>
                </a:lnTo>
                <a:moveTo>
                  <a:pt x="8386" y="2869"/>
                </a:moveTo>
                <a:lnTo>
                  <a:pt x="8227" y="2869"/>
                </a:lnTo>
                <a:lnTo>
                  <a:pt x="8227" y="2753"/>
                </a:lnTo>
                <a:lnTo>
                  <a:pt x="8386" y="2753"/>
                </a:lnTo>
                <a:lnTo>
                  <a:pt x="8386" y="2869"/>
                </a:lnTo>
                <a:moveTo>
                  <a:pt x="8121" y="2869"/>
                </a:moveTo>
                <a:lnTo>
                  <a:pt x="7963" y="2869"/>
                </a:lnTo>
                <a:lnTo>
                  <a:pt x="7963" y="2753"/>
                </a:lnTo>
                <a:lnTo>
                  <a:pt x="8121" y="2753"/>
                </a:lnTo>
                <a:lnTo>
                  <a:pt x="8121" y="2869"/>
                </a:lnTo>
                <a:moveTo>
                  <a:pt x="7857" y="2869"/>
                </a:moveTo>
                <a:lnTo>
                  <a:pt x="7698" y="2869"/>
                </a:lnTo>
                <a:lnTo>
                  <a:pt x="7698" y="2753"/>
                </a:lnTo>
                <a:lnTo>
                  <a:pt x="7857" y="2753"/>
                </a:lnTo>
                <a:lnTo>
                  <a:pt x="7857" y="2869"/>
                </a:lnTo>
                <a:moveTo>
                  <a:pt x="7593" y="2869"/>
                </a:moveTo>
                <a:lnTo>
                  <a:pt x="7434" y="2869"/>
                </a:lnTo>
                <a:lnTo>
                  <a:pt x="7434" y="2753"/>
                </a:lnTo>
                <a:lnTo>
                  <a:pt x="7593" y="2753"/>
                </a:lnTo>
                <a:lnTo>
                  <a:pt x="7593" y="2869"/>
                </a:lnTo>
                <a:moveTo>
                  <a:pt x="7328" y="2869"/>
                </a:moveTo>
                <a:lnTo>
                  <a:pt x="7170" y="2869"/>
                </a:lnTo>
                <a:lnTo>
                  <a:pt x="7170" y="2753"/>
                </a:lnTo>
                <a:lnTo>
                  <a:pt x="7328" y="2753"/>
                </a:lnTo>
                <a:lnTo>
                  <a:pt x="7328" y="2869"/>
                </a:lnTo>
                <a:moveTo>
                  <a:pt x="7064" y="2869"/>
                </a:moveTo>
                <a:lnTo>
                  <a:pt x="6905" y="2869"/>
                </a:lnTo>
                <a:lnTo>
                  <a:pt x="6905" y="2753"/>
                </a:lnTo>
                <a:lnTo>
                  <a:pt x="7064" y="2753"/>
                </a:lnTo>
                <a:lnTo>
                  <a:pt x="7064" y="2869"/>
                </a:lnTo>
                <a:moveTo>
                  <a:pt x="6800" y="2869"/>
                </a:moveTo>
                <a:lnTo>
                  <a:pt x="6641" y="2869"/>
                </a:lnTo>
                <a:lnTo>
                  <a:pt x="6641" y="2753"/>
                </a:lnTo>
                <a:lnTo>
                  <a:pt x="6800" y="2753"/>
                </a:lnTo>
                <a:lnTo>
                  <a:pt x="6800" y="2869"/>
                </a:lnTo>
                <a:moveTo>
                  <a:pt x="6535" y="2869"/>
                </a:moveTo>
                <a:lnTo>
                  <a:pt x="6377" y="2869"/>
                </a:lnTo>
                <a:lnTo>
                  <a:pt x="6377" y="2753"/>
                </a:lnTo>
                <a:lnTo>
                  <a:pt x="6535" y="2753"/>
                </a:lnTo>
                <a:lnTo>
                  <a:pt x="6535" y="2869"/>
                </a:lnTo>
                <a:moveTo>
                  <a:pt x="6271" y="2869"/>
                </a:moveTo>
                <a:lnTo>
                  <a:pt x="6112" y="2869"/>
                </a:lnTo>
                <a:lnTo>
                  <a:pt x="6112" y="2753"/>
                </a:lnTo>
                <a:lnTo>
                  <a:pt x="6271" y="2753"/>
                </a:lnTo>
                <a:lnTo>
                  <a:pt x="6271" y="2869"/>
                </a:lnTo>
                <a:moveTo>
                  <a:pt x="6007" y="2869"/>
                </a:moveTo>
                <a:lnTo>
                  <a:pt x="5848" y="2869"/>
                </a:lnTo>
                <a:lnTo>
                  <a:pt x="5848" y="2753"/>
                </a:lnTo>
                <a:lnTo>
                  <a:pt x="6007" y="2753"/>
                </a:lnTo>
                <a:lnTo>
                  <a:pt x="6007" y="2869"/>
                </a:lnTo>
                <a:moveTo>
                  <a:pt x="5742" y="2869"/>
                </a:moveTo>
                <a:lnTo>
                  <a:pt x="5583" y="2869"/>
                </a:lnTo>
                <a:lnTo>
                  <a:pt x="5583" y="2753"/>
                </a:lnTo>
                <a:lnTo>
                  <a:pt x="5742" y="2753"/>
                </a:lnTo>
                <a:lnTo>
                  <a:pt x="5742" y="2869"/>
                </a:lnTo>
                <a:moveTo>
                  <a:pt x="5478" y="2869"/>
                </a:moveTo>
                <a:lnTo>
                  <a:pt x="5319" y="2869"/>
                </a:lnTo>
                <a:lnTo>
                  <a:pt x="5319" y="2753"/>
                </a:lnTo>
                <a:lnTo>
                  <a:pt x="5478" y="2753"/>
                </a:lnTo>
                <a:lnTo>
                  <a:pt x="5478" y="2869"/>
                </a:lnTo>
                <a:moveTo>
                  <a:pt x="5213" y="2869"/>
                </a:moveTo>
                <a:lnTo>
                  <a:pt x="5055" y="2869"/>
                </a:lnTo>
                <a:lnTo>
                  <a:pt x="5055" y="2753"/>
                </a:lnTo>
                <a:lnTo>
                  <a:pt x="5213" y="2753"/>
                </a:lnTo>
                <a:lnTo>
                  <a:pt x="5213" y="2869"/>
                </a:lnTo>
                <a:moveTo>
                  <a:pt x="4949" y="2869"/>
                </a:moveTo>
                <a:lnTo>
                  <a:pt x="4790" y="2869"/>
                </a:lnTo>
                <a:lnTo>
                  <a:pt x="4790" y="2753"/>
                </a:lnTo>
                <a:lnTo>
                  <a:pt x="4949" y="2753"/>
                </a:lnTo>
                <a:lnTo>
                  <a:pt x="4949" y="2869"/>
                </a:lnTo>
                <a:moveTo>
                  <a:pt x="4685" y="2869"/>
                </a:moveTo>
                <a:lnTo>
                  <a:pt x="4526" y="2869"/>
                </a:lnTo>
                <a:lnTo>
                  <a:pt x="4526" y="2753"/>
                </a:lnTo>
                <a:lnTo>
                  <a:pt x="4685" y="2753"/>
                </a:lnTo>
                <a:lnTo>
                  <a:pt x="4685" y="2869"/>
                </a:lnTo>
                <a:moveTo>
                  <a:pt x="4420" y="2869"/>
                </a:moveTo>
                <a:lnTo>
                  <a:pt x="4262" y="2869"/>
                </a:lnTo>
                <a:lnTo>
                  <a:pt x="4262" y="2753"/>
                </a:lnTo>
                <a:lnTo>
                  <a:pt x="4420" y="2753"/>
                </a:lnTo>
                <a:lnTo>
                  <a:pt x="4420" y="2869"/>
                </a:lnTo>
                <a:moveTo>
                  <a:pt x="4156" y="2869"/>
                </a:moveTo>
                <a:lnTo>
                  <a:pt x="3997" y="2869"/>
                </a:lnTo>
                <a:lnTo>
                  <a:pt x="3997" y="2753"/>
                </a:lnTo>
                <a:lnTo>
                  <a:pt x="4156" y="2753"/>
                </a:lnTo>
                <a:lnTo>
                  <a:pt x="4156" y="2869"/>
                </a:lnTo>
                <a:moveTo>
                  <a:pt x="3892" y="2869"/>
                </a:moveTo>
                <a:lnTo>
                  <a:pt x="3733" y="2869"/>
                </a:lnTo>
                <a:lnTo>
                  <a:pt x="3733" y="2753"/>
                </a:lnTo>
                <a:lnTo>
                  <a:pt x="3892" y="2753"/>
                </a:lnTo>
                <a:lnTo>
                  <a:pt x="3892" y="2869"/>
                </a:lnTo>
                <a:moveTo>
                  <a:pt x="3627" y="2869"/>
                </a:moveTo>
                <a:lnTo>
                  <a:pt x="3468" y="2869"/>
                </a:lnTo>
                <a:lnTo>
                  <a:pt x="3468" y="2753"/>
                </a:lnTo>
                <a:lnTo>
                  <a:pt x="3627" y="2753"/>
                </a:lnTo>
                <a:lnTo>
                  <a:pt x="3627" y="2869"/>
                </a:lnTo>
                <a:moveTo>
                  <a:pt x="3363" y="2869"/>
                </a:moveTo>
                <a:lnTo>
                  <a:pt x="3204" y="2869"/>
                </a:lnTo>
                <a:lnTo>
                  <a:pt x="3204" y="2753"/>
                </a:lnTo>
                <a:lnTo>
                  <a:pt x="3363" y="2753"/>
                </a:lnTo>
                <a:lnTo>
                  <a:pt x="3363" y="2869"/>
                </a:lnTo>
                <a:moveTo>
                  <a:pt x="3098" y="2869"/>
                </a:moveTo>
                <a:lnTo>
                  <a:pt x="2940" y="2869"/>
                </a:lnTo>
                <a:lnTo>
                  <a:pt x="2940" y="2753"/>
                </a:lnTo>
                <a:lnTo>
                  <a:pt x="3098" y="2753"/>
                </a:lnTo>
                <a:lnTo>
                  <a:pt x="3098" y="2869"/>
                </a:lnTo>
                <a:moveTo>
                  <a:pt x="2834" y="2869"/>
                </a:moveTo>
                <a:lnTo>
                  <a:pt x="2675" y="2869"/>
                </a:lnTo>
                <a:lnTo>
                  <a:pt x="2675" y="2753"/>
                </a:lnTo>
                <a:lnTo>
                  <a:pt x="2834" y="2753"/>
                </a:lnTo>
                <a:lnTo>
                  <a:pt x="2834" y="2869"/>
                </a:lnTo>
                <a:moveTo>
                  <a:pt x="2570" y="2869"/>
                </a:moveTo>
                <a:lnTo>
                  <a:pt x="2411" y="2869"/>
                </a:lnTo>
                <a:lnTo>
                  <a:pt x="2411" y="2753"/>
                </a:lnTo>
                <a:lnTo>
                  <a:pt x="2570" y="2753"/>
                </a:lnTo>
                <a:lnTo>
                  <a:pt x="2570" y="2869"/>
                </a:lnTo>
                <a:moveTo>
                  <a:pt x="2305" y="2869"/>
                </a:moveTo>
                <a:lnTo>
                  <a:pt x="2147" y="2869"/>
                </a:lnTo>
                <a:lnTo>
                  <a:pt x="2147" y="2753"/>
                </a:lnTo>
                <a:lnTo>
                  <a:pt x="2305" y="2753"/>
                </a:lnTo>
                <a:lnTo>
                  <a:pt x="2305" y="2869"/>
                </a:lnTo>
                <a:moveTo>
                  <a:pt x="2041" y="2869"/>
                </a:moveTo>
                <a:lnTo>
                  <a:pt x="1882" y="2869"/>
                </a:lnTo>
                <a:lnTo>
                  <a:pt x="1882" y="2753"/>
                </a:lnTo>
                <a:lnTo>
                  <a:pt x="2041" y="2753"/>
                </a:lnTo>
                <a:lnTo>
                  <a:pt x="2041" y="2869"/>
                </a:lnTo>
                <a:moveTo>
                  <a:pt x="1777" y="2869"/>
                </a:moveTo>
                <a:lnTo>
                  <a:pt x="1618" y="2869"/>
                </a:lnTo>
                <a:lnTo>
                  <a:pt x="1618" y="2753"/>
                </a:lnTo>
                <a:lnTo>
                  <a:pt x="1777" y="2753"/>
                </a:lnTo>
                <a:lnTo>
                  <a:pt x="1777" y="2869"/>
                </a:lnTo>
                <a:moveTo>
                  <a:pt x="1512" y="2869"/>
                </a:moveTo>
                <a:lnTo>
                  <a:pt x="1353" y="2869"/>
                </a:lnTo>
                <a:lnTo>
                  <a:pt x="1353" y="2753"/>
                </a:lnTo>
                <a:lnTo>
                  <a:pt x="1512" y="2753"/>
                </a:lnTo>
                <a:lnTo>
                  <a:pt x="1512" y="2869"/>
                </a:lnTo>
                <a:moveTo>
                  <a:pt x="1248" y="2869"/>
                </a:moveTo>
                <a:lnTo>
                  <a:pt x="1089" y="2869"/>
                </a:lnTo>
                <a:lnTo>
                  <a:pt x="1089" y="2753"/>
                </a:lnTo>
                <a:lnTo>
                  <a:pt x="1248" y="2753"/>
                </a:lnTo>
                <a:lnTo>
                  <a:pt x="1248" y="2869"/>
                </a:lnTo>
                <a:moveTo>
                  <a:pt x="984" y="2869"/>
                </a:moveTo>
                <a:lnTo>
                  <a:pt x="825" y="2869"/>
                </a:lnTo>
                <a:lnTo>
                  <a:pt x="825" y="2753"/>
                </a:lnTo>
                <a:lnTo>
                  <a:pt x="984" y="2753"/>
                </a:lnTo>
                <a:lnTo>
                  <a:pt x="984" y="2869"/>
                </a:lnTo>
                <a:moveTo>
                  <a:pt x="719" y="2869"/>
                </a:moveTo>
                <a:lnTo>
                  <a:pt x="560" y="2869"/>
                </a:lnTo>
                <a:lnTo>
                  <a:pt x="560" y="2753"/>
                </a:lnTo>
                <a:lnTo>
                  <a:pt x="719" y="2753"/>
                </a:lnTo>
                <a:lnTo>
                  <a:pt x="719" y="2869"/>
                </a:lnTo>
                <a:moveTo>
                  <a:pt x="455" y="2869"/>
                </a:moveTo>
                <a:lnTo>
                  <a:pt x="296" y="2869"/>
                </a:lnTo>
                <a:lnTo>
                  <a:pt x="296" y="2753"/>
                </a:lnTo>
                <a:lnTo>
                  <a:pt x="455" y="2753"/>
                </a:lnTo>
                <a:lnTo>
                  <a:pt x="455" y="2869"/>
                </a:lnTo>
                <a:moveTo>
                  <a:pt x="169" y="2840"/>
                </a:moveTo>
                <a:cubicBezTo>
                  <a:pt x="106" y="2810"/>
                  <a:pt x="60" y="2764"/>
                  <a:pt x="29" y="2702"/>
                </a:cubicBezTo>
                <a:lnTo>
                  <a:pt x="134" y="2651"/>
                </a:lnTo>
                <a:cubicBezTo>
                  <a:pt x="153" y="2689"/>
                  <a:pt x="181" y="2717"/>
                  <a:pt x="219" y="2735"/>
                </a:cubicBezTo>
                <a:lnTo>
                  <a:pt x="169" y="2840"/>
                </a:lnTo>
                <a:moveTo>
                  <a:pt x="0" y="2574"/>
                </a:moveTo>
                <a:lnTo>
                  <a:pt x="0" y="2573"/>
                </a:lnTo>
                <a:lnTo>
                  <a:pt x="0" y="2416"/>
                </a:lnTo>
                <a:lnTo>
                  <a:pt x="116" y="2416"/>
                </a:lnTo>
                <a:lnTo>
                  <a:pt x="116" y="2573"/>
                </a:lnTo>
                <a:lnTo>
                  <a:pt x="116" y="2574"/>
                </a:lnTo>
                <a:lnTo>
                  <a:pt x="0" y="2574"/>
                </a:lnTo>
                <a:moveTo>
                  <a:pt x="0" y="2310"/>
                </a:moveTo>
                <a:lnTo>
                  <a:pt x="0" y="2151"/>
                </a:lnTo>
                <a:lnTo>
                  <a:pt x="116" y="2151"/>
                </a:lnTo>
                <a:lnTo>
                  <a:pt x="116" y="2310"/>
                </a:lnTo>
                <a:lnTo>
                  <a:pt x="0" y="2310"/>
                </a:lnTo>
                <a:moveTo>
                  <a:pt x="0" y="2046"/>
                </a:moveTo>
                <a:lnTo>
                  <a:pt x="0" y="1887"/>
                </a:lnTo>
                <a:lnTo>
                  <a:pt x="116" y="1887"/>
                </a:lnTo>
                <a:lnTo>
                  <a:pt x="116" y="2046"/>
                </a:lnTo>
                <a:lnTo>
                  <a:pt x="0" y="2046"/>
                </a:lnTo>
                <a:moveTo>
                  <a:pt x="0" y="1781"/>
                </a:moveTo>
                <a:lnTo>
                  <a:pt x="0" y="1622"/>
                </a:lnTo>
                <a:lnTo>
                  <a:pt x="116" y="1622"/>
                </a:lnTo>
                <a:lnTo>
                  <a:pt x="116" y="1781"/>
                </a:lnTo>
                <a:lnTo>
                  <a:pt x="0" y="1781"/>
                </a:lnTo>
                <a:moveTo>
                  <a:pt x="0" y="1517"/>
                </a:moveTo>
                <a:lnTo>
                  <a:pt x="0" y="1358"/>
                </a:lnTo>
                <a:lnTo>
                  <a:pt x="116" y="1358"/>
                </a:lnTo>
                <a:lnTo>
                  <a:pt x="116" y="1517"/>
                </a:lnTo>
                <a:lnTo>
                  <a:pt x="0" y="1517"/>
                </a:lnTo>
                <a:moveTo>
                  <a:pt x="0" y="1252"/>
                </a:moveTo>
                <a:lnTo>
                  <a:pt x="0" y="1094"/>
                </a:lnTo>
                <a:lnTo>
                  <a:pt x="116" y="1094"/>
                </a:lnTo>
                <a:lnTo>
                  <a:pt x="116" y="1252"/>
                </a:lnTo>
                <a:lnTo>
                  <a:pt x="0" y="1252"/>
                </a:lnTo>
                <a:moveTo>
                  <a:pt x="0" y="988"/>
                </a:moveTo>
                <a:lnTo>
                  <a:pt x="0" y="829"/>
                </a:lnTo>
                <a:lnTo>
                  <a:pt x="116" y="829"/>
                </a:lnTo>
                <a:lnTo>
                  <a:pt x="116" y="988"/>
                </a:lnTo>
                <a:lnTo>
                  <a:pt x="0" y="988"/>
                </a:lnTo>
                <a:moveTo>
                  <a:pt x="0" y="723"/>
                </a:moveTo>
                <a:lnTo>
                  <a:pt x="0" y="564"/>
                </a:lnTo>
                <a:lnTo>
                  <a:pt x="116" y="564"/>
                </a:lnTo>
                <a:lnTo>
                  <a:pt x="116" y="723"/>
                </a:lnTo>
                <a:lnTo>
                  <a:pt x="0" y="723"/>
                </a:lnTo>
                <a:moveTo>
                  <a:pt x="0" y="458"/>
                </a:moveTo>
                <a:lnTo>
                  <a:pt x="0" y="300"/>
                </a:lnTo>
                <a:lnTo>
                  <a:pt x="116" y="300"/>
                </a:lnTo>
                <a:lnTo>
                  <a:pt x="116" y="458"/>
                </a:lnTo>
                <a:lnTo>
                  <a:pt x="0" y="458"/>
                </a:lnTo>
                <a:moveTo>
                  <a:pt x="27" y="172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4"/>
                  <a:pt x="150" y="183"/>
                  <a:pt x="133" y="221"/>
                </a:cubicBezTo>
                <a:lnTo>
                  <a:pt x="27" y="172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6"/>
                </a:lnTo>
                <a:lnTo>
                  <a:pt x="296" y="116"/>
                </a:lnTo>
                <a:cubicBezTo>
                  <a:pt x="295" y="116"/>
                  <a:pt x="294" y="116"/>
                  <a:pt x="293" y="116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655200" y="4379400"/>
            <a:ext cx="10881720" cy="1032840"/>
          </a:xfrm>
          <a:custGeom>
            <a:avLst/>
            <a:gdLst/>
            <a:ahLst/>
            <a:rect l="0" t="0" r="r" b="b"/>
            <a:pathLst>
              <a:path w="30227" h="2869">
                <a:moveTo>
                  <a:pt x="561" y="0"/>
                </a:moveTo>
                <a:lnTo>
                  <a:pt x="719" y="0"/>
                </a:lnTo>
                <a:lnTo>
                  <a:pt x="719" y="116"/>
                </a:lnTo>
                <a:lnTo>
                  <a:pt x="561" y="116"/>
                </a:lnTo>
                <a:lnTo>
                  <a:pt x="561" y="0"/>
                </a:lnTo>
                <a:moveTo>
                  <a:pt x="825" y="0"/>
                </a:moveTo>
                <a:lnTo>
                  <a:pt x="984" y="0"/>
                </a:lnTo>
                <a:lnTo>
                  <a:pt x="984" y="116"/>
                </a:lnTo>
                <a:lnTo>
                  <a:pt x="825" y="116"/>
                </a:lnTo>
                <a:lnTo>
                  <a:pt x="825" y="0"/>
                </a:lnTo>
                <a:moveTo>
                  <a:pt x="1089" y="0"/>
                </a:moveTo>
                <a:lnTo>
                  <a:pt x="1248" y="0"/>
                </a:lnTo>
                <a:lnTo>
                  <a:pt x="1248" y="116"/>
                </a:lnTo>
                <a:lnTo>
                  <a:pt x="1089" y="116"/>
                </a:lnTo>
                <a:lnTo>
                  <a:pt x="1089" y="0"/>
                </a:lnTo>
                <a:moveTo>
                  <a:pt x="1354" y="0"/>
                </a:moveTo>
                <a:lnTo>
                  <a:pt x="1512" y="0"/>
                </a:lnTo>
                <a:lnTo>
                  <a:pt x="1512" y="116"/>
                </a:lnTo>
                <a:lnTo>
                  <a:pt x="1354" y="116"/>
                </a:lnTo>
                <a:lnTo>
                  <a:pt x="1354" y="0"/>
                </a:lnTo>
                <a:moveTo>
                  <a:pt x="1618" y="0"/>
                </a:moveTo>
                <a:lnTo>
                  <a:pt x="1777" y="0"/>
                </a:lnTo>
                <a:lnTo>
                  <a:pt x="1777" y="116"/>
                </a:lnTo>
                <a:lnTo>
                  <a:pt x="1618" y="116"/>
                </a:lnTo>
                <a:lnTo>
                  <a:pt x="1618" y="0"/>
                </a:lnTo>
                <a:moveTo>
                  <a:pt x="1882" y="0"/>
                </a:moveTo>
                <a:lnTo>
                  <a:pt x="2041" y="0"/>
                </a:lnTo>
                <a:lnTo>
                  <a:pt x="2041" y="116"/>
                </a:lnTo>
                <a:lnTo>
                  <a:pt x="1882" y="116"/>
                </a:lnTo>
                <a:lnTo>
                  <a:pt x="1882" y="0"/>
                </a:lnTo>
                <a:moveTo>
                  <a:pt x="2147" y="0"/>
                </a:moveTo>
                <a:lnTo>
                  <a:pt x="2306" y="0"/>
                </a:lnTo>
                <a:lnTo>
                  <a:pt x="2306" y="116"/>
                </a:lnTo>
                <a:lnTo>
                  <a:pt x="2147" y="116"/>
                </a:lnTo>
                <a:lnTo>
                  <a:pt x="2147" y="0"/>
                </a:lnTo>
                <a:moveTo>
                  <a:pt x="2411" y="0"/>
                </a:moveTo>
                <a:lnTo>
                  <a:pt x="2570" y="0"/>
                </a:lnTo>
                <a:lnTo>
                  <a:pt x="2570" y="116"/>
                </a:lnTo>
                <a:lnTo>
                  <a:pt x="2411" y="116"/>
                </a:lnTo>
                <a:lnTo>
                  <a:pt x="2411" y="0"/>
                </a:lnTo>
                <a:moveTo>
                  <a:pt x="2675" y="0"/>
                </a:moveTo>
                <a:lnTo>
                  <a:pt x="2834" y="0"/>
                </a:lnTo>
                <a:lnTo>
                  <a:pt x="2834" y="116"/>
                </a:lnTo>
                <a:lnTo>
                  <a:pt x="2675" y="116"/>
                </a:lnTo>
                <a:lnTo>
                  <a:pt x="2675" y="0"/>
                </a:lnTo>
                <a:moveTo>
                  <a:pt x="2940" y="0"/>
                </a:moveTo>
                <a:lnTo>
                  <a:pt x="3099" y="0"/>
                </a:lnTo>
                <a:lnTo>
                  <a:pt x="3099" y="116"/>
                </a:lnTo>
                <a:lnTo>
                  <a:pt x="2940" y="116"/>
                </a:lnTo>
                <a:lnTo>
                  <a:pt x="2940" y="0"/>
                </a:lnTo>
                <a:moveTo>
                  <a:pt x="3204" y="0"/>
                </a:moveTo>
                <a:lnTo>
                  <a:pt x="3363" y="0"/>
                </a:lnTo>
                <a:lnTo>
                  <a:pt x="3363" y="116"/>
                </a:lnTo>
                <a:lnTo>
                  <a:pt x="3204" y="116"/>
                </a:lnTo>
                <a:lnTo>
                  <a:pt x="3204" y="0"/>
                </a:lnTo>
                <a:moveTo>
                  <a:pt x="3469" y="0"/>
                </a:moveTo>
                <a:lnTo>
                  <a:pt x="3627" y="0"/>
                </a:lnTo>
                <a:lnTo>
                  <a:pt x="3627" y="116"/>
                </a:lnTo>
                <a:lnTo>
                  <a:pt x="3469" y="116"/>
                </a:lnTo>
                <a:lnTo>
                  <a:pt x="3469" y="0"/>
                </a:lnTo>
                <a:moveTo>
                  <a:pt x="3733" y="0"/>
                </a:moveTo>
                <a:lnTo>
                  <a:pt x="3892" y="0"/>
                </a:lnTo>
                <a:lnTo>
                  <a:pt x="3892" y="116"/>
                </a:lnTo>
                <a:lnTo>
                  <a:pt x="3733" y="116"/>
                </a:lnTo>
                <a:lnTo>
                  <a:pt x="3733" y="0"/>
                </a:lnTo>
                <a:moveTo>
                  <a:pt x="3997" y="0"/>
                </a:moveTo>
                <a:lnTo>
                  <a:pt x="4156" y="0"/>
                </a:lnTo>
                <a:lnTo>
                  <a:pt x="4156" y="116"/>
                </a:lnTo>
                <a:lnTo>
                  <a:pt x="3997" y="116"/>
                </a:lnTo>
                <a:lnTo>
                  <a:pt x="3997" y="0"/>
                </a:lnTo>
                <a:moveTo>
                  <a:pt x="4262" y="0"/>
                </a:moveTo>
                <a:lnTo>
                  <a:pt x="4420" y="0"/>
                </a:lnTo>
                <a:lnTo>
                  <a:pt x="4420" y="116"/>
                </a:lnTo>
                <a:lnTo>
                  <a:pt x="4262" y="116"/>
                </a:lnTo>
                <a:lnTo>
                  <a:pt x="4262" y="0"/>
                </a:lnTo>
                <a:moveTo>
                  <a:pt x="4526" y="0"/>
                </a:moveTo>
                <a:lnTo>
                  <a:pt x="4685" y="0"/>
                </a:lnTo>
                <a:lnTo>
                  <a:pt x="4685" y="116"/>
                </a:lnTo>
                <a:lnTo>
                  <a:pt x="4526" y="116"/>
                </a:lnTo>
                <a:lnTo>
                  <a:pt x="4526" y="0"/>
                </a:lnTo>
                <a:moveTo>
                  <a:pt x="4790" y="0"/>
                </a:moveTo>
                <a:lnTo>
                  <a:pt x="4949" y="0"/>
                </a:lnTo>
                <a:lnTo>
                  <a:pt x="4949" y="116"/>
                </a:lnTo>
                <a:lnTo>
                  <a:pt x="4790" y="116"/>
                </a:lnTo>
                <a:lnTo>
                  <a:pt x="4790" y="0"/>
                </a:lnTo>
                <a:moveTo>
                  <a:pt x="5055" y="0"/>
                </a:moveTo>
                <a:lnTo>
                  <a:pt x="5214" y="0"/>
                </a:lnTo>
                <a:lnTo>
                  <a:pt x="5214" y="116"/>
                </a:lnTo>
                <a:lnTo>
                  <a:pt x="5055" y="116"/>
                </a:lnTo>
                <a:lnTo>
                  <a:pt x="5055" y="0"/>
                </a:lnTo>
                <a:moveTo>
                  <a:pt x="5319" y="0"/>
                </a:moveTo>
                <a:lnTo>
                  <a:pt x="5478" y="0"/>
                </a:lnTo>
                <a:lnTo>
                  <a:pt x="5478" y="116"/>
                </a:lnTo>
                <a:lnTo>
                  <a:pt x="5319" y="116"/>
                </a:lnTo>
                <a:lnTo>
                  <a:pt x="5319" y="0"/>
                </a:lnTo>
                <a:moveTo>
                  <a:pt x="5584" y="0"/>
                </a:moveTo>
                <a:lnTo>
                  <a:pt x="5742" y="0"/>
                </a:lnTo>
                <a:lnTo>
                  <a:pt x="5742" y="116"/>
                </a:lnTo>
                <a:lnTo>
                  <a:pt x="5584" y="116"/>
                </a:lnTo>
                <a:lnTo>
                  <a:pt x="5584" y="0"/>
                </a:lnTo>
                <a:moveTo>
                  <a:pt x="5848" y="0"/>
                </a:moveTo>
                <a:lnTo>
                  <a:pt x="6007" y="0"/>
                </a:lnTo>
                <a:lnTo>
                  <a:pt x="6007" y="116"/>
                </a:lnTo>
                <a:lnTo>
                  <a:pt x="5848" y="116"/>
                </a:lnTo>
                <a:lnTo>
                  <a:pt x="5848" y="0"/>
                </a:lnTo>
                <a:moveTo>
                  <a:pt x="6112" y="0"/>
                </a:moveTo>
                <a:lnTo>
                  <a:pt x="6271" y="0"/>
                </a:lnTo>
                <a:lnTo>
                  <a:pt x="6271" y="116"/>
                </a:lnTo>
                <a:lnTo>
                  <a:pt x="6112" y="116"/>
                </a:lnTo>
                <a:lnTo>
                  <a:pt x="6112" y="0"/>
                </a:lnTo>
                <a:moveTo>
                  <a:pt x="6377" y="0"/>
                </a:moveTo>
                <a:lnTo>
                  <a:pt x="6535" y="0"/>
                </a:lnTo>
                <a:lnTo>
                  <a:pt x="6535" y="116"/>
                </a:lnTo>
                <a:lnTo>
                  <a:pt x="6377" y="116"/>
                </a:lnTo>
                <a:lnTo>
                  <a:pt x="6377" y="0"/>
                </a:lnTo>
                <a:moveTo>
                  <a:pt x="6641" y="0"/>
                </a:moveTo>
                <a:lnTo>
                  <a:pt x="6800" y="0"/>
                </a:lnTo>
                <a:lnTo>
                  <a:pt x="6800" y="116"/>
                </a:lnTo>
                <a:lnTo>
                  <a:pt x="6641" y="116"/>
                </a:lnTo>
                <a:lnTo>
                  <a:pt x="6641" y="0"/>
                </a:lnTo>
                <a:moveTo>
                  <a:pt x="6905" y="0"/>
                </a:moveTo>
                <a:lnTo>
                  <a:pt x="7064" y="0"/>
                </a:lnTo>
                <a:lnTo>
                  <a:pt x="7064" y="116"/>
                </a:lnTo>
                <a:lnTo>
                  <a:pt x="6905" y="116"/>
                </a:lnTo>
                <a:lnTo>
                  <a:pt x="6905" y="0"/>
                </a:lnTo>
                <a:moveTo>
                  <a:pt x="7170" y="0"/>
                </a:moveTo>
                <a:lnTo>
                  <a:pt x="7329" y="0"/>
                </a:lnTo>
                <a:lnTo>
                  <a:pt x="7329" y="116"/>
                </a:lnTo>
                <a:lnTo>
                  <a:pt x="7170" y="116"/>
                </a:lnTo>
                <a:lnTo>
                  <a:pt x="7170" y="0"/>
                </a:lnTo>
                <a:moveTo>
                  <a:pt x="7434" y="0"/>
                </a:moveTo>
                <a:lnTo>
                  <a:pt x="7593" y="0"/>
                </a:lnTo>
                <a:lnTo>
                  <a:pt x="7593" y="116"/>
                </a:lnTo>
                <a:lnTo>
                  <a:pt x="7434" y="116"/>
                </a:lnTo>
                <a:lnTo>
                  <a:pt x="7434" y="0"/>
                </a:lnTo>
                <a:moveTo>
                  <a:pt x="7699" y="0"/>
                </a:moveTo>
                <a:lnTo>
                  <a:pt x="7857" y="0"/>
                </a:lnTo>
                <a:lnTo>
                  <a:pt x="7857" y="116"/>
                </a:lnTo>
                <a:lnTo>
                  <a:pt x="7699" y="116"/>
                </a:lnTo>
                <a:lnTo>
                  <a:pt x="7699" y="0"/>
                </a:lnTo>
                <a:moveTo>
                  <a:pt x="7963" y="0"/>
                </a:moveTo>
                <a:lnTo>
                  <a:pt x="8122" y="0"/>
                </a:lnTo>
                <a:lnTo>
                  <a:pt x="8122" y="116"/>
                </a:lnTo>
                <a:lnTo>
                  <a:pt x="7963" y="116"/>
                </a:lnTo>
                <a:lnTo>
                  <a:pt x="7963" y="0"/>
                </a:lnTo>
                <a:moveTo>
                  <a:pt x="8227" y="0"/>
                </a:moveTo>
                <a:lnTo>
                  <a:pt x="8386" y="0"/>
                </a:lnTo>
                <a:lnTo>
                  <a:pt x="8386" y="116"/>
                </a:lnTo>
                <a:lnTo>
                  <a:pt x="8227" y="116"/>
                </a:lnTo>
                <a:lnTo>
                  <a:pt x="8227" y="0"/>
                </a:lnTo>
                <a:moveTo>
                  <a:pt x="8492" y="0"/>
                </a:moveTo>
                <a:lnTo>
                  <a:pt x="8650" y="0"/>
                </a:lnTo>
                <a:lnTo>
                  <a:pt x="8650" y="116"/>
                </a:lnTo>
                <a:lnTo>
                  <a:pt x="8492" y="116"/>
                </a:lnTo>
                <a:lnTo>
                  <a:pt x="8492" y="0"/>
                </a:lnTo>
                <a:moveTo>
                  <a:pt x="8756" y="0"/>
                </a:moveTo>
                <a:lnTo>
                  <a:pt x="8915" y="0"/>
                </a:lnTo>
                <a:lnTo>
                  <a:pt x="8915" y="116"/>
                </a:lnTo>
                <a:lnTo>
                  <a:pt x="8756" y="116"/>
                </a:lnTo>
                <a:lnTo>
                  <a:pt x="8756" y="0"/>
                </a:lnTo>
                <a:moveTo>
                  <a:pt x="9020" y="0"/>
                </a:moveTo>
                <a:lnTo>
                  <a:pt x="9179" y="0"/>
                </a:lnTo>
                <a:lnTo>
                  <a:pt x="9179" y="116"/>
                </a:lnTo>
                <a:lnTo>
                  <a:pt x="9020" y="116"/>
                </a:lnTo>
                <a:lnTo>
                  <a:pt x="9020" y="0"/>
                </a:lnTo>
                <a:moveTo>
                  <a:pt x="9285" y="0"/>
                </a:moveTo>
                <a:lnTo>
                  <a:pt x="9443" y="0"/>
                </a:lnTo>
                <a:lnTo>
                  <a:pt x="9443" y="116"/>
                </a:lnTo>
                <a:lnTo>
                  <a:pt x="9285" y="116"/>
                </a:lnTo>
                <a:lnTo>
                  <a:pt x="9285" y="0"/>
                </a:lnTo>
                <a:moveTo>
                  <a:pt x="9549" y="0"/>
                </a:moveTo>
                <a:lnTo>
                  <a:pt x="9708" y="0"/>
                </a:lnTo>
                <a:lnTo>
                  <a:pt x="9708" y="116"/>
                </a:lnTo>
                <a:lnTo>
                  <a:pt x="9549" y="116"/>
                </a:lnTo>
                <a:lnTo>
                  <a:pt x="9549" y="0"/>
                </a:lnTo>
                <a:moveTo>
                  <a:pt x="9813" y="0"/>
                </a:moveTo>
                <a:lnTo>
                  <a:pt x="9972" y="0"/>
                </a:lnTo>
                <a:lnTo>
                  <a:pt x="9972" y="116"/>
                </a:lnTo>
                <a:lnTo>
                  <a:pt x="9813" y="116"/>
                </a:lnTo>
                <a:lnTo>
                  <a:pt x="9813" y="0"/>
                </a:lnTo>
                <a:moveTo>
                  <a:pt x="10078" y="0"/>
                </a:moveTo>
                <a:lnTo>
                  <a:pt x="10237" y="0"/>
                </a:lnTo>
                <a:lnTo>
                  <a:pt x="10237" y="116"/>
                </a:lnTo>
                <a:lnTo>
                  <a:pt x="10078" y="116"/>
                </a:lnTo>
                <a:lnTo>
                  <a:pt x="10078" y="0"/>
                </a:lnTo>
                <a:moveTo>
                  <a:pt x="10342" y="0"/>
                </a:moveTo>
                <a:lnTo>
                  <a:pt x="10501" y="0"/>
                </a:lnTo>
                <a:lnTo>
                  <a:pt x="10501" y="116"/>
                </a:lnTo>
                <a:lnTo>
                  <a:pt x="10342" y="116"/>
                </a:lnTo>
                <a:lnTo>
                  <a:pt x="10342" y="0"/>
                </a:lnTo>
                <a:moveTo>
                  <a:pt x="10607" y="0"/>
                </a:moveTo>
                <a:lnTo>
                  <a:pt x="10765" y="0"/>
                </a:lnTo>
                <a:lnTo>
                  <a:pt x="10765" y="116"/>
                </a:lnTo>
                <a:lnTo>
                  <a:pt x="10607" y="116"/>
                </a:lnTo>
                <a:lnTo>
                  <a:pt x="10607" y="0"/>
                </a:lnTo>
                <a:moveTo>
                  <a:pt x="10871" y="0"/>
                </a:moveTo>
                <a:lnTo>
                  <a:pt x="11030" y="0"/>
                </a:lnTo>
                <a:lnTo>
                  <a:pt x="11030" y="116"/>
                </a:lnTo>
                <a:lnTo>
                  <a:pt x="10871" y="116"/>
                </a:lnTo>
                <a:lnTo>
                  <a:pt x="10871" y="0"/>
                </a:lnTo>
                <a:moveTo>
                  <a:pt x="11135" y="0"/>
                </a:moveTo>
                <a:lnTo>
                  <a:pt x="11294" y="0"/>
                </a:lnTo>
                <a:lnTo>
                  <a:pt x="11294" y="116"/>
                </a:lnTo>
                <a:lnTo>
                  <a:pt x="11135" y="116"/>
                </a:lnTo>
                <a:lnTo>
                  <a:pt x="11135" y="0"/>
                </a:lnTo>
                <a:moveTo>
                  <a:pt x="11400" y="0"/>
                </a:moveTo>
                <a:lnTo>
                  <a:pt x="11558" y="0"/>
                </a:lnTo>
                <a:lnTo>
                  <a:pt x="11558" y="116"/>
                </a:lnTo>
                <a:lnTo>
                  <a:pt x="11400" y="116"/>
                </a:lnTo>
                <a:lnTo>
                  <a:pt x="11400" y="0"/>
                </a:lnTo>
                <a:moveTo>
                  <a:pt x="11664" y="0"/>
                </a:moveTo>
                <a:lnTo>
                  <a:pt x="11823" y="0"/>
                </a:lnTo>
                <a:lnTo>
                  <a:pt x="11823" y="116"/>
                </a:lnTo>
                <a:lnTo>
                  <a:pt x="11664" y="116"/>
                </a:lnTo>
                <a:lnTo>
                  <a:pt x="11664" y="0"/>
                </a:lnTo>
                <a:moveTo>
                  <a:pt x="11928" y="0"/>
                </a:moveTo>
                <a:lnTo>
                  <a:pt x="12087" y="0"/>
                </a:lnTo>
                <a:lnTo>
                  <a:pt x="12087" y="116"/>
                </a:lnTo>
                <a:lnTo>
                  <a:pt x="11928" y="116"/>
                </a:lnTo>
                <a:lnTo>
                  <a:pt x="11928" y="0"/>
                </a:lnTo>
                <a:moveTo>
                  <a:pt x="12193" y="0"/>
                </a:moveTo>
                <a:lnTo>
                  <a:pt x="12352" y="0"/>
                </a:lnTo>
                <a:lnTo>
                  <a:pt x="12352" y="116"/>
                </a:lnTo>
                <a:lnTo>
                  <a:pt x="12193" y="116"/>
                </a:lnTo>
                <a:lnTo>
                  <a:pt x="12193" y="0"/>
                </a:lnTo>
                <a:moveTo>
                  <a:pt x="12457" y="0"/>
                </a:moveTo>
                <a:lnTo>
                  <a:pt x="12616" y="0"/>
                </a:lnTo>
                <a:lnTo>
                  <a:pt x="12616" y="116"/>
                </a:lnTo>
                <a:lnTo>
                  <a:pt x="12457" y="116"/>
                </a:lnTo>
                <a:lnTo>
                  <a:pt x="12457" y="0"/>
                </a:lnTo>
                <a:moveTo>
                  <a:pt x="12722" y="0"/>
                </a:moveTo>
                <a:lnTo>
                  <a:pt x="12880" y="0"/>
                </a:lnTo>
                <a:lnTo>
                  <a:pt x="12880" y="116"/>
                </a:lnTo>
                <a:lnTo>
                  <a:pt x="12722" y="116"/>
                </a:lnTo>
                <a:lnTo>
                  <a:pt x="12722" y="0"/>
                </a:lnTo>
                <a:moveTo>
                  <a:pt x="12986" y="0"/>
                </a:moveTo>
                <a:lnTo>
                  <a:pt x="13145" y="0"/>
                </a:lnTo>
                <a:lnTo>
                  <a:pt x="13145" y="116"/>
                </a:lnTo>
                <a:lnTo>
                  <a:pt x="12986" y="116"/>
                </a:lnTo>
                <a:lnTo>
                  <a:pt x="12986" y="0"/>
                </a:lnTo>
                <a:moveTo>
                  <a:pt x="13250" y="0"/>
                </a:moveTo>
                <a:lnTo>
                  <a:pt x="13410" y="0"/>
                </a:lnTo>
                <a:lnTo>
                  <a:pt x="13410" y="116"/>
                </a:lnTo>
                <a:lnTo>
                  <a:pt x="13250" y="116"/>
                </a:lnTo>
                <a:lnTo>
                  <a:pt x="13250" y="0"/>
                </a:lnTo>
                <a:moveTo>
                  <a:pt x="13516" y="0"/>
                </a:moveTo>
                <a:lnTo>
                  <a:pt x="13674" y="0"/>
                </a:lnTo>
                <a:lnTo>
                  <a:pt x="13674" y="116"/>
                </a:lnTo>
                <a:lnTo>
                  <a:pt x="13516" y="116"/>
                </a:lnTo>
                <a:lnTo>
                  <a:pt x="13516" y="0"/>
                </a:lnTo>
                <a:moveTo>
                  <a:pt x="13780" y="0"/>
                </a:moveTo>
                <a:lnTo>
                  <a:pt x="13939" y="0"/>
                </a:lnTo>
                <a:lnTo>
                  <a:pt x="13939" y="116"/>
                </a:lnTo>
                <a:lnTo>
                  <a:pt x="13780" y="116"/>
                </a:lnTo>
                <a:lnTo>
                  <a:pt x="13780" y="0"/>
                </a:lnTo>
                <a:moveTo>
                  <a:pt x="14044" y="0"/>
                </a:moveTo>
                <a:lnTo>
                  <a:pt x="14203" y="0"/>
                </a:lnTo>
                <a:lnTo>
                  <a:pt x="14203" y="116"/>
                </a:lnTo>
                <a:lnTo>
                  <a:pt x="14044" y="116"/>
                </a:lnTo>
                <a:lnTo>
                  <a:pt x="14044" y="0"/>
                </a:lnTo>
                <a:moveTo>
                  <a:pt x="14309" y="0"/>
                </a:moveTo>
                <a:lnTo>
                  <a:pt x="14467" y="0"/>
                </a:lnTo>
                <a:lnTo>
                  <a:pt x="14467" y="116"/>
                </a:lnTo>
                <a:lnTo>
                  <a:pt x="14309" y="116"/>
                </a:lnTo>
                <a:lnTo>
                  <a:pt x="14309" y="0"/>
                </a:lnTo>
                <a:moveTo>
                  <a:pt x="14573" y="0"/>
                </a:moveTo>
                <a:lnTo>
                  <a:pt x="14732" y="0"/>
                </a:lnTo>
                <a:lnTo>
                  <a:pt x="14732" y="116"/>
                </a:lnTo>
                <a:lnTo>
                  <a:pt x="14573" y="116"/>
                </a:lnTo>
                <a:lnTo>
                  <a:pt x="14573" y="0"/>
                </a:lnTo>
                <a:moveTo>
                  <a:pt x="14837" y="0"/>
                </a:moveTo>
                <a:lnTo>
                  <a:pt x="14996" y="0"/>
                </a:lnTo>
                <a:lnTo>
                  <a:pt x="14996" y="116"/>
                </a:lnTo>
                <a:lnTo>
                  <a:pt x="14837" y="116"/>
                </a:lnTo>
                <a:lnTo>
                  <a:pt x="14837" y="0"/>
                </a:lnTo>
                <a:moveTo>
                  <a:pt x="15102" y="0"/>
                </a:moveTo>
                <a:lnTo>
                  <a:pt x="15261" y="0"/>
                </a:lnTo>
                <a:lnTo>
                  <a:pt x="15261" y="116"/>
                </a:lnTo>
                <a:lnTo>
                  <a:pt x="15102" y="116"/>
                </a:lnTo>
                <a:lnTo>
                  <a:pt x="15102" y="0"/>
                </a:lnTo>
                <a:moveTo>
                  <a:pt x="15366" y="0"/>
                </a:moveTo>
                <a:lnTo>
                  <a:pt x="15525" y="0"/>
                </a:lnTo>
                <a:lnTo>
                  <a:pt x="15525" y="116"/>
                </a:lnTo>
                <a:lnTo>
                  <a:pt x="15366" y="116"/>
                </a:lnTo>
                <a:lnTo>
                  <a:pt x="15366" y="0"/>
                </a:lnTo>
                <a:moveTo>
                  <a:pt x="15631" y="0"/>
                </a:moveTo>
                <a:lnTo>
                  <a:pt x="15789" y="0"/>
                </a:lnTo>
                <a:lnTo>
                  <a:pt x="15789" y="116"/>
                </a:lnTo>
                <a:lnTo>
                  <a:pt x="15631" y="116"/>
                </a:lnTo>
                <a:lnTo>
                  <a:pt x="15631" y="0"/>
                </a:lnTo>
                <a:moveTo>
                  <a:pt x="15895" y="0"/>
                </a:moveTo>
                <a:lnTo>
                  <a:pt x="16054" y="0"/>
                </a:lnTo>
                <a:lnTo>
                  <a:pt x="16054" y="116"/>
                </a:lnTo>
                <a:lnTo>
                  <a:pt x="15895" y="116"/>
                </a:lnTo>
                <a:lnTo>
                  <a:pt x="15895" y="0"/>
                </a:lnTo>
                <a:moveTo>
                  <a:pt x="16159" y="0"/>
                </a:moveTo>
                <a:lnTo>
                  <a:pt x="16318" y="0"/>
                </a:lnTo>
                <a:lnTo>
                  <a:pt x="16318" y="116"/>
                </a:lnTo>
                <a:lnTo>
                  <a:pt x="16159" y="116"/>
                </a:lnTo>
                <a:lnTo>
                  <a:pt x="16159" y="0"/>
                </a:lnTo>
                <a:moveTo>
                  <a:pt x="16424" y="0"/>
                </a:moveTo>
                <a:lnTo>
                  <a:pt x="16582" y="0"/>
                </a:lnTo>
                <a:lnTo>
                  <a:pt x="16582" y="116"/>
                </a:lnTo>
                <a:lnTo>
                  <a:pt x="16424" y="116"/>
                </a:lnTo>
                <a:lnTo>
                  <a:pt x="16424" y="0"/>
                </a:lnTo>
                <a:moveTo>
                  <a:pt x="16688" y="0"/>
                </a:moveTo>
                <a:lnTo>
                  <a:pt x="16847" y="0"/>
                </a:lnTo>
                <a:lnTo>
                  <a:pt x="16847" y="116"/>
                </a:lnTo>
                <a:lnTo>
                  <a:pt x="16688" y="116"/>
                </a:lnTo>
                <a:lnTo>
                  <a:pt x="16688" y="0"/>
                </a:lnTo>
                <a:moveTo>
                  <a:pt x="16952" y="0"/>
                </a:moveTo>
                <a:lnTo>
                  <a:pt x="17111" y="0"/>
                </a:lnTo>
                <a:lnTo>
                  <a:pt x="17111" y="116"/>
                </a:lnTo>
                <a:lnTo>
                  <a:pt x="16952" y="116"/>
                </a:lnTo>
                <a:lnTo>
                  <a:pt x="16952" y="0"/>
                </a:lnTo>
                <a:moveTo>
                  <a:pt x="17217" y="0"/>
                </a:moveTo>
                <a:lnTo>
                  <a:pt x="17376" y="0"/>
                </a:lnTo>
                <a:lnTo>
                  <a:pt x="17376" y="116"/>
                </a:lnTo>
                <a:lnTo>
                  <a:pt x="17217" y="116"/>
                </a:lnTo>
                <a:lnTo>
                  <a:pt x="17217" y="0"/>
                </a:lnTo>
                <a:moveTo>
                  <a:pt x="17481" y="0"/>
                </a:moveTo>
                <a:lnTo>
                  <a:pt x="17640" y="0"/>
                </a:lnTo>
                <a:lnTo>
                  <a:pt x="17640" y="116"/>
                </a:lnTo>
                <a:lnTo>
                  <a:pt x="17481" y="116"/>
                </a:lnTo>
                <a:lnTo>
                  <a:pt x="17481" y="0"/>
                </a:lnTo>
                <a:moveTo>
                  <a:pt x="17746" y="0"/>
                </a:moveTo>
                <a:lnTo>
                  <a:pt x="17904" y="0"/>
                </a:lnTo>
                <a:lnTo>
                  <a:pt x="17904" y="116"/>
                </a:lnTo>
                <a:lnTo>
                  <a:pt x="17746" y="116"/>
                </a:lnTo>
                <a:lnTo>
                  <a:pt x="17746" y="0"/>
                </a:lnTo>
                <a:moveTo>
                  <a:pt x="18010" y="0"/>
                </a:moveTo>
                <a:lnTo>
                  <a:pt x="18169" y="0"/>
                </a:lnTo>
                <a:lnTo>
                  <a:pt x="18169" y="116"/>
                </a:lnTo>
                <a:lnTo>
                  <a:pt x="18010" y="116"/>
                </a:lnTo>
                <a:lnTo>
                  <a:pt x="18010" y="0"/>
                </a:lnTo>
                <a:moveTo>
                  <a:pt x="18274" y="0"/>
                </a:moveTo>
                <a:lnTo>
                  <a:pt x="18433" y="0"/>
                </a:lnTo>
                <a:lnTo>
                  <a:pt x="18433" y="116"/>
                </a:lnTo>
                <a:lnTo>
                  <a:pt x="18274" y="116"/>
                </a:lnTo>
                <a:lnTo>
                  <a:pt x="18274" y="0"/>
                </a:lnTo>
                <a:moveTo>
                  <a:pt x="18539" y="0"/>
                </a:moveTo>
                <a:lnTo>
                  <a:pt x="18697" y="0"/>
                </a:lnTo>
                <a:lnTo>
                  <a:pt x="18697" y="116"/>
                </a:lnTo>
                <a:lnTo>
                  <a:pt x="18539" y="116"/>
                </a:lnTo>
                <a:lnTo>
                  <a:pt x="18539" y="0"/>
                </a:lnTo>
                <a:moveTo>
                  <a:pt x="18803" y="0"/>
                </a:moveTo>
                <a:lnTo>
                  <a:pt x="18962" y="0"/>
                </a:lnTo>
                <a:lnTo>
                  <a:pt x="18962" y="116"/>
                </a:lnTo>
                <a:lnTo>
                  <a:pt x="18803" y="116"/>
                </a:lnTo>
                <a:lnTo>
                  <a:pt x="18803" y="0"/>
                </a:lnTo>
                <a:moveTo>
                  <a:pt x="19067" y="0"/>
                </a:moveTo>
                <a:lnTo>
                  <a:pt x="19226" y="0"/>
                </a:lnTo>
                <a:lnTo>
                  <a:pt x="19226" y="116"/>
                </a:lnTo>
                <a:lnTo>
                  <a:pt x="19067" y="116"/>
                </a:lnTo>
                <a:lnTo>
                  <a:pt x="19067" y="0"/>
                </a:lnTo>
                <a:moveTo>
                  <a:pt x="19332" y="0"/>
                </a:moveTo>
                <a:lnTo>
                  <a:pt x="19490" y="0"/>
                </a:lnTo>
                <a:lnTo>
                  <a:pt x="19490" y="116"/>
                </a:lnTo>
                <a:lnTo>
                  <a:pt x="19332" y="116"/>
                </a:lnTo>
                <a:lnTo>
                  <a:pt x="19332" y="0"/>
                </a:lnTo>
                <a:moveTo>
                  <a:pt x="19596" y="0"/>
                </a:moveTo>
                <a:lnTo>
                  <a:pt x="19755" y="0"/>
                </a:lnTo>
                <a:lnTo>
                  <a:pt x="19755" y="116"/>
                </a:lnTo>
                <a:lnTo>
                  <a:pt x="19596" y="116"/>
                </a:lnTo>
                <a:lnTo>
                  <a:pt x="19596" y="0"/>
                </a:lnTo>
                <a:moveTo>
                  <a:pt x="19860" y="0"/>
                </a:moveTo>
                <a:lnTo>
                  <a:pt x="20019" y="0"/>
                </a:lnTo>
                <a:lnTo>
                  <a:pt x="20019" y="116"/>
                </a:lnTo>
                <a:lnTo>
                  <a:pt x="19860" y="116"/>
                </a:lnTo>
                <a:lnTo>
                  <a:pt x="19860" y="0"/>
                </a:lnTo>
                <a:moveTo>
                  <a:pt x="20125" y="0"/>
                </a:moveTo>
                <a:lnTo>
                  <a:pt x="20284" y="0"/>
                </a:lnTo>
                <a:lnTo>
                  <a:pt x="20284" y="116"/>
                </a:lnTo>
                <a:lnTo>
                  <a:pt x="20125" y="116"/>
                </a:lnTo>
                <a:lnTo>
                  <a:pt x="20125" y="0"/>
                </a:lnTo>
                <a:moveTo>
                  <a:pt x="20389" y="0"/>
                </a:moveTo>
                <a:lnTo>
                  <a:pt x="20548" y="0"/>
                </a:lnTo>
                <a:lnTo>
                  <a:pt x="20548" y="116"/>
                </a:lnTo>
                <a:lnTo>
                  <a:pt x="20389" y="116"/>
                </a:lnTo>
                <a:lnTo>
                  <a:pt x="20389" y="0"/>
                </a:lnTo>
                <a:moveTo>
                  <a:pt x="20654" y="0"/>
                </a:moveTo>
                <a:lnTo>
                  <a:pt x="20812" y="0"/>
                </a:lnTo>
                <a:lnTo>
                  <a:pt x="20812" y="116"/>
                </a:lnTo>
                <a:lnTo>
                  <a:pt x="20654" y="116"/>
                </a:lnTo>
                <a:lnTo>
                  <a:pt x="20654" y="0"/>
                </a:lnTo>
                <a:moveTo>
                  <a:pt x="20918" y="0"/>
                </a:moveTo>
                <a:lnTo>
                  <a:pt x="21077" y="0"/>
                </a:lnTo>
                <a:lnTo>
                  <a:pt x="21077" y="116"/>
                </a:lnTo>
                <a:lnTo>
                  <a:pt x="20918" y="116"/>
                </a:lnTo>
                <a:lnTo>
                  <a:pt x="20918" y="0"/>
                </a:lnTo>
                <a:moveTo>
                  <a:pt x="21182" y="0"/>
                </a:moveTo>
                <a:lnTo>
                  <a:pt x="21341" y="0"/>
                </a:lnTo>
                <a:lnTo>
                  <a:pt x="21341" y="116"/>
                </a:lnTo>
                <a:lnTo>
                  <a:pt x="21182" y="116"/>
                </a:lnTo>
                <a:lnTo>
                  <a:pt x="21182" y="0"/>
                </a:lnTo>
                <a:moveTo>
                  <a:pt x="21447" y="0"/>
                </a:moveTo>
                <a:lnTo>
                  <a:pt x="21605" y="0"/>
                </a:lnTo>
                <a:lnTo>
                  <a:pt x="21605" y="116"/>
                </a:lnTo>
                <a:lnTo>
                  <a:pt x="21447" y="116"/>
                </a:lnTo>
                <a:lnTo>
                  <a:pt x="21447" y="0"/>
                </a:lnTo>
                <a:moveTo>
                  <a:pt x="21711" y="0"/>
                </a:moveTo>
                <a:lnTo>
                  <a:pt x="21870" y="0"/>
                </a:lnTo>
                <a:lnTo>
                  <a:pt x="21870" y="116"/>
                </a:lnTo>
                <a:lnTo>
                  <a:pt x="21711" y="116"/>
                </a:lnTo>
                <a:lnTo>
                  <a:pt x="21711" y="0"/>
                </a:lnTo>
                <a:moveTo>
                  <a:pt x="21975" y="0"/>
                </a:moveTo>
                <a:lnTo>
                  <a:pt x="22134" y="0"/>
                </a:lnTo>
                <a:lnTo>
                  <a:pt x="22134" y="116"/>
                </a:lnTo>
                <a:lnTo>
                  <a:pt x="21975" y="116"/>
                </a:lnTo>
                <a:lnTo>
                  <a:pt x="21975" y="0"/>
                </a:lnTo>
                <a:moveTo>
                  <a:pt x="22240" y="0"/>
                </a:moveTo>
                <a:lnTo>
                  <a:pt x="22399" y="0"/>
                </a:lnTo>
                <a:lnTo>
                  <a:pt x="22399" y="116"/>
                </a:lnTo>
                <a:lnTo>
                  <a:pt x="22240" y="116"/>
                </a:lnTo>
                <a:lnTo>
                  <a:pt x="22240" y="0"/>
                </a:lnTo>
                <a:moveTo>
                  <a:pt x="22504" y="0"/>
                </a:moveTo>
                <a:lnTo>
                  <a:pt x="22663" y="0"/>
                </a:lnTo>
                <a:lnTo>
                  <a:pt x="22663" y="116"/>
                </a:lnTo>
                <a:lnTo>
                  <a:pt x="22504" y="116"/>
                </a:lnTo>
                <a:lnTo>
                  <a:pt x="22504" y="0"/>
                </a:lnTo>
                <a:moveTo>
                  <a:pt x="22769" y="0"/>
                </a:moveTo>
                <a:lnTo>
                  <a:pt x="22927" y="0"/>
                </a:lnTo>
                <a:lnTo>
                  <a:pt x="22927" y="116"/>
                </a:lnTo>
                <a:lnTo>
                  <a:pt x="22769" y="116"/>
                </a:lnTo>
                <a:lnTo>
                  <a:pt x="22769" y="0"/>
                </a:lnTo>
                <a:moveTo>
                  <a:pt x="23033" y="0"/>
                </a:moveTo>
                <a:lnTo>
                  <a:pt x="23192" y="0"/>
                </a:lnTo>
                <a:lnTo>
                  <a:pt x="23192" y="116"/>
                </a:lnTo>
                <a:lnTo>
                  <a:pt x="23033" y="116"/>
                </a:lnTo>
                <a:lnTo>
                  <a:pt x="23033" y="0"/>
                </a:lnTo>
                <a:moveTo>
                  <a:pt x="23297" y="0"/>
                </a:moveTo>
                <a:lnTo>
                  <a:pt x="23456" y="0"/>
                </a:lnTo>
                <a:lnTo>
                  <a:pt x="23456" y="116"/>
                </a:lnTo>
                <a:lnTo>
                  <a:pt x="23297" y="116"/>
                </a:lnTo>
                <a:lnTo>
                  <a:pt x="23297" y="0"/>
                </a:lnTo>
                <a:moveTo>
                  <a:pt x="23562" y="0"/>
                </a:moveTo>
                <a:lnTo>
                  <a:pt x="23720" y="0"/>
                </a:lnTo>
                <a:lnTo>
                  <a:pt x="23720" y="116"/>
                </a:lnTo>
                <a:lnTo>
                  <a:pt x="23562" y="116"/>
                </a:lnTo>
                <a:lnTo>
                  <a:pt x="23562" y="0"/>
                </a:lnTo>
                <a:moveTo>
                  <a:pt x="23826" y="0"/>
                </a:moveTo>
                <a:lnTo>
                  <a:pt x="23985" y="0"/>
                </a:lnTo>
                <a:lnTo>
                  <a:pt x="23985" y="116"/>
                </a:lnTo>
                <a:lnTo>
                  <a:pt x="23826" y="116"/>
                </a:lnTo>
                <a:lnTo>
                  <a:pt x="23826" y="0"/>
                </a:lnTo>
                <a:moveTo>
                  <a:pt x="24090" y="0"/>
                </a:moveTo>
                <a:lnTo>
                  <a:pt x="24249" y="0"/>
                </a:lnTo>
                <a:lnTo>
                  <a:pt x="24249" y="116"/>
                </a:lnTo>
                <a:lnTo>
                  <a:pt x="24090" y="116"/>
                </a:lnTo>
                <a:lnTo>
                  <a:pt x="24090" y="0"/>
                </a:lnTo>
                <a:moveTo>
                  <a:pt x="24355" y="0"/>
                </a:moveTo>
                <a:lnTo>
                  <a:pt x="24514" y="0"/>
                </a:lnTo>
                <a:lnTo>
                  <a:pt x="24514" y="116"/>
                </a:lnTo>
                <a:lnTo>
                  <a:pt x="24355" y="116"/>
                </a:lnTo>
                <a:lnTo>
                  <a:pt x="24355" y="0"/>
                </a:lnTo>
                <a:moveTo>
                  <a:pt x="24619" y="0"/>
                </a:moveTo>
                <a:lnTo>
                  <a:pt x="24778" y="0"/>
                </a:lnTo>
                <a:lnTo>
                  <a:pt x="24778" y="116"/>
                </a:lnTo>
                <a:lnTo>
                  <a:pt x="24619" y="116"/>
                </a:lnTo>
                <a:lnTo>
                  <a:pt x="24619" y="0"/>
                </a:lnTo>
                <a:moveTo>
                  <a:pt x="24883" y="0"/>
                </a:moveTo>
                <a:lnTo>
                  <a:pt x="25042" y="0"/>
                </a:lnTo>
                <a:lnTo>
                  <a:pt x="25042" y="116"/>
                </a:lnTo>
                <a:lnTo>
                  <a:pt x="24883" y="116"/>
                </a:lnTo>
                <a:lnTo>
                  <a:pt x="24883" y="0"/>
                </a:lnTo>
                <a:moveTo>
                  <a:pt x="25148" y="0"/>
                </a:moveTo>
                <a:lnTo>
                  <a:pt x="25307" y="0"/>
                </a:lnTo>
                <a:lnTo>
                  <a:pt x="25307" y="116"/>
                </a:lnTo>
                <a:lnTo>
                  <a:pt x="25148" y="116"/>
                </a:lnTo>
                <a:lnTo>
                  <a:pt x="25148" y="0"/>
                </a:lnTo>
                <a:moveTo>
                  <a:pt x="25412" y="0"/>
                </a:moveTo>
                <a:lnTo>
                  <a:pt x="25571" y="0"/>
                </a:lnTo>
                <a:lnTo>
                  <a:pt x="25571" y="116"/>
                </a:lnTo>
                <a:lnTo>
                  <a:pt x="25412" y="116"/>
                </a:lnTo>
                <a:lnTo>
                  <a:pt x="25412" y="0"/>
                </a:lnTo>
                <a:moveTo>
                  <a:pt x="25677" y="0"/>
                </a:moveTo>
                <a:lnTo>
                  <a:pt x="25835" y="0"/>
                </a:lnTo>
                <a:lnTo>
                  <a:pt x="25835" y="116"/>
                </a:lnTo>
                <a:lnTo>
                  <a:pt x="25677" y="116"/>
                </a:lnTo>
                <a:lnTo>
                  <a:pt x="25677" y="0"/>
                </a:lnTo>
                <a:moveTo>
                  <a:pt x="25941" y="0"/>
                </a:moveTo>
                <a:lnTo>
                  <a:pt x="26100" y="0"/>
                </a:lnTo>
                <a:lnTo>
                  <a:pt x="26100" y="116"/>
                </a:lnTo>
                <a:lnTo>
                  <a:pt x="25941" y="116"/>
                </a:lnTo>
                <a:lnTo>
                  <a:pt x="25941" y="0"/>
                </a:lnTo>
                <a:moveTo>
                  <a:pt x="26205" y="0"/>
                </a:moveTo>
                <a:lnTo>
                  <a:pt x="26364" y="0"/>
                </a:lnTo>
                <a:lnTo>
                  <a:pt x="26364" y="116"/>
                </a:lnTo>
                <a:lnTo>
                  <a:pt x="26205" y="116"/>
                </a:lnTo>
                <a:lnTo>
                  <a:pt x="26205" y="0"/>
                </a:lnTo>
                <a:moveTo>
                  <a:pt x="26470" y="0"/>
                </a:moveTo>
                <a:lnTo>
                  <a:pt x="26628" y="0"/>
                </a:lnTo>
                <a:lnTo>
                  <a:pt x="26628" y="116"/>
                </a:lnTo>
                <a:lnTo>
                  <a:pt x="26470" y="116"/>
                </a:lnTo>
                <a:lnTo>
                  <a:pt x="26470" y="0"/>
                </a:lnTo>
                <a:moveTo>
                  <a:pt x="26734" y="0"/>
                </a:moveTo>
                <a:lnTo>
                  <a:pt x="26893" y="0"/>
                </a:lnTo>
                <a:lnTo>
                  <a:pt x="26893" y="116"/>
                </a:lnTo>
                <a:lnTo>
                  <a:pt x="26734" y="116"/>
                </a:lnTo>
                <a:lnTo>
                  <a:pt x="26734" y="0"/>
                </a:lnTo>
                <a:moveTo>
                  <a:pt x="26998" y="0"/>
                </a:moveTo>
                <a:lnTo>
                  <a:pt x="27157" y="0"/>
                </a:lnTo>
                <a:lnTo>
                  <a:pt x="27157" y="116"/>
                </a:lnTo>
                <a:lnTo>
                  <a:pt x="26998" y="116"/>
                </a:lnTo>
                <a:lnTo>
                  <a:pt x="26998" y="0"/>
                </a:lnTo>
                <a:moveTo>
                  <a:pt x="27263" y="0"/>
                </a:moveTo>
                <a:lnTo>
                  <a:pt x="27422" y="0"/>
                </a:lnTo>
                <a:lnTo>
                  <a:pt x="27422" y="116"/>
                </a:lnTo>
                <a:lnTo>
                  <a:pt x="27263" y="116"/>
                </a:lnTo>
                <a:lnTo>
                  <a:pt x="27263" y="0"/>
                </a:lnTo>
                <a:moveTo>
                  <a:pt x="27527" y="0"/>
                </a:moveTo>
                <a:lnTo>
                  <a:pt x="27686" y="0"/>
                </a:lnTo>
                <a:lnTo>
                  <a:pt x="27686" y="116"/>
                </a:lnTo>
                <a:lnTo>
                  <a:pt x="27527" y="116"/>
                </a:lnTo>
                <a:lnTo>
                  <a:pt x="27527" y="0"/>
                </a:lnTo>
                <a:moveTo>
                  <a:pt x="27792" y="0"/>
                </a:moveTo>
                <a:lnTo>
                  <a:pt x="27950" y="0"/>
                </a:lnTo>
                <a:lnTo>
                  <a:pt x="27950" y="116"/>
                </a:lnTo>
                <a:lnTo>
                  <a:pt x="27792" y="116"/>
                </a:lnTo>
                <a:lnTo>
                  <a:pt x="27792" y="0"/>
                </a:lnTo>
                <a:moveTo>
                  <a:pt x="28056" y="0"/>
                </a:moveTo>
                <a:lnTo>
                  <a:pt x="28215" y="0"/>
                </a:lnTo>
                <a:lnTo>
                  <a:pt x="28215" y="116"/>
                </a:lnTo>
                <a:lnTo>
                  <a:pt x="28056" y="116"/>
                </a:lnTo>
                <a:lnTo>
                  <a:pt x="28056" y="0"/>
                </a:lnTo>
                <a:moveTo>
                  <a:pt x="28320" y="0"/>
                </a:moveTo>
                <a:lnTo>
                  <a:pt x="28479" y="0"/>
                </a:lnTo>
                <a:lnTo>
                  <a:pt x="28479" y="116"/>
                </a:lnTo>
                <a:lnTo>
                  <a:pt x="28320" y="116"/>
                </a:lnTo>
                <a:lnTo>
                  <a:pt x="28320" y="0"/>
                </a:lnTo>
                <a:moveTo>
                  <a:pt x="28585" y="0"/>
                </a:moveTo>
                <a:lnTo>
                  <a:pt x="28743" y="0"/>
                </a:lnTo>
                <a:lnTo>
                  <a:pt x="28743" y="116"/>
                </a:lnTo>
                <a:lnTo>
                  <a:pt x="28585" y="116"/>
                </a:lnTo>
                <a:lnTo>
                  <a:pt x="28585" y="0"/>
                </a:lnTo>
                <a:moveTo>
                  <a:pt x="28849" y="0"/>
                </a:moveTo>
                <a:lnTo>
                  <a:pt x="29008" y="0"/>
                </a:lnTo>
                <a:lnTo>
                  <a:pt x="29008" y="116"/>
                </a:lnTo>
                <a:lnTo>
                  <a:pt x="28849" y="116"/>
                </a:lnTo>
                <a:lnTo>
                  <a:pt x="28849" y="0"/>
                </a:lnTo>
                <a:moveTo>
                  <a:pt x="29113" y="0"/>
                </a:moveTo>
                <a:lnTo>
                  <a:pt x="29272" y="0"/>
                </a:lnTo>
                <a:lnTo>
                  <a:pt x="29272" y="116"/>
                </a:lnTo>
                <a:lnTo>
                  <a:pt x="29113" y="116"/>
                </a:lnTo>
                <a:lnTo>
                  <a:pt x="29113" y="0"/>
                </a:lnTo>
                <a:moveTo>
                  <a:pt x="29378" y="0"/>
                </a:moveTo>
                <a:lnTo>
                  <a:pt x="29537" y="0"/>
                </a:lnTo>
                <a:lnTo>
                  <a:pt x="29537" y="116"/>
                </a:lnTo>
                <a:lnTo>
                  <a:pt x="29378" y="116"/>
                </a:lnTo>
                <a:lnTo>
                  <a:pt x="29378" y="0"/>
                </a:lnTo>
                <a:moveTo>
                  <a:pt x="29642" y="0"/>
                </a:moveTo>
                <a:lnTo>
                  <a:pt x="29801" y="0"/>
                </a:lnTo>
                <a:lnTo>
                  <a:pt x="29801" y="116"/>
                </a:lnTo>
                <a:lnTo>
                  <a:pt x="29642" y="116"/>
                </a:lnTo>
                <a:lnTo>
                  <a:pt x="29642" y="0"/>
                </a:lnTo>
                <a:moveTo>
                  <a:pt x="29907" y="0"/>
                </a:moveTo>
                <a:lnTo>
                  <a:pt x="29930" y="0"/>
                </a:lnTo>
                <a:cubicBezTo>
                  <a:pt x="29988" y="0"/>
                  <a:pt x="30041" y="16"/>
                  <a:pt x="30090" y="46"/>
                </a:cubicBezTo>
                <a:lnTo>
                  <a:pt x="30027" y="145"/>
                </a:lnTo>
                <a:cubicBezTo>
                  <a:pt x="29998" y="126"/>
                  <a:pt x="29965" y="116"/>
                  <a:pt x="29930" y="116"/>
                </a:cubicBezTo>
                <a:lnTo>
                  <a:pt x="29907" y="116"/>
                </a:lnTo>
                <a:lnTo>
                  <a:pt x="29907" y="0"/>
                </a:lnTo>
                <a:moveTo>
                  <a:pt x="30183" y="141"/>
                </a:moveTo>
                <a:cubicBezTo>
                  <a:pt x="30212" y="189"/>
                  <a:pt x="30227" y="240"/>
                  <a:pt x="30227" y="296"/>
                </a:cubicBezTo>
                <a:lnTo>
                  <a:pt x="30227" y="324"/>
                </a:lnTo>
                <a:lnTo>
                  <a:pt x="30110" y="324"/>
                </a:lnTo>
                <a:lnTo>
                  <a:pt x="30110" y="296"/>
                </a:lnTo>
                <a:cubicBezTo>
                  <a:pt x="30110" y="262"/>
                  <a:pt x="30101" y="231"/>
                  <a:pt x="30084" y="202"/>
                </a:cubicBezTo>
                <a:lnTo>
                  <a:pt x="30183" y="141"/>
                </a:lnTo>
                <a:moveTo>
                  <a:pt x="30227" y="429"/>
                </a:moveTo>
                <a:lnTo>
                  <a:pt x="30227" y="588"/>
                </a:lnTo>
                <a:lnTo>
                  <a:pt x="30110" y="588"/>
                </a:lnTo>
                <a:lnTo>
                  <a:pt x="30110" y="429"/>
                </a:lnTo>
                <a:lnTo>
                  <a:pt x="30227" y="429"/>
                </a:lnTo>
                <a:moveTo>
                  <a:pt x="30227" y="694"/>
                </a:moveTo>
                <a:lnTo>
                  <a:pt x="30227" y="854"/>
                </a:lnTo>
                <a:lnTo>
                  <a:pt x="30110" y="854"/>
                </a:lnTo>
                <a:lnTo>
                  <a:pt x="30110" y="694"/>
                </a:lnTo>
                <a:lnTo>
                  <a:pt x="30227" y="694"/>
                </a:lnTo>
                <a:moveTo>
                  <a:pt x="30227" y="959"/>
                </a:moveTo>
                <a:lnTo>
                  <a:pt x="30227" y="1118"/>
                </a:lnTo>
                <a:lnTo>
                  <a:pt x="30110" y="1118"/>
                </a:lnTo>
                <a:lnTo>
                  <a:pt x="30110" y="959"/>
                </a:lnTo>
                <a:lnTo>
                  <a:pt x="30227" y="959"/>
                </a:lnTo>
                <a:moveTo>
                  <a:pt x="30227" y="1224"/>
                </a:moveTo>
                <a:lnTo>
                  <a:pt x="30227" y="1382"/>
                </a:lnTo>
                <a:lnTo>
                  <a:pt x="30110" y="1382"/>
                </a:lnTo>
                <a:lnTo>
                  <a:pt x="30110" y="1224"/>
                </a:lnTo>
                <a:lnTo>
                  <a:pt x="30227" y="1224"/>
                </a:lnTo>
                <a:moveTo>
                  <a:pt x="30227" y="1488"/>
                </a:moveTo>
                <a:lnTo>
                  <a:pt x="30227" y="1647"/>
                </a:lnTo>
                <a:lnTo>
                  <a:pt x="30110" y="1647"/>
                </a:lnTo>
                <a:lnTo>
                  <a:pt x="30110" y="1488"/>
                </a:lnTo>
                <a:lnTo>
                  <a:pt x="30227" y="1488"/>
                </a:lnTo>
                <a:moveTo>
                  <a:pt x="30227" y="1752"/>
                </a:moveTo>
                <a:lnTo>
                  <a:pt x="30227" y="1911"/>
                </a:lnTo>
                <a:lnTo>
                  <a:pt x="30110" y="1911"/>
                </a:lnTo>
                <a:lnTo>
                  <a:pt x="30110" y="1752"/>
                </a:lnTo>
                <a:lnTo>
                  <a:pt x="30227" y="1752"/>
                </a:lnTo>
                <a:moveTo>
                  <a:pt x="30227" y="2017"/>
                </a:moveTo>
                <a:lnTo>
                  <a:pt x="30227" y="2175"/>
                </a:lnTo>
                <a:lnTo>
                  <a:pt x="30110" y="2175"/>
                </a:lnTo>
                <a:lnTo>
                  <a:pt x="30110" y="2017"/>
                </a:lnTo>
                <a:lnTo>
                  <a:pt x="30227" y="2017"/>
                </a:lnTo>
                <a:moveTo>
                  <a:pt x="30227" y="2281"/>
                </a:moveTo>
                <a:lnTo>
                  <a:pt x="30227" y="2440"/>
                </a:lnTo>
                <a:lnTo>
                  <a:pt x="30110" y="2440"/>
                </a:lnTo>
                <a:lnTo>
                  <a:pt x="30110" y="2281"/>
                </a:lnTo>
                <a:lnTo>
                  <a:pt x="30227" y="2281"/>
                </a:lnTo>
                <a:moveTo>
                  <a:pt x="30227" y="2545"/>
                </a:moveTo>
                <a:lnTo>
                  <a:pt x="30227" y="2573"/>
                </a:lnTo>
                <a:cubicBezTo>
                  <a:pt x="30227" y="2629"/>
                  <a:pt x="30212" y="2681"/>
                  <a:pt x="30183" y="2728"/>
                </a:cubicBezTo>
                <a:lnTo>
                  <a:pt x="30084" y="2667"/>
                </a:lnTo>
                <a:cubicBezTo>
                  <a:pt x="30101" y="2638"/>
                  <a:pt x="30110" y="2607"/>
                  <a:pt x="30110" y="2573"/>
                </a:cubicBezTo>
                <a:lnTo>
                  <a:pt x="30110" y="2545"/>
                </a:lnTo>
                <a:lnTo>
                  <a:pt x="30227" y="2545"/>
                </a:lnTo>
                <a:moveTo>
                  <a:pt x="30090" y="2823"/>
                </a:moveTo>
                <a:cubicBezTo>
                  <a:pt x="30041" y="2854"/>
                  <a:pt x="29988" y="2869"/>
                  <a:pt x="29930" y="2869"/>
                </a:cubicBezTo>
                <a:lnTo>
                  <a:pt x="29906" y="2869"/>
                </a:lnTo>
                <a:lnTo>
                  <a:pt x="29906" y="2753"/>
                </a:lnTo>
                <a:lnTo>
                  <a:pt x="29930" y="2753"/>
                </a:lnTo>
                <a:cubicBezTo>
                  <a:pt x="29965" y="2753"/>
                  <a:pt x="29998" y="2743"/>
                  <a:pt x="30027" y="2725"/>
                </a:cubicBezTo>
                <a:lnTo>
                  <a:pt x="30090" y="2823"/>
                </a:lnTo>
                <a:moveTo>
                  <a:pt x="29801" y="2869"/>
                </a:moveTo>
                <a:lnTo>
                  <a:pt x="29642" y="2869"/>
                </a:lnTo>
                <a:lnTo>
                  <a:pt x="29642" y="2753"/>
                </a:lnTo>
                <a:lnTo>
                  <a:pt x="29801" y="2753"/>
                </a:lnTo>
                <a:lnTo>
                  <a:pt x="29801" y="2869"/>
                </a:lnTo>
                <a:moveTo>
                  <a:pt x="29536" y="2869"/>
                </a:moveTo>
                <a:lnTo>
                  <a:pt x="29378" y="2869"/>
                </a:lnTo>
                <a:lnTo>
                  <a:pt x="29378" y="2753"/>
                </a:lnTo>
                <a:lnTo>
                  <a:pt x="29536" y="2753"/>
                </a:lnTo>
                <a:lnTo>
                  <a:pt x="29536" y="2869"/>
                </a:lnTo>
                <a:moveTo>
                  <a:pt x="29272" y="2869"/>
                </a:moveTo>
                <a:lnTo>
                  <a:pt x="29113" y="2869"/>
                </a:lnTo>
                <a:lnTo>
                  <a:pt x="29113" y="2753"/>
                </a:lnTo>
                <a:lnTo>
                  <a:pt x="29272" y="2753"/>
                </a:lnTo>
                <a:lnTo>
                  <a:pt x="29272" y="2869"/>
                </a:lnTo>
                <a:moveTo>
                  <a:pt x="29008" y="2869"/>
                </a:moveTo>
                <a:lnTo>
                  <a:pt x="28849" y="2869"/>
                </a:lnTo>
                <a:lnTo>
                  <a:pt x="28849" y="2753"/>
                </a:lnTo>
                <a:lnTo>
                  <a:pt x="29008" y="2753"/>
                </a:lnTo>
                <a:lnTo>
                  <a:pt x="29008" y="2869"/>
                </a:lnTo>
                <a:moveTo>
                  <a:pt x="28743" y="2869"/>
                </a:moveTo>
                <a:lnTo>
                  <a:pt x="28585" y="2869"/>
                </a:lnTo>
                <a:lnTo>
                  <a:pt x="28585" y="2753"/>
                </a:lnTo>
                <a:lnTo>
                  <a:pt x="28743" y="2753"/>
                </a:lnTo>
                <a:lnTo>
                  <a:pt x="28743" y="2869"/>
                </a:lnTo>
                <a:moveTo>
                  <a:pt x="28479" y="2869"/>
                </a:moveTo>
                <a:lnTo>
                  <a:pt x="28320" y="2869"/>
                </a:lnTo>
                <a:lnTo>
                  <a:pt x="28320" y="2753"/>
                </a:lnTo>
                <a:lnTo>
                  <a:pt x="28479" y="2753"/>
                </a:lnTo>
                <a:lnTo>
                  <a:pt x="28479" y="2869"/>
                </a:lnTo>
                <a:moveTo>
                  <a:pt x="28215" y="2869"/>
                </a:moveTo>
                <a:lnTo>
                  <a:pt x="28056" y="2869"/>
                </a:lnTo>
                <a:lnTo>
                  <a:pt x="28056" y="2753"/>
                </a:lnTo>
                <a:lnTo>
                  <a:pt x="28215" y="2753"/>
                </a:lnTo>
                <a:lnTo>
                  <a:pt x="28215" y="2869"/>
                </a:lnTo>
                <a:moveTo>
                  <a:pt x="27950" y="2869"/>
                </a:moveTo>
                <a:lnTo>
                  <a:pt x="27791" y="2869"/>
                </a:lnTo>
                <a:lnTo>
                  <a:pt x="27791" y="2753"/>
                </a:lnTo>
                <a:lnTo>
                  <a:pt x="27950" y="2753"/>
                </a:lnTo>
                <a:lnTo>
                  <a:pt x="27950" y="2869"/>
                </a:lnTo>
                <a:moveTo>
                  <a:pt x="27686" y="2869"/>
                </a:moveTo>
                <a:lnTo>
                  <a:pt x="27527" y="2869"/>
                </a:lnTo>
                <a:lnTo>
                  <a:pt x="27527" y="2753"/>
                </a:lnTo>
                <a:lnTo>
                  <a:pt x="27686" y="2753"/>
                </a:lnTo>
                <a:lnTo>
                  <a:pt x="27686" y="2869"/>
                </a:lnTo>
                <a:moveTo>
                  <a:pt x="27421" y="2869"/>
                </a:moveTo>
                <a:lnTo>
                  <a:pt x="27263" y="2869"/>
                </a:lnTo>
                <a:lnTo>
                  <a:pt x="27263" y="2753"/>
                </a:lnTo>
                <a:lnTo>
                  <a:pt x="27421" y="2753"/>
                </a:lnTo>
                <a:lnTo>
                  <a:pt x="27421" y="2869"/>
                </a:lnTo>
                <a:moveTo>
                  <a:pt x="27157" y="2869"/>
                </a:moveTo>
                <a:lnTo>
                  <a:pt x="26998" y="2869"/>
                </a:lnTo>
                <a:lnTo>
                  <a:pt x="26998" y="2753"/>
                </a:lnTo>
                <a:lnTo>
                  <a:pt x="27157" y="2753"/>
                </a:lnTo>
                <a:lnTo>
                  <a:pt x="27157" y="2869"/>
                </a:lnTo>
                <a:moveTo>
                  <a:pt x="26893" y="2869"/>
                </a:moveTo>
                <a:lnTo>
                  <a:pt x="26734" y="2869"/>
                </a:lnTo>
                <a:lnTo>
                  <a:pt x="26734" y="2753"/>
                </a:lnTo>
                <a:lnTo>
                  <a:pt x="26893" y="2753"/>
                </a:lnTo>
                <a:lnTo>
                  <a:pt x="26893" y="2869"/>
                </a:lnTo>
                <a:moveTo>
                  <a:pt x="26628" y="2869"/>
                </a:moveTo>
                <a:lnTo>
                  <a:pt x="26470" y="2869"/>
                </a:lnTo>
                <a:lnTo>
                  <a:pt x="26470" y="2753"/>
                </a:lnTo>
                <a:lnTo>
                  <a:pt x="26628" y="2753"/>
                </a:lnTo>
                <a:lnTo>
                  <a:pt x="26628" y="2869"/>
                </a:lnTo>
                <a:moveTo>
                  <a:pt x="26364" y="2869"/>
                </a:moveTo>
                <a:lnTo>
                  <a:pt x="26205" y="2869"/>
                </a:lnTo>
                <a:lnTo>
                  <a:pt x="26205" y="2753"/>
                </a:lnTo>
                <a:lnTo>
                  <a:pt x="26364" y="2753"/>
                </a:lnTo>
                <a:lnTo>
                  <a:pt x="26364" y="2869"/>
                </a:lnTo>
                <a:moveTo>
                  <a:pt x="26100" y="2869"/>
                </a:moveTo>
                <a:lnTo>
                  <a:pt x="25941" y="2869"/>
                </a:lnTo>
                <a:lnTo>
                  <a:pt x="25941" y="2753"/>
                </a:lnTo>
                <a:lnTo>
                  <a:pt x="26100" y="2753"/>
                </a:lnTo>
                <a:lnTo>
                  <a:pt x="26100" y="2869"/>
                </a:lnTo>
                <a:moveTo>
                  <a:pt x="25835" y="2869"/>
                </a:moveTo>
                <a:lnTo>
                  <a:pt x="25676" y="2869"/>
                </a:lnTo>
                <a:lnTo>
                  <a:pt x="25676" y="2753"/>
                </a:lnTo>
                <a:lnTo>
                  <a:pt x="25835" y="2753"/>
                </a:lnTo>
                <a:lnTo>
                  <a:pt x="25835" y="2869"/>
                </a:lnTo>
                <a:moveTo>
                  <a:pt x="25571" y="2869"/>
                </a:moveTo>
                <a:lnTo>
                  <a:pt x="25412" y="2869"/>
                </a:lnTo>
                <a:lnTo>
                  <a:pt x="25412" y="2753"/>
                </a:lnTo>
                <a:lnTo>
                  <a:pt x="25571" y="2753"/>
                </a:lnTo>
                <a:lnTo>
                  <a:pt x="25571" y="2869"/>
                </a:lnTo>
                <a:moveTo>
                  <a:pt x="25306" y="2869"/>
                </a:moveTo>
                <a:lnTo>
                  <a:pt x="25148" y="2869"/>
                </a:lnTo>
                <a:lnTo>
                  <a:pt x="25148" y="2753"/>
                </a:lnTo>
                <a:lnTo>
                  <a:pt x="25306" y="2753"/>
                </a:lnTo>
                <a:lnTo>
                  <a:pt x="25306" y="2869"/>
                </a:lnTo>
                <a:moveTo>
                  <a:pt x="25042" y="2869"/>
                </a:moveTo>
                <a:lnTo>
                  <a:pt x="24883" y="2869"/>
                </a:lnTo>
                <a:lnTo>
                  <a:pt x="24883" y="2753"/>
                </a:lnTo>
                <a:lnTo>
                  <a:pt x="25042" y="2753"/>
                </a:lnTo>
                <a:lnTo>
                  <a:pt x="25042" y="2869"/>
                </a:lnTo>
                <a:moveTo>
                  <a:pt x="24778" y="2869"/>
                </a:moveTo>
                <a:lnTo>
                  <a:pt x="24619" y="2869"/>
                </a:lnTo>
                <a:lnTo>
                  <a:pt x="24619" y="2753"/>
                </a:lnTo>
                <a:lnTo>
                  <a:pt x="24778" y="2753"/>
                </a:lnTo>
                <a:lnTo>
                  <a:pt x="24778" y="2869"/>
                </a:lnTo>
                <a:moveTo>
                  <a:pt x="24513" y="2869"/>
                </a:moveTo>
                <a:lnTo>
                  <a:pt x="24355" y="2869"/>
                </a:lnTo>
                <a:lnTo>
                  <a:pt x="24355" y="2753"/>
                </a:lnTo>
                <a:lnTo>
                  <a:pt x="24513" y="2753"/>
                </a:lnTo>
                <a:lnTo>
                  <a:pt x="24513" y="2869"/>
                </a:lnTo>
                <a:moveTo>
                  <a:pt x="24249" y="2869"/>
                </a:moveTo>
                <a:lnTo>
                  <a:pt x="24090" y="2869"/>
                </a:lnTo>
                <a:lnTo>
                  <a:pt x="24090" y="2753"/>
                </a:lnTo>
                <a:lnTo>
                  <a:pt x="24249" y="2753"/>
                </a:lnTo>
                <a:lnTo>
                  <a:pt x="24249" y="2869"/>
                </a:lnTo>
                <a:moveTo>
                  <a:pt x="23985" y="2869"/>
                </a:moveTo>
                <a:lnTo>
                  <a:pt x="23826" y="2869"/>
                </a:lnTo>
                <a:lnTo>
                  <a:pt x="23826" y="2753"/>
                </a:lnTo>
                <a:lnTo>
                  <a:pt x="23985" y="2753"/>
                </a:lnTo>
                <a:lnTo>
                  <a:pt x="23985" y="2869"/>
                </a:lnTo>
                <a:moveTo>
                  <a:pt x="23720" y="2869"/>
                </a:moveTo>
                <a:lnTo>
                  <a:pt x="23562" y="2869"/>
                </a:lnTo>
                <a:lnTo>
                  <a:pt x="23562" y="2753"/>
                </a:lnTo>
                <a:lnTo>
                  <a:pt x="23720" y="2753"/>
                </a:lnTo>
                <a:lnTo>
                  <a:pt x="23720" y="2869"/>
                </a:lnTo>
                <a:moveTo>
                  <a:pt x="23456" y="2869"/>
                </a:moveTo>
                <a:lnTo>
                  <a:pt x="23297" y="2869"/>
                </a:lnTo>
                <a:lnTo>
                  <a:pt x="23297" y="2753"/>
                </a:lnTo>
                <a:lnTo>
                  <a:pt x="23456" y="2753"/>
                </a:lnTo>
                <a:lnTo>
                  <a:pt x="23456" y="2869"/>
                </a:lnTo>
                <a:moveTo>
                  <a:pt x="23192" y="2869"/>
                </a:moveTo>
                <a:lnTo>
                  <a:pt x="23033" y="2869"/>
                </a:lnTo>
                <a:lnTo>
                  <a:pt x="23033" y="2753"/>
                </a:lnTo>
                <a:lnTo>
                  <a:pt x="23192" y="2753"/>
                </a:lnTo>
                <a:lnTo>
                  <a:pt x="23192" y="2869"/>
                </a:lnTo>
                <a:moveTo>
                  <a:pt x="22927" y="2869"/>
                </a:moveTo>
                <a:lnTo>
                  <a:pt x="22768" y="2869"/>
                </a:lnTo>
                <a:lnTo>
                  <a:pt x="22768" y="2753"/>
                </a:lnTo>
                <a:lnTo>
                  <a:pt x="22927" y="2753"/>
                </a:lnTo>
                <a:lnTo>
                  <a:pt x="22927" y="2869"/>
                </a:lnTo>
                <a:moveTo>
                  <a:pt x="22663" y="2869"/>
                </a:moveTo>
                <a:lnTo>
                  <a:pt x="22504" y="2869"/>
                </a:lnTo>
                <a:lnTo>
                  <a:pt x="22504" y="2753"/>
                </a:lnTo>
                <a:lnTo>
                  <a:pt x="22663" y="2753"/>
                </a:lnTo>
                <a:lnTo>
                  <a:pt x="22663" y="2869"/>
                </a:lnTo>
                <a:moveTo>
                  <a:pt x="22398" y="2869"/>
                </a:moveTo>
                <a:lnTo>
                  <a:pt x="22240" y="2869"/>
                </a:lnTo>
                <a:lnTo>
                  <a:pt x="22240" y="2753"/>
                </a:lnTo>
                <a:lnTo>
                  <a:pt x="22398" y="2753"/>
                </a:lnTo>
                <a:lnTo>
                  <a:pt x="22398" y="2869"/>
                </a:lnTo>
                <a:moveTo>
                  <a:pt x="22134" y="2869"/>
                </a:moveTo>
                <a:lnTo>
                  <a:pt x="21975" y="2869"/>
                </a:lnTo>
                <a:lnTo>
                  <a:pt x="21975" y="2753"/>
                </a:lnTo>
                <a:lnTo>
                  <a:pt x="22134" y="2753"/>
                </a:lnTo>
                <a:lnTo>
                  <a:pt x="22134" y="2869"/>
                </a:lnTo>
                <a:moveTo>
                  <a:pt x="21870" y="2869"/>
                </a:moveTo>
                <a:lnTo>
                  <a:pt x="21711" y="2869"/>
                </a:lnTo>
                <a:lnTo>
                  <a:pt x="21711" y="2753"/>
                </a:lnTo>
                <a:lnTo>
                  <a:pt x="21870" y="2753"/>
                </a:lnTo>
                <a:lnTo>
                  <a:pt x="21870" y="2869"/>
                </a:lnTo>
                <a:moveTo>
                  <a:pt x="21605" y="2869"/>
                </a:moveTo>
                <a:lnTo>
                  <a:pt x="21447" y="2869"/>
                </a:lnTo>
                <a:lnTo>
                  <a:pt x="21447" y="2753"/>
                </a:lnTo>
                <a:lnTo>
                  <a:pt x="21605" y="2753"/>
                </a:lnTo>
                <a:lnTo>
                  <a:pt x="21605" y="2869"/>
                </a:lnTo>
                <a:moveTo>
                  <a:pt x="21341" y="2869"/>
                </a:moveTo>
                <a:lnTo>
                  <a:pt x="21182" y="2869"/>
                </a:lnTo>
                <a:lnTo>
                  <a:pt x="21182" y="2753"/>
                </a:lnTo>
                <a:lnTo>
                  <a:pt x="21341" y="2753"/>
                </a:lnTo>
                <a:lnTo>
                  <a:pt x="21341" y="2869"/>
                </a:lnTo>
                <a:moveTo>
                  <a:pt x="21077" y="2869"/>
                </a:moveTo>
                <a:lnTo>
                  <a:pt x="20918" y="2869"/>
                </a:lnTo>
                <a:lnTo>
                  <a:pt x="20918" y="2753"/>
                </a:lnTo>
                <a:lnTo>
                  <a:pt x="21077" y="2753"/>
                </a:lnTo>
                <a:lnTo>
                  <a:pt x="21077" y="2869"/>
                </a:lnTo>
                <a:moveTo>
                  <a:pt x="20812" y="2869"/>
                </a:moveTo>
                <a:lnTo>
                  <a:pt x="20653" y="2869"/>
                </a:lnTo>
                <a:lnTo>
                  <a:pt x="20653" y="2753"/>
                </a:lnTo>
                <a:lnTo>
                  <a:pt x="20812" y="2753"/>
                </a:lnTo>
                <a:lnTo>
                  <a:pt x="20812" y="2869"/>
                </a:lnTo>
                <a:moveTo>
                  <a:pt x="20548" y="2869"/>
                </a:moveTo>
                <a:lnTo>
                  <a:pt x="20389" y="2869"/>
                </a:lnTo>
                <a:lnTo>
                  <a:pt x="20389" y="2753"/>
                </a:lnTo>
                <a:lnTo>
                  <a:pt x="20548" y="2753"/>
                </a:lnTo>
                <a:lnTo>
                  <a:pt x="20548" y="2869"/>
                </a:lnTo>
                <a:moveTo>
                  <a:pt x="20283" y="2869"/>
                </a:moveTo>
                <a:lnTo>
                  <a:pt x="20125" y="2869"/>
                </a:lnTo>
                <a:lnTo>
                  <a:pt x="20125" y="2753"/>
                </a:lnTo>
                <a:lnTo>
                  <a:pt x="20283" y="2753"/>
                </a:lnTo>
                <a:lnTo>
                  <a:pt x="20283" y="2869"/>
                </a:lnTo>
                <a:moveTo>
                  <a:pt x="20019" y="2869"/>
                </a:moveTo>
                <a:lnTo>
                  <a:pt x="19860" y="2869"/>
                </a:lnTo>
                <a:lnTo>
                  <a:pt x="19860" y="2753"/>
                </a:lnTo>
                <a:lnTo>
                  <a:pt x="20019" y="2753"/>
                </a:lnTo>
                <a:lnTo>
                  <a:pt x="20019" y="2869"/>
                </a:lnTo>
                <a:moveTo>
                  <a:pt x="19755" y="2869"/>
                </a:moveTo>
                <a:lnTo>
                  <a:pt x="19596" y="2869"/>
                </a:lnTo>
                <a:lnTo>
                  <a:pt x="19596" y="2753"/>
                </a:lnTo>
                <a:lnTo>
                  <a:pt x="19755" y="2753"/>
                </a:lnTo>
                <a:lnTo>
                  <a:pt x="19755" y="2869"/>
                </a:lnTo>
                <a:moveTo>
                  <a:pt x="19490" y="2869"/>
                </a:moveTo>
                <a:lnTo>
                  <a:pt x="19332" y="2869"/>
                </a:lnTo>
                <a:lnTo>
                  <a:pt x="19332" y="2753"/>
                </a:lnTo>
                <a:lnTo>
                  <a:pt x="19490" y="2753"/>
                </a:lnTo>
                <a:lnTo>
                  <a:pt x="19490" y="2869"/>
                </a:lnTo>
                <a:moveTo>
                  <a:pt x="19226" y="2869"/>
                </a:moveTo>
                <a:lnTo>
                  <a:pt x="19067" y="2869"/>
                </a:lnTo>
                <a:lnTo>
                  <a:pt x="19067" y="2753"/>
                </a:lnTo>
                <a:lnTo>
                  <a:pt x="19226" y="2753"/>
                </a:lnTo>
                <a:lnTo>
                  <a:pt x="19226" y="2869"/>
                </a:lnTo>
                <a:moveTo>
                  <a:pt x="18962" y="2869"/>
                </a:moveTo>
                <a:lnTo>
                  <a:pt x="18803" y="2869"/>
                </a:lnTo>
                <a:lnTo>
                  <a:pt x="18803" y="2753"/>
                </a:lnTo>
                <a:lnTo>
                  <a:pt x="18962" y="2753"/>
                </a:lnTo>
                <a:lnTo>
                  <a:pt x="18962" y="2869"/>
                </a:lnTo>
                <a:moveTo>
                  <a:pt x="18697" y="2869"/>
                </a:moveTo>
                <a:lnTo>
                  <a:pt x="18538" y="2869"/>
                </a:lnTo>
                <a:lnTo>
                  <a:pt x="18538" y="2753"/>
                </a:lnTo>
                <a:lnTo>
                  <a:pt x="18697" y="2753"/>
                </a:lnTo>
                <a:lnTo>
                  <a:pt x="18697" y="2869"/>
                </a:lnTo>
                <a:moveTo>
                  <a:pt x="18433" y="2869"/>
                </a:moveTo>
                <a:lnTo>
                  <a:pt x="18274" y="2869"/>
                </a:lnTo>
                <a:lnTo>
                  <a:pt x="18274" y="2753"/>
                </a:lnTo>
                <a:lnTo>
                  <a:pt x="18433" y="2753"/>
                </a:lnTo>
                <a:lnTo>
                  <a:pt x="18433" y="2869"/>
                </a:lnTo>
                <a:moveTo>
                  <a:pt x="18169" y="2869"/>
                </a:moveTo>
                <a:lnTo>
                  <a:pt x="18010" y="2869"/>
                </a:lnTo>
                <a:lnTo>
                  <a:pt x="18010" y="2753"/>
                </a:lnTo>
                <a:lnTo>
                  <a:pt x="18169" y="2753"/>
                </a:lnTo>
                <a:lnTo>
                  <a:pt x="18169" y="2869"/>
                </a:lnTo>
                <a:moveTo>
                  <a:pt x="17904" y="2869"/>
                </a:moveTo>
                <a:lnTo>
                  <a:pt x="17745" y="2869"/>
                </a:lnTo>
                <a:lnTo>
                  <a:pt x="17745" y="2753"/>
                </a:lnTo>
                <a:lnTo>
                  <a:pt x="17904" y="2753"/>
                </a:lnTo>
                <a:lnTo>
                  <a:pt x="17904" y="2869"/>
                </a:lnTo>
                <a:moveTo>
                  <a:pt x="17640" y="2869"/>
                </a:moveTo>
                <a:lnTo>
                  <a:pt x="17481" y="2869"/>
                </a:lnTo>
                <a:lnTo>
                  <a:pt x="17481" y="2753"/>
                </a:lnTo>
                <a:lnTo>
                  <a:pt x="17640" y="2753"/>
                </a:lnTo>
                <a:lnTo>
                  <a:pt x="17640" y="2869"/>
                </a:lnTo>
                <a:moveTo>
                  <a:pt x="17375" y="2869"/>
                </a:moveTo>
                <a:lnTo>
                  <a:pt x="17217" y="2869"/>
                </a:lnTo>
                <a:lnTo>
                  <a:pt x="17217" y="2753"/>
                </a:lnTo>
                <a:lnTo>
                  <a:pt x="17375" y="2753"/>
                </a:lnTo>
                <a:lnTo>
                  <a:pt x="17375" y="2869"/>
                </a:lnTo>
                <a:moveTo>
                  <a:pt x="17111" y="2869"/>
                </a:moveTo>
                <a:lnTo>
                  <a:pt x="16952" y="2869"/>
                </a:lnTo>
                <a:lnTo>
                  <a:pt x="16952" y="2753"/>
                </a:lnTo>
                <a:lnTo>
                  <a:pt x="17111" y="2753"/>
                </a:lnTo>
                <a:lnTo>
                  <a:pt x="17111" y="2869"/>
                </a:lnTo>
                <a:moveTo>
                  <a:pt x="16847" y="2869"/>
                </a:moveTo>
                <a:lnTo>
                  <a:pt x="16688" y="2869"/>
                </a:lnTo>
                <a:lnTo>
                  <a:pt x="16688" y="2753"/>
                </a:lnTo>
                <a:lnTo>
                  <a:pt x="16847" y="2753"/>
                </a:lnTo>
                <a:lnTo>
                  <a:pt x="16847" y="2869"/>
                </a:lnTo>
                <a:moveTo>
                  <a:pt x="16582" y="2869"/>
                </a:moveTo>
                <a:lnTo>
                  <a:pt x="16424" y="2869"/>
                </a:lnTo>
                <a:lnTo>
                  <a:pt x="16424" y="2753"/>
                </a:lnTo>
                <a:lnTo>
                  <a:pt x="16582" y="2753"/>
                </a:lnTo>
                <a:lnTo>
                  <a:pt x="16582" y="2869"/>
                </a:lnTo>
                <a:moveTo>
                  <a:pt x="16318" y="2869"/>
                </a:moveTo>
                <a:lnTo>
                  <a:pt x="16159" y="2869"/>
                </a:lnTo>
                <a:lnTo>
                  <a:pt x="16159" y="2753"/>
                </a:lnTo>
                <a:lnTo>
                  <a:pt x="16318" y="2753"/>
                </a:lnTo>
                <a:lnTo>
                  <a:pt x="16318" y="2869"/>
                </a:lnTo>
                <a:moveTo>
                  <a:pt x="16054" y="2869"/>
                </a:moveTo>
                <a:lnTo>
                  <a:pt x="15895" y="2869"/>
                </a:lnTo>
                <a:lnTo>
                  <a:pt x="15895" y="2753"/>
                </a:lnTo>
                <a:lnTo>
                  <a:pt x="16054" y="2753"/>
                </a:lnTo>
                <a:lnTo>
                  <a:pt x="16054" y="2869"/>
                </a:lnTo>
                <a:moveTo>
                  <a:pt x="15789" y="2869"/>
                </a:moveTo>
                <a:lnTo>
                  <a:pt x="15630" y="2869"/>
                </a:lnTo>
                <a:lnTo>
                  <a:pt x="15630" y="2753"/>
                </a:lnTo>
                <a:lnTo>
                  <a:pt x="15789" y="2753"/>
                </a:lnTo>
                <a:lnTo>
                  <a:pt x="15789" y="2869"/>
                </a:lnTo>
                <a:moveTo>
                  <a:pt x="15525" y="2869"/>
                </a:moveTo>
                <a:lnTo>
                  <a:pt x="15366" y="2869"/>
                </a:lnTo>
                <a:lnTo>
                  <a:pt x="15366" y="2753"/>
                </a:lnTo>
                <a:lnTo>
                  <a:pt x="15525" y="2753"/>
                </a:lnTo>
                <a:lnTo>
                  <a:pt x="15525" y="2869"/>
                </a:lnTo>
                <a:moveTo>
                  <a:pt x="15260" y="2869"/>
                </a:moveTo>
                <a:lnTo>
                  <a:pt x="15102" y="2869"/>
                </a:lnTo>
                <a:lnTo>
                  <a:pt x="15102" y="2753"/>
                </a:lnTo>
                <a:lnTo>
                  <a:pt x="15260" y="2753"/>
                </a:lnTo>
                <a:lnTo>
                  <a:pt x="15260" y="2869"/>
                </a:lnTo>
                <a:moveTo>
                  <a:pt x="14996" y="2869"/>
                </a:moveTo>
                <a:lnTo>
                  <a:pt x="14837" y="2869"/>
                </a:lnTo>
                <a:lnTo>
                  <a:pt x="14837" y="2753"/>
                </a:lnTo>
                <a:lnTo>
                  <a:pt x="14996" y="2753"/>
                </a:lnTo>
                <a:lnTo>
                  <a:pt x="14996" y="2869"/>
                </a:lnTo>
                <a:moveTo>
                  <a:pt x="14732" y="2869"/>
                </a:moveTo>
                <a:lnTo>
                  <a:pt x="14573" y="2869"/>
                </a:lnTo>
                <a:lnTo>
                  <a:pt x="14573" y="2753"/>
                </a:lnTo>
                <a:lnTo>
                  <a:pt x="14732" y="2753"/>
                </a:lnTo>
                <a:lnTo>
                  <a:pt x="14732" y="2869"/>
                </a:lnTo>
                <a:moveTo>
                  <a:pt x="14467" y="2869"/>
                </a:moveTo>
                <a:lnTo>
                  <a:pt x="14309" y="2869"/>
                </a:lnTo>
                <a:lnTo>
                  <a:pt x="14309" y="2753"/>
                </a:lnTo>
                <a:lnTo>
                  <a:pt x="14467" y="2753"/>
                </a:lnTo>
                <a:lnTo>
                  <a:pt x="14467" y="2869"/>
                </a:lnTo>
                <a:moveTo>
                  <a:pt x="14203" y="2869"/>
                </a:moveTo>
                <a:lnTo>
                  <a:pt x="14044" y="2869"/>
                </a:lnTo>
                <a:lnTo>
                  <a:pt x="14044" y="2753"/>
                </a:lnTo>
                <a:lnTo>
                  <a:pt x="14203" y="2753"/>
                </a:lnTo>
                <a:lnTo>
                  <a:pt x="14203" y="2869"/>
                </a:lnTo>
                <a:moveTo>
                  <a:pt x="13939" y="2869"/>
                </a:moveTo>
                <a:lnTo>
                  <a:pt x="13780" y="2869"/>
                </a:lnTo>
                <a:lnTo>
                  <a:pt x="13780" y="2753"/>
                </a:lnTo>
                <a:lnTo>
                  <a:pt x="13939" y="2753"/>
                </a:lnTo>
                <a:lnTo>
                  <a:pt x="13939" y="2869"/>
                </a:lnTo>
                <a:moveTo>
                  <a:pt x="13674" y="2869"/>
                </a:moveTo>
                <a:lnTo>
                  <a:pt x="13515" y="2869"/>
                </a:lnTo>
                <a:lnTo>
                  <a:pt x="13515" y="2753"/>
                </a:lnTo>
                <a:lnTo>
                  <a:pt x="13674" y="2753"/>
                </a:lnTo>
                <a:lnTo>
                  <a:pt x="13674" y="2869"/>
                </a:lnTo>
                <a:moveTo>
                  <a:pt x="13410" y="2869"/>
                </a:moveTo>
                <a:lnTo>
                  <a:pt x="13250" y="2869"/>
                </a:lnTo>
                <a:lnTo>
                  <a:pt x="13250" y="2753"/>
                </a:lnTo>
                <a:lnTo>
                  <a:pt x="13410" y="2753"/>
                </a:lnTo>
                <a:lnTo>
                  <a:pt x="13410" y="2869"/>
                </a:lnTo>
                <a:moveTo>
                  <a:pt x="13144" y="2869"/>
                </a:moveTo>
                <a:lnTo>
                  <a:pt x="12986" y="2869"/>
                </a:lnTo>
                <a:lnTo>
                  <a:pt x="12986" y="2753"/>
                </a:lnTo>
                <a:lnTo>
                  <a:pt x="13144" y="2753"/>
                </a:lnTo>
                <a:lnTo>
                  <a:pt x="13144" y="2869"/>
                </a:lnTo>
                <a:moveTo>
                  <a:pt x="12880" y="2869"/>
                </a:moveTo>
                <a:lnTo>
                  <a:pt x="12721" y="2869"/>
                </a:lnTo>
                <a:lnTo>
                  <a:pt x="12721" y="2753"/>
                </a:lnTo>
                <a:lnTo>
                  <a:pt x="12880" y="2753"/>
                </a:lnTo>
                <a:lnTo>
                  <a:pt x="12880" y="2869"/>
                </a:lnTo>
                <a:moveTo>
                  <a:pt x="12616" y="2869"/>
                </a:moveTo>
                <a:lnTo>
                  <a:pt x="12457" y="2869"/>
                </a:lnTo>
                <a:lnTo>
                  <a:pt x="12457" y="2753"/>
                </a:lnTo>
                <a:lnTo>
                  <a:pt x="12616" y="2753"/>
                </a:lnTo>
                <a:lnTo>
                  <a:pt x="12616" y="2869"/>
                </a:lnTo>
                <a:moveTo>
                  <a:pt x="12351" y="2869"/>
                </a:moveTo>
                <a:lnTo>
                  <a:pt x="12193" y="2869"/>
                </a:lnTo>
                <a:lnTo>
                  <a:pt x="12193" y="2753"/>
                </a:lnTo>
                <a:lnTo>
                  <a:pt x="12351" y="2753"/>
                </a:lnTo>
                <a:lnTo>
                  <a:pt x="12351" y="2869"/>
                </a:lnTo>
                <a:moveTo>
                  <a:pt x="12087" y="2869"/>
                </a:moveTo>
                <a:lnTo>
                  <a:pt x="11928" y="2869"/>
                </a:lnTo>
                <a:lnTo>
                  <a:pt x="11928" y="2753"/>
                </a:lnTo>
                <a:lnTo>
                  <a:pt x="12087" y="2753"/>
                </a:lnTo>
                <a:lnTo>
                  <a:pt x="12087" y="2869"/>
                </a:lnTo>
                <a:moveTo>
                  <a:pt x="11823" y="2869"/>
                </a:moveTo>
                <a:lnTo>
                  <a:pt x="11664" y="2869"/>
                </a:lnTo>
                <a:lnTo>
                  <a:pt x="11664" y="2753"/>
                </a:lnTo>
                <a:lnTo>
                  <a:pt x="11823" y="2753"/>
                </a:lnTo>
                <a:lnTo>
                  <a:pt x="11823" y="2869"/>
                </a:lnTo>
                <a:moveTo>
                  <a:pt x="11558" y="2869"/>
                </a:moveTo>
                <a:lnTo>
                  <a:pt x="11400" y="2869"/>
                </a:lnTo>
                <a:lnTo>
                  <a:pt x="11400" y="2753"/>
                </a:lnTo>
                <a:lnTo>
                  <a:pt x="11558" y="2753"/>
                </a:lnTo>
                <a:lnTo>
                  <a:pt x="11558" y="2869"/>
                </a:lnTo>
                <a:moveTo>
                  <a:pt x="11294" y="2869"/>
                </a:moveTo>
                <a:lnTo>
                  <a:pt x="11135" y="2869"/>
                </a:lnTo>
                <a:lnTo>
                  <a:pt x="11135" y="2753"/>
                </a:lnTo>
                <a:lnTo>
                  <a:pt x="11294" y="2753"/>
                </a:lnTo>
                <a:lnTo>
                  <a:pt x="11294" y="2869"/>
                </a:lnTo>
                <a:moveTo>
                  <a:pt x="11030" y="2869"/>
                </a:moveTo>
                <a:lnTo>
                  <a:pt x="10871" y="2869"/>
                </a:lnTo>
                <a:lnTo>
                  <a:pt x="10871" y="2753"/>
                </a:lnTo>
                <a:lnTo>
                  <a:pt x="11030" y="2753"/>
                </a:lnTo>
                <a:lnTo>
                  <a:pt x="11030" y="2869"/>
                </a:lnTo>
                <a:moveTo>
                  <a:pt x="10765" y="2869"/>
                </a:moveTo>
                <a:lnTo>
                  <a:pt x="10606" y="2869"/>
                </a:lnTo>
                <a:lnTo>
                  <a:pt x="10606" y="2753"/>
                </a:lnTo>
                <a:lnTo>
                  <a:pt x="10765" y="2753"/>
                </a:lnTo>
                <a:lnTo>
                  <a:pt x="10765" y="2869"/>
                </a:lnTo>
                <a:moveTo>
                  <a:pt x="10501" y="2869"/>
                </a:moveTo>
                <a:lnTo>
                  <a:pt x="10342" y="2869"/>
                </a:lnTo>
                <a:lnTo>
                  <a:pt x="10342" y="2753"/>
                </a:lnTo>
                <a:lnTo>
                  <a:pt x="10501" y="2753"/>
                </a:lnTo>
                <a:lnTo>
                  <a:pt x="10501" y="2869"/>
                </a:lnTo>
                <a:moveTo>
                  <a:pt x="10236" y="2869"/>
                </a:moveTo>
                <a:lnTo>
                  <a:pt x="10078" y="2869"/>
                </a:lnTo>
                <a:lnTo>
                  <a:pt x="10078" y="2753"/>
                </a:lnTo>
                <a:lnTo>
                  <a:pt x="10236" y="2753"/>
                </a:lnTo>
                <a:lnTo>
                  <a:pt x="10236" y="2869"/>
                </a:lnTo>
                <a:moveTo>
                  <a:pt x="9972" y="2869"/>
                </a:moveTo>
                <a:lnTo>
                  <a:pt x="9813" y="2869"/>
                </a:lnTo>
                <a:lnTo>
                  <a:pt x="9813" y="2753"/>
                </a:lnTo>
                <a:lnTo>
                  <a:pt x="9972" y="2753"/>
                </a:lnTo>
                <a:lnTo>
                  <a:pt x="9972" y="2869"/>
                </a:lnTo>
                <a:moveTo>
                  <a:pt x="9708" y="2869"/>
                </a:moveTo>
                <a:lnTo>
                  <a:pt x="9549" y="2869"/>
                </a:lnTo>
                <a:lnTo>
                  <a:pt x="9549" y="2753"/>
                </a:lnTo>
                <a:lnTo>
                  <a:pt x="9708" y="2753"/>
                </a:lnTo>
                <a:lnTo>
                  <a:pt x="9708" y="2869"/>
                </a:lnTo>
                <a:moveTo>
                  <a:pt x="9443" y="2869"/>
                </a:moveTo>
                <a:lnTo>
                  <a:pt x="9285" y="2869"/>
                </a:lnTo>
                <a:lnTo>
                  <a:pt x="9285" y="2753"/>
                </a:lnTo>
                <a:lnTo>
                  <a:pt x="9443" y="2753"/>
                </a:lnTo>
                <a:lnTo>
                  <a:pt x="9443" y="2869"/>
                </a:lnTo>
                <a:moveTo>
                  <a:pt x="9179" y="2869"/>
                </a:moveTo>
                <a:lnTo>
                  <a:pt x="9020" y="2869"/>
                </a:lnTo>
                <a:lnTo>
                  <a:pt x="9020" y="2753"/>
                </a:lnTo>
                <a:lnTo>
                  <a:pt x="9179" y="2753"/>
                </a:lnTo>
                <a:lnTo>
                  <a:pt x="9179" y="2869"/>
                </a:lnTo>
                <a:moveTo>
                  <a:pt x="8915" y="2869"/>
                </a:moveTo>
                <a:lnTo>
                  <a:pt x="8756" y="2869"/>
                </a:lnTo>
                <a:lnTo>
                  <a:pt x="8756" y="2753"/>
                </a:lnTo>
                <a:lnTo>
                  <a:pt x="8915" y="2753"/>
                </a:lnTo>
                <a:lnTo>
                  <a:pt x="8915" y="2869"/>
                </a:lnTo>
                <a:moveTo>
                  <a:pt x="8650" y="2869"/>
                </a:moveTo>
                <a:lnTo>
                  <a:pt x="8491" y="2869"/>
                </a:lnTo>
                <a:lnTo>
                  <a:pt x="8491" y="2753"/>
                </a:lnTo>
                <a:lnTo>
                  <a:pt x="8650" y="2753"/>
                </a:lnTo>
                <a:lnTo>
                  <a:pt x="8650" y="2869"/>
                </a:lnTo>
                <a:moveTo>
                  <a:pt x="8386" y="2869"/>
                </a:moveTo>
                <a:lnTo>
                  <a:pt x="8227" y="2869"/>
                </a:lnTo>
                <a:lnTo>
                  <a:pt x="8227" y="2753"/>
                </a:lnTo>
                <a:lnTo>
                  <a:pt x="8386" y="2753"/>
                </a:lnTo>
                <a:lnTo>
                  <a:pt x="8386" y="2869"/>
                </a:lnTo>
                <a:moveTo>
                  <a:pt x="8121" y="2869"/>
                </a:moveTo>
                <a:lnTo>
                  <a:pt x="7963" y="2869"/>
                </a:lnTo>
                <a:lnTo>
                  <a:pt x="7963" y="2753"/>
                </a:lnTo>
                <a:lnTo>
                  <a:pt x="8121" y="2753"/>
                </a:lnTo>
                <a:lnTo>
                  <a:pt x="8121" y="2869"/>
                </a:lnTo>
                <a:moveTo>
                  <a:pt x="7857" y="2869"/>
                </a:moveTo>
                <a:lnTo>
                  <a:pt x="7698" y="2869"/>
                </a:lnTo>
                <a:lnTo>
                  <a:pt x="7698" y="2753"/>
                </a:lnTo>
                <a:lnTo>
                  <a:pt x="7857" y="2753"/>
                </a:lnTo>
                <a:lnTo>
                  <a:pt x="7857" y="2869"/>
                </a:lnTo>
                <a:moveTo>
                  <a:pt x="7593" y="2869"/>
                </a:moveTo>
                <a:lnTo>
                  <a:pt x="7434" y="2869"/>
                </a:lnTo>
                <a:lnTo>
                  <a:pt x="7434" y="2753"/>
                </a:lnTo>
                <a:lnTo>
                  <a:pt x="7593" y="2753"/>
                </a:lnTo>
                <a:lnTo>
                  <a:pt x="7593" y="2869"/>
                </a:lnTo>
                <a:moveTo>
                  <a:pt x="7328" y="2869"/>
                </a:moveTo>
                <a:lnTo>
                  <a:pt x="7170" y="2869"/>
                </a:lnTo>
                <a:lnTo>
                  <a:pt x="7170" y="2753"/>
                </a:lnTo>
                <a:lnTo>
                  <a:pt x="7328" y="2753"/>
                </a:lnTo>
                <a:lnTo>
                  <a:pt x="7328" y="2869"/>
                </a:lnTo>
                <a:moveTo>
                  <a:pt x="7064" y="2869"/>
                </a:moveTo>
                <a:lnTo>
                  <a:pt x="6905" y="2869"/>
                </a:lnTo>
                <a:lnTo>
                  <a:pt x="6905" y="2753"/>
                </a:lnTo>
                <a:lnTo>
                  <a:pt x="7064" y="2753"/>
                </a:lnTo>
                <a:lnTo>
                  <a:pt x="7064" y="2869"/>
                </a:lnTo>
                <a:moveTo>
                  <a:pt x="6800" y="2869"/>
                </a:moveTo>
                <a:lnTo>
                  <a:pt x="6641" y="2869"/>
                </a:lnTo>
                <a:lnTo>
                  <a:pt x="6641" y="2753"/>
                </a:lnTo>
                <a:lnTo>
                  <a:pt x="6800" y="2753"/>
                </a:lnTo>
                <a:lnTo>
                  <a:pt x="6800" y="2869"/>
                </a:lnTo>
                <a:moveTo>
                  <a:pt x="6535" y="2869"/>
                </a:moveTo>
                <a:lnTo>
                  <a:pt x="6377" y="2869"/>
                </a:lnTo>
                <a:lnTo>
                  <a:pt x="6377" y="2753"/>
                </a:lnTo>
                <a:lnTo>
                  <a:pt x="6535" y="2753"/>
                </a:lnTo>
                <a:lnTo>
                  <a:pt x="6535" y="2869"/>
                </a:lnTo>
                <a:moveTo>
                  <a:pt x="6271" y="2869"/>
                </a:moveTo>
                <a:lnTo>
                  <a:pt x="6112" y="2869"/>
                </a:lnTo>
                <a:lnTo>
                  <a:pt x="6112" y="2753"/>
                </a:lnTo>
                <a:lnTo>
                  <a:pt x="6271" y="2753"/>
                </a:lnTo>
                <a:lnTo>
                  <a:pt x="6271" y="2869"/>
                </a:lnTo>
                <a:moveTo>
                  <a:pt x="6007" y="2869"/>
                </a:moveTo>
                <a:lnTo>
                  <a:pt x="5848" y="2869"/>
                </a:lnTo>
                <a:lnTo>
                  <a:pt x="5848" y="2753"/>
                </a:lnTo>
                <a:lnTo>
                  <a:pt x="6007" y="2753"/>
                </a:lnTo>
                <a:lnTo>
                  <a:pt x="6007" y="2869"/>
                </a:lnTo>
                <a:moveTo>
                  <a:pt x="5742" y="2869"/>
                </a:moveTo>
                <a:lnTo>
                  <a:pt x="5583" y="2869"/>
                </a:lnTo>
                <a:lnTo>
                  <a:pt x="5583" y="2753"/>
                </a:lnTo>
                <a:lnTo>
                  <a:pt x="5742" y="2753"/>
                </a:lnTo>
                <a:lnTo>
                  <a:pt x="5742" y="2869"/>
                </a:lnTo>
                <a:moveTo>
                  <a:pt x="5478" y="2869"/>
                </a:moveTo>
                <a:lnTo>
                  <a:pt x="5319" y="2869"/>
                </a:lnTo>
                <a:lnTo>
                  <a:pt x="5319" y="2753"/>
                </a:lnTo>
                <a:lnTo>
                  <a:pt x="5478" y="2753"/>
                </a:lnTo>
                <a:lnTo>
                  <a:pt x="5478" y="2869"/>
                </a:lnTo>
                <a:moveTo>
                  <a:pt x="5213" y="2869"/>
                </a:moveTo>
                <a:lnTo>
                  <a:pt x="5055" y="2869"/>
                </a:lnTo>
                <a:lnTo>
                  <a:pt x="5055" y="2753"/>
                </a:lnTo>
                <a:lnTo>
                  <a:pt x="5213" y="2753"/>
                </a:lnTo>
                <a:lnTo>
                  <a:pt x="5213" y="2869"/>
                </a:lnTo>
                <a:moveTo>
                  <a:pt x="4949" y="2869"/>
                </a:moveTo>
                <a:lnTo>
                  <a:pt x="4790" y="2869"/>
                </a:lnTo>
                <a:lnTo>
                  <a:pt x="4790" y="2753"/>
                </a:lnTo>
                <a:lnTo>
                  <a:pt x="4949" y="2753"/>
                </a:lnTo>
                <a:lnTo>
                  <a:pt x="4949" y="2869"/>
                </a:lnTo>
                <a:moveTo>
                  <a:pt x="4685" y="2869"/>
                </a:moveTo>
                <a:lnTo>
                  <a:pt x="4526" y="2869"/>
                </a:lnTo>
                <a:lnTo>
                  <a:pt x="4526" y="2753"/>
                </a:lnTo>
                <a:lnTo>
                  <a:pt x="4685" y="2753"/>
                </a:lnTo>
                <a:lnTo>
                  <a:pt x="4685" y="2869"/>
                </a:lnTo>
                <a:moveTo>
                  <a:pt x="4420" y="2869"/>
                </a:moveTo>
                <a:lnTo>
                  <a:pt x="4262" y="2869"/>
                </a:lnTo>
                <a:lnTo>
                  <a:pt x="4262" y="2753"/>
                </a:lnTo>
                <a:lnTo>
                  <a:pt x="4420" y="2753"/>
                </a:lnTo>
                <a:lnTo>
                  <a:pt x="4420" y="2869"/>
                </a:lnTo>
                <a:moveTo>
                  <a:pt x="4156" y="2869"/>
                </a:moveTo>
                <a:lnTo>
                  <a:pt x="3997" y="2869"/>
                </a:lnTo>
                <a:lnTo>
                  <a:pt x="3997" y="2753"/>
                </a:lnTo>
                <a:lnTo>
                  <a:pt x="4156" y="2753"/>
                </a:lnTo>
                <a:lnTo>
                  <a:pt x="4156" y="2869"/>
                </a:lnTo>
                <a:moveTo>
                  <a:pt x="3892" y="2869"/>
                </a:moveTo>
                <a:lnTo>
                  <a:pt x="3733" y="2869"/>
                </a:lnTo>
                <a:lnTo>
                  <a:pt x="3733" y="2753"/>
                </a:lnTo>
                <a:lnTo>
                  <a:pt x="3892" y="2753"/>
                </a:lnTo>
                <a:lnTo>
                  <a:pt x="3892" y="2869"/>
                </a:lnTo>
                <a:moveTo>
                  <a:pt x="3627" y="2869"/>
                </a:moveTo>
                <a:lnTo>
                  <a:pt x="3468" y="2869"/>
                </a:lnTo>
                <a:lnTo>
                  <a:pt x="3468" y="2753"/>
                </a:lnTo>
                <a:lnTo>
                  <a:pt x="3627" y="2753"/>
                </a:lnTo>
                <a:lnTo>
                  <a:pt x="3627" y="2869"/>
                </a:lnTo>
                <a:moveTo>
                  <a:pt x="3363" y="2869"/>
                </a:moveTo>
                <a:lnTo>
                  <a:pt x="3204" y="2869"/>
                </a:lnTo>
                <a:lnTo>
                  <a:pt x="3204" y="2753"/>
                </a:lnTo>
                <a:lnTo>
                  <a:pt x="3363" y="2753"/>
                </a:lnTo>
                <a:lnTo>
                  <a:pt x="3363" y="2869"/>
                </a:lnTo>
                <a:moveTo>
                  <a:pt x="3098" y="2869"/>
                </a:moveTo>
                <a:lnTo>
                  <a:pt x="2940" y="2869"/>
                </a:lnTo>
                <a:lnTo>
                  <a:pt x="2940" y="2753"/>
                </a:lnTo>
                <a:lnTo>
                  <a:pt x="3098" y="2753"/>
                </a:lnTo>
                <a:lnTo>
                  <a:pt x="3098" y="2869"/>
                </a:lnTo>
                <a:moveTo>
                  <a:pt x="2834" y="2869"/>
                </a:moveTo>
                <a:lnTo>
                  <a:pt x="2675" y="2869"/>
                </a:lnTo>
                <a:lnTo>
                  <a:pt x="2675" y="2753"/>
                </a:lnTo>
                <a:lnTo>
                  <a:pt x="2834" y="2753"/>
                </a:lnTo>
                <a:lnTo>
                  <a:pt x="2834" y="2869"/>
                </a:lnTo>
                <a:moveTo>
                  <a:pt x="2570" y="2869"/>
                </a:moveTo>
                <a:lnTo>
                  <a:pt x="2411" y="2869"/>
                </a:lnTo>
                <a:lnTo>
                  <a:pt x="2411" y="2753"/>
                </a:lnTo>
                <a:lnTo>
                  <a:pt x="2570" y="2753"/>
                </a:lnTo>
                <a:lnTo>
                  <a:pt x="2570" y="2869"/>
                </a:lnTo>
                <a:moveTo>
                  <a:pt x="2305" y="2869"/>
                </a:moveTo>
                <a:lnTo>
                  <a:pt x="2147" y="2869"/>
                </a:lnTo>
                <a:lnTo>
                  <a:pt x="2147" y="2753"/>
                </a:lnTo>
                <a:lnTo>
                  <a:pt x="2305" y="2753"/>
                </a:lnTo>
                <a:lnTo>
                  <a:pt x="2305" y="2869"/>
                </a:lnTo>
                <a:moveTo>
                  <a:pt x="2041" y="2869"/>
                </a:moveTo>
                <a:lnTo>
                  <a:pt x="1882" y="2869"/>
                </a:lnTo>
                <a:lnTo>
                  <a:pt x="1882" y="2753"/>
                </a:lnTo>
                <a:lnTo>
                  <a:pt x="2041" y="2753"/>
                </a:lnTo>
                <a:lnTo>
                  <a:pt x="2041" y="2869"/>
                </a:lnTo>
                <a:moveTo>
                  <a:pt x="1777" y="2869"/>
                </a:moveTo>
                <a:lnTo>
                  <a:pt x="1618" y="2869"/>
                </a:lnTo>
                <a:lnTo>
                  <a:pt x="1618" y="2753"/>
                </a:lnTo>
                <a:lnTo>
                  <a:pt x="1777" y="2753"/>
                </a:lnTo>
                <a:lnTo>
                  <a:pt x="1777" y="2869"/>
                </a:lnTo>
                <a:moveTo>
                  <a:pt x="1512" y="2869"/>
                </a:moveTo>
                <a:lnTo>
                  <a:pt x="1353" y="2869"/>
                </a:lnTo>
                <a:lnTo>
                  <a:pt x="1353" y="2753"/>
                </a:lnTo>
                <a:lnTo>
                  <a:pt x="1512" y="2753"/>
                </a:lnTo>
                <a:lnTo>
                  <a:pt x="1512" y="2869"/>
                </a:lnTo>
                <a:moveTo>
                  <a:pt x="1248" y="2869"/>
                </a:moveTo>
                <a:lnTo>
                  <a:pt x="1089" y="2869"/>
                </a:lnTo>
                <a:lnTo>
                  <a:pt x="1089" y="2753"/>
                </a:lnTo>
                <a:lnTo>
                  <a:pt x="1248" y="2753"/>
                </a:lnTo>
                <a:lnTo>
                  <a:pt x="1248" y="2869"/>
                </a:lnTo>
                <a:moveTo>
                  <a:pt x="984" y="2869"/>
                </a:moveTo>
                <a:lnTo>
                  <a:pt x="825" y="2869"/>
                </a:lnTo>
                <a:lnTo>
                  <a:pt x="825" y="2753"/>
                </a:lnTo>
                <a:lnTo>
                  <a:pt x="984" y="2753"/>
                </a:lnTo>
                <a:lnTo>
                  <a:pt x="984" y="2869"/>
                </a:lnTo>
                <a:moveTo>
                  <a:pt x="719" y="2869"/>
                </a:moveTo>
                <a:lnTo>
                  <a:pt x="560" y="2869"/>
                </a:lnTo>
                <a:lnTo>
                  <a:pt x="560" y="2753"/>
                </a:lnTo>
                <a:lnTo>
                  <a:pt x="719" y="2753"/>
                </a:lnTo>
                <a:lnTo>
                  <a:pt x="719" y="2869"/>
                </a:lnTo>
                <a:moveTo>
                  <a:pt x="455" y="2869"/>
                </a:moveTo>
                <a:lnTo>
                  <a:pt x="296" y="2869"/>
                </a:lnTo>
                <a:lnTo>
                  <a:pt x="296" y="2753"/>
                </a:lnTo>
                <a:lnTo>
                  <a:pt x="455" y="2753"/>
                </a:lnTo>
                <a:lnTo>
                  <a:pt x="455" y="2869"/>
                </a:lnTo>
                <a:moveTo>
                  <a:pt x="169" y="2840"/>
                </a:moveTo>
                <a:cubicBezTo>
                  <a:pt x="106" y="2810"/>
                  <a:pt x="60" y="2764"/>
                  <a:pt x="29" y="2702"/>
                </a:cubicBezTo>
                <a:lnTo>
                  <a:pt x="134" y="2651"/>
                </a:lnTo>
                <a:cubicBezTo>
                  <a:pt x="153" y="2689"/>
                  <a:pt x="181" y="2717"/>
                  <a:pt x="219" y="2735"/>
                </a:cubicBezTo>
                <a:lnTo>
                  <a:pt x="169" y="2840"/>
                </a:lnTo>
                <a:moveTo>
                  <a:pt x="0" y="2574"/>
                </a:moveTo>
                <a:lnTo>
                  <a:pt x="0" y="2573"/>
                </a:lnTo>
                <a:lnTo>
                  <a:pt x="0" y="2416"/>
                </a:lnTo>
                <a:lnTo>
                  <a:pt x="116" y="2416"/>
                </a:lnTo>
                <a:lnTo>
                  <a:pt x="116" y="2573"/>
                </a:lnTo>
                <a:lnTo>
                  <a:pt x="116" y="2574"/>
                </a:lnTo>
                <a:lnTo>
                  <a:pt x="0" y="2574"/>
                </a:lnTo>
                <a:moveTo>
                  <a:pt x="0" y="2310"/>
                </a:moveTo>
                <a:lnTo>
                  <a:pt x="0" y="2151"/>
                </a:lnTo>
                <a:lnTo>
                  <a:pt x="116" y="2151"/>
                </a:lnTo>
                <a:lnTo>
                  <a:pt x="116" y="2310"/>
                </a:lnTo>
                <a:lnTo>
                  <a:pt x="0" y="2310"/>
                </a:lnTo>
                <a:moveTo>
                  <a:pt x="0" y="2046"/>
                </a:moveTo>
                <a:lnTo>
                  <a:pt x="0" y="1887"/>
                </a:lnTo>
                <a:lnTo>
                  <a:pt x="116" y="1887"/>
                </a:lnTo>
                <a:lnTo>
                  <a:pt x="116" y="2046"/>
                </a:lnTo>
                <a:lnTo>
                  <a:pt x="0" y="2046"/>
                </a:lnTo>
                <a:moveTo>
                  <a:pt x="0" y="1781"/>
                </a:moveTo>
                <a:lnTo>
                  <a:pt x="0" y="1622"/>
                </a:lnTo>
                <a:lnTo>
                  <a:pt x="116" y="1622"/>
                </a:lnTo>
                <a:lnTo>
                  <a:pt x="116" y="1781"/>
                </a:lnTo>
                <a:lnTo>
                  <a:pt x="0" y="1781"/>
                </a:lnTo>
                <a:moveTo>
                  <a:pt x="0" y="1517"/>
                </a:moveTo>
                <a:lnTo>
                  <a:pt x="0" y="1358"/>
                </a:lnTo>
                <a:lnTo>
                  <a:pt x="116" y="1358"/>
                </a:lnTo>
                <a:lnTo>
                  <a:pt x="116" y="1517"/>
                </a:lnTo>
                <a:lnTo>
                  <a:pt x="0" y="1517"/>
                </a:lnTo>
                <a:moveTo>
                  <a:pt x="0" y="1252"/>
                </a:moveTo>
                <a:lnTo>
                  <a:pt x="0" y="1094"/>
                </a:lnTo>
                <a:lnTo>
                  <a:pt x="116" y="1094"/>
                </a:lnTo>
                <a:lnTo>
                  <a:pt x="116" y="1252"/>
                </a:lnTo>
                <a:lnTo>
                  <a:pt x="0" y="1252"/>
                </a:lnTo>
                <a:moveTo>
                  <a:pt x="0" y="988"/>
                </a:moveTo>
                <a:lnTo>
                  <a:pt x="0" y="829"/>
                </a:lnTo>
                <a:lnTo>
                  <a:pt x="116" y="829"/>
                </a:lnTo>
                <a:lnTo>
                  <a:pt x="116" y="988"/>
                </a:lnTo>
                <a:lnTo>
                  <a:pt x="0" y="988"/>
                </a:lnTo>
                <a:moveTo>
                  <a:pt x="0" y="723"/>
                </a:moveTo>
                <a:lnTo>
                  <a:pt x="0" y="564"/>
                </a:lnTo>
                <a:lnTo>
                  <a:pt x="116" y="564"/>
                </a:lnTo>
                <a:lnTo>
                  <a:pt x="116" y="723"/>
                </a:lnTo>
                <a:lnTo>
                  <a:pt x="0" y="723"/>
                </a:lnTo>
                <a:moveTo>
                  <a:pt x="0" y="458"/>
                </a:moveTo>
                <a:lnTo>
                  <a:pt x="0" y="300"/>
                </a:lnTo>
                <a:lnTo>
                  <a:pt x="116" y="300"/>
                </a:lnTo>
                <a:lnTo>
                  <a:pt x="116" y="458"/>
                </a:lnTo>
                <a:lnTo>
                  <a:pt x="0" y="458"/>
                </a:lnTo>
                <a:moveTo>
                  <a:pt x="27" y="172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4"/>
                  <a:pt x="150" y="183"/>
                  <a:pt x="133" y="221"/>
                </a:cubicBezTo>
                <a:lnTo>
                  <a:pt x="27" y="172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6"/>
                </a:lnTo>
                <a:lnTo>
                  <a:pt x="296" y="116"/>
                </a:lnTo>
                <a:cubicBezTo>
                  <a:pt x="295" y="116"/>
                  <a:pt x="294" y="116"/>
                  <a:pt x="293" y="116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655200" y="4379400"/>
            <a:ext cx="10881720" cy="1032840"/>
          </a:xfrm>
          <a:custGeom>
            <a:avLst/>
            <a:gdLst/>
            <a:ahLst/>
            <a:rect l="0" t="0" r="r" b="b"/>
            <a:pathLst>
              <a:path w="30227" h="2869">
                <a:moveTo>
                  <a:pt x="561" y="0"/>
                </a:moveTo>
                <a:lnTo>
                  <a:pt x="719" y="0"/>
                </a:lnTo>
                <a:lnTo>
                  <a:pt x="719" y="116"/>
                </a:lnTo>
                <a:lnTo>
                  <a:pt x="561" y="116"/>
                </a:lnTo>
                <a:lnTo>
                  <a:pt x="561" y="0"/>
                </a:lnTo>
                <a:moveTo>
                  <a:pt x="825" y="0"/>
                </a:moveTo>
                <a:lnTo>
                  <a:pt x="984" y="0"/>
                </a:lnTo>
                <a:lnTo>
                  <a:pt x="984" y="116"/>
                </a:lnTo>
                <a:lnTo>
                  <a:pt x="825" y="116"/>
                </a:lnTo>
                <a:lnTo>
                  <a:pt x="825" y="0"/>
                </a:lnTo>
                <a:moveTo>
                  <a:pt x="1089" y="0"/>
                </a:moveTo>
                <a:lnTo>
                  <a:pt x="1248" y="0"/>
                </a:lnTo>
                <a:lnTo>
                  <a:pt x="1248" y="116"/>
                </a:lnTo>
                <a:lnTo>
                  <a:pt x="1089" y="116"/>
                </a:lnTo>
                <a:lnTo>
                  <a:pt x="1089" y="0"/>
                </a:lnTo>
                <a:moveTo>
                  <a:pt x="1354" y="0"/>
                </a:moveTo>
                <a:lnTo>
                  <a:pt x="1512" y="0"/>
                </a:lnTo>
                <a:lnTo>
                  <a:pt x="1512" y="116"/>
                </a:lnTo>
                <a:lnTo>
                  <a:pt x="1354" y="116"/>
                </a:lnTo>
                <a:lnTo>
                  <a:pt x="1354" y="0"/>
                </a:lnTo>
                <a:moveTo>
                  <a:pt x="1618" y="0"/>
                </a:moveTo>
                <a:lnTo>
                  <a:pt x="1777" y="0"/>
                </a:lnTo>
                <a:lnTo>
                  <a:pt x="1777" y="116"/>
                </a:lnTo>
                <a:lnTo>
                  <a:pt x="1618" y="116"/>
                </a:lnTo>
                <a:lnTo>
                  <a:pt x="1618" y="0"/>
                </a:lnTo>
                <a:moveTo>
                  <a:pt x="1882" y="0"/>
                </a:moveTo>
                <a:lnTo>
                  <a:pt x="2041" y="0"/>
                </a:lnTo>
                <a:lnTo>
                  <a:pt x="2041" y="116"/>
                </a:lnTo>
                <a:lnTo>
                  <a:pt x="1882" y="116"/>
                </a:lnTo>
                <a:lnTo>
                  <a:pt x="1882" y="0"/>
                </a:lnTo>
                <a:moveTo>
                  <a:pt x="2147" y="0"/>
                </a:moveTo>
                <a:lnTo>
                  <a:pt x="2306" y="0"/>
                </a:lnTo>
                <a:lnTo>
                  <a:pt x="2306" y="116"/>
                </a:lnTo>
                <a:lnTo>
                  <a:pt x="2147" y="116"/>
                </a:lnTo>
                <a:lnTo>
                  <a:pt x="2147" y="0"/>
                </a:lnTo>
                <a:moveTo>
                  <a:pt x="2411" y="0"/>
                </a:moveTo>
                <a:lnTo>
                  <a:pt x="2570" y="0"/>
                </a:lnTo>
                <a:lnTo>
                  <a:pt x="2570" y="116"/>
                </a:lnTo>
                <a:lnTo>
                  <a:pt x="2411" y="116"/>
                </a:lnTo>
                <a:lnTo>
                  <a:pt x="2411" y="0"/>
                </a:lnTo>
                <a:moveTo>
                  <a:pt x="2675" y="0"/>
                </a:moveTo>
                <a:lnTo>
                  <a:pt x="2834" y="0"/>
                </a:lnTo>
                <a:lnTo>
                  <a:pt x="2834" y="116"/>
                </a:lnTo>
                <a:lnTo>
                  <a:pt x="2675" y="116"/>
                </a:lnTo>
                <a:lnTo>
                  <a:pt x="2675" y="0"/>
                </a:lnTo>
                <a:moveTo>
                  <a:pt x="2940" y="0"/>
                </a:moveTo>
                <a:lnTo>
                  <a:pt x="3099" y="0"/>
                </a:lnTo>
                <a:lnTo>
                  <a:pt x="3099" y="116"/>
                </a:lnTo>
                <a:lnTo>
                  <a:pt x="2940" y="116"/>
                </a:lnTo>
                <a:lnTo>
                  <a:pt x="2940" y="0"/>
                </a:lnTo>
                <a:moveTo>
                  <a:pt x="3204" y="0"/>
                </a:moveTo>
                <a:lnTo>
                  <a:pt x="3363" y="0"/>
                </a:lnTo>
                <a:lnTo>
                  <a:pt x="3363" y="116"/>
                </a:lnTo>
                <a:lnTo>
                  <a:pt x="3204" y="116"/>
                </a:lnTo>
                <a:lnTo>
                  <a:pt x="3204" y="0"/>
                </a:lnTo>
                <a:moveTo>
                  <a:pt x="3469" y="0"/>
                </a:moveTo>
                <a:lnTo>
                  <a:pt x="3627" y="0"/>
                </a:lnTo>
                <a:lnTo>
                  <a:pt x="3627" y="116"/>
                </a:lnTo>
                <a:lnTo>
                  <a:pt x="3469" y="116"/>
                </a:lnTo>
                <a:lnTo>
                  <a:pt x="3469" y="0"/>
                </a:lnTo>
                <a:moveTo>
                  <a:pt x="3733" y="0"/>
                </a:moveTo>
                <a:lnTo>
                  <a:pt x="3892" y="0"/>
                </a:lnTo>
                <a:lnTo>
                  <a:pt x="3892" y="116"/>
                </a:lnTo>
                <a:lnTo>
                  <a:pt x="3733" y="116"/>
                </a:lnTo>
                <a:lnTo>
                  <a:pt x="3733" y="0"/>
                </a:lnTo>
                <a:moveTo>
                  <a:pt x="3997" y="0"/>
                </a:moveTo>
                <a:lnTo>
                  <a:pt x="4156" y="0"/>
                </a:lnTo>
                <a:lnTo>
                  <a:pt x="4156" y="116"/>
                </a:lnTo>
                <a:lnTo>
                  <a:pt x="3997" y="116"/>
                </a:lnTo>
                <a:lnTo>
                  <a:pt x="3997" y="0"/>
                </a:lnTo>
                <a:moveTo>
                  <a:pt x="4262" y="0"/>
                </a:moveTo>
                <a:lnTo>
                  <a:pt x="4420" y="0"/>
                </a:lnTo>
                <a:lnTo>
                  <a:pt x="4420" y="116"/>
                </a:lnTo>
                <a:lnTo>
                  <a:pt x="4262" y="116"/>
                </a:lnTo>
                <a:lnTo>
                  <a:pt x="4262" y="0"/>
                </a:lnTo>
                <a:moveTo>
                  <a:pt x="4526" y="0"/>
                </a:moveTo>
                <a:lnTo>
                  <a:pt x="4685" y="0"/>
                </a:lnTo>
                <a:lnTo>
                  <a:pt x="4685" y="116"/>
                </a:lnTo>
                <a:lnTo>
                  <a:pt x="4526" y="116"/>
                </a:lnTo>
                <a:lnTo>
                  <a:pt x="4526" y="0"/>
                </a:lnTo>
                <a:moveTo>
                  <a:pt x="4790" y="0"/>
                </a:moveTo>
                <a:lnTo>
                  <a:pt x="4949" y="0"/>
                </a:lnTo>
                <a:lnTo>
                  <a:pt x="4949" y="116"/>
                </a:lnTo>
                <a:lnTo>
                  <a:pt x="4790" y="116"/>
                </a:lnTo>
                <a:lnTo>
                  <a:pt x="4790" y="0"/>
                </a:lnTo>
                <a:moveTo>
                  <a:pt x="5055" y="0"/>
                </a:moveTo>
                <a:lnTo>
                  <a:pt x="5214" y="0"/>
                </a:lnTo>
                <a:lnTo>
                  <a:pt x="5214" y="116"/>
                </a:lnTo>
                <a:lnTo>
                  <a:pt x="5055" y="116"/>
                </a:lnTo>
                <a:lnTo>
                  <a:pt x="5055" y="0"/>
                </a:lnTo>
                <a:moveTo>
                  <a:pt x="5319" y="0"/>
                </a:moveTo>
                <a:lnTo>
                  <a:pt x="5478" y="0"/>
                </a:lnTo>
                <a:lnTo>
                  <a:pt x="5478" y="116"/>
                </a:lnTo>
                <a:lnTo>
                  <a:pt x="5319" y="116"/>
                </a:lnTo>
                <a:lnTo>
                  <a:pt x="5319" y="0"/>
                </a:lnTo>
                <a:moveTo>
                  <a:pt x="5584" y="0"/>
                </a:moveTo>
                <a:lnTo>
                  <a:pt x="5742" y="0"/>
                </a:lnTo>
                <a:lnTo>
                  <a:pt x="5742" y="116"/>
                </a:lnTo>
                <a:lnTo>
                  <a:pt x="5584" y="116"/>
                </a:lnTo>
                <a:lnTo>
                  <a:pt x="5584" y="0"/>
                </a:lnTo>
                <a:moveTo>
                  <a:pt x="5848" y="0"/>
                </a:moveTo>
                <a:lnTo>
                  <a:pt x="6007" y="0"/>
                </a:lnTo>
                <a:lnTo>
                  <a:pt x="6007" y="116"/>
                </a:lnTo>
                <a:lnTo>
                  <a:pt x="5848" y="116"/>
                </a:lnTo>
                <a:lnTo>
                  <a:pt x="5848" y="0"/>
                </a:lnTo>
                <a:moveTo>
                  <a:pt x="6112" y="0"/>
                </a:moveTo>
                <a:lnTo>
                  <a:pt x="6271" y="0"/>
                </a:lnTo>
                <a:lnTo>
                  <a:pt x="6271" y="116"/>
                </a:lnTo>
                <a:lnTo>
                  <a:pt x="6112" y="116"/>
                </a:lnTo>
                <a:lnTo>
                  <a:pt x="6112" y="0"/>
                </a:lnTo>
                <a:moveTo>
                  <a:pt x="6377" y="0"/>
                </a:moveTo>
                <a:lnTo>
                  <a:pt x="6535" y="0"/>
                </a:lnTo>
                <a:lnTo>
                  <a:pt x="6535" y="116"/>
                </a:lnTo>
                <a:lnTo>
                  <a:pt x="6377" y="116"/>
                </a:lnTo>
                <a:lnTo>
                  <a:pt x="6377" y="0"/>
                </a:lnTo>
                <a:moveTo>
                  <a:pt x="6641" y="0"/>
                </a:moveTo>
                <a:lnTo>
                  <a:pt x="6800" y="0"/>
                </a:lnTo>
                <a:lnTo>
                  <a:pt x="6800" y="116"/>
                </a:lnTo>
                <a:lnTo>
                  <a:pt x="6641" y="116"/>
                </a:lnTo>
                <a:lnTo>
                  <a:pt x="6641" y="0"/>
                </a:lnTo>
                <a:moveTo>
                  <a:pt x="6905" y="0"/>
                </a:moveTo>
                <a:lnTo>
                  <a:pt x="7064" y="0"/>
                </a:lnTo>
                <a:lnTo>
                  <a:pt x="7064" y="116"/>
                </a:lnTo>
                <a:lnTo>
                  <a:pt x="6905" y="116"/>
                </a:lnTo>
                <a:lnTo>
                  <a:pt x="6905" y="0"/>
                </a:lnTo>
                <a:moveTo>
                  <a:pt x="7170" y="0"/>
                </a:moveTo>
                <a:lnTo>
                  <a:pt x="7329" y="0"/>
                </a:lnTo>
                <a:lnTo>
                  <a:pt x="7329" y="116"/>
                </a:lnTo>
                <a:lnTo>
                  <a:pt x="7170" y="116"/>
                </a:lnTo>
                <a:lnTo>
                  <a:pt x="7170" y="0"/>
                </a:lnTo>
                <a:moveTo>
                  <a:pt x="7434" y="0"/>
                </a:moveTo>
                <a:lnTo>
                  <a:pt x="7593" y="0"/>
                </a:lnTo>
                <a:lnTo>
                  <a:pt x="7593" y="116"/>
                </a:lnTo>
                <a:lnTo>
                  <a:pt x="7434" y="116"/>
                </a:lnTo>
                <a:lnTo>
                  <a:pt x="7434" y="0"/>
                </a:lnTo>
                <a:moveTo>
                  <a:pt x="7699" y="0"/>
                </a:moveTo>
                <a:lnTo>
                  <a:pt x="7857" y="0"/>
                </a:lnTo>
                <a:lnTo>
                  <a:pt x="7857" y="116"/>
                </a:lnTo>
                <a:lnTo>
                  <a:pt x="7699" y="116"/>
                </a:lnTo>
                <a:lnTo>
                  <a:pt x="7699" y="0"/>
                </a:lnTo>
                <a:moveTo>
                  <a:pt x="7963" y="0"/>
                </a:moveTo>
                <a:lnTo>
                  <a:pt x="8122" y="0"/>
                </a:lnTo>
                <a:lnTo>
                  <a:pt x="8122" y="116"/>
                </a:lnTo>
                <a:lnTo>
                  <a:pt x="7963" y="116"/>
                </a:lnTo>
                <a:lnTo>
                  <a:pt x="7963" y="0"/>
                </a:lnTo>
                <a:moveTo>
                  <a:pt x="8227" y="0"/>
                </a:moveTo>
                <a:lnTo>
                  <a:pt x="8386" y="0"/>
                </a:lnTo>
                <a:lnTo>
                  <a:pt x="8386" y="116"/>
                </a:lnTo>
                <a:lnTo>
                  <a:pt x="8227" y="116"/>
                </a:lnTo>
                <a:lnTo>
                  <a:pt x="8227" y="0"/>
                </a:lnTo>
                <a:moveTo>
                  <a:pt x="8492" y="0"/>
                </a:moveTo>
                <a:lnTo>
                  <a:pt x="8650" y="0"/>
                </a:lnTo>
                <a:lnTo>
                  <a:pt x="8650" y="116"/>
                </a:lnTo>
                <a:lnTo>
                  <a:pt x="8492" y="116"/>
                </a:lnTo>
                <a:lnTo>
                  <a:pt x="8492" y="0"/>
                </a:lnTo>
                <a:moveTo>
                  <a:pt x="8756" y="0"/>
                </a:moveTo>
                <a:lnTo>
                  <a:pt x="8915" y="0"/>
                </a:lnTo>
                <a:lnTo>
                  <a:pt x="8915" y="116"/>
                </a:lnTo>
                <a:lnTo>
                  <a:pt x="8756" y="116"/>
                </a:lnTo>
                <a:lnTo>
                  <a:pt x="8756" y="0"/>
                </a:lnTo>
                <a:moveTo>
                  <a:pt x="9020" y="0"/>
                </a:moveTo>
                <a:lnTo>
                  <a:pt x="9179" y="0"/>
                </a:lnTo>
                <a:lnTo>
                  <a:pt x="9179" y="116"/>
                </a:lnTo>
                <a:lnTo>
                  <a:pt x="9020" y="116"/>
                </a:lnTo>
                <a:lnTo>
                  <a:pt x="9020" y="0"/>
                </a:lnTo>
                <a:moveTo>
                  <a:pt x="9285" y="0"/>
                </a:moveTo>
                <a:lnTo>
                  <a:pt x="9443" y="0"/>
                </a:lnTo>
                <a:lnTo>
                  <a:pt x="9443" y="116"/>
                </a:lnTo>
                <a:lnTo>
                  <a:pt x="9285" y="116"/>
                </a:lnTo>
                <a:lnTo>
                  <a:pt x="9285" y="0"/>
                </a:lnTo>
                <a:moveTo>
                  <a:pt x="9549" y="0"/>
                </a:moveTo>
                <a:lnTo>
                  <a:pt x="9708" y="0"/>
                </a:lnTo>
                <a:lnTo>
                  <a:pt x="9708" y="116"/>
                </a:lnTo>
                <a:lnTo>
                  <a:pt x="9549" y="116"/>
                </a:lnTo>
                <a:lnTo>
                  <a:pt x="9549" y="0"/>
                </a:lnTo>
                <a:moveTo>
                  <a:pt x="9813" y="0"/>
                </a:moveTo>
                <a:lnTo>
                  <a:pt x="9972" y="0"/>
                </a:lnTo>
                <a:lnTo>
                  <a:pt x="9972" y="116"/>
                </a:lnTo>
                <a:lnTo>
                  <a:pt x="9813" y="116"/>
                </a:lnTo>
                <a:lnTo>
                  <a:pt x="9813" y="0"/>
                </a:lnTo>
                <a:moveTo>
                  <a:pt x="10078" y="0"/>
                </a:moveTo>
                <a:lnTo>
                  <a:pt x="10237" y="0"/>
                </a:lnTo>
                <a:lnTo>
                  <a:pt x="10237" y="116"/>
                </a:lnTo>
                <a:lnTo>
                  <a:pt x="10078" y="116"/>
                </a:lnTo>
                <a:lnTo>
                  <a:pt x="10078" y="0"/>
                </a:lnTo>
                <a:moveTo>
                  <a:pt x="10342" y="0"/>
                </a:moveTo>
                <a:lnTo>
                  <a:pt x="10501" y="0"/>
                </a:lnTo>
                <a:lnTo>
                  <a:pt x="10501" y="116"/>
                </a:lnTo>
                <a:lnTo>
                  <a:pt x="10342" y="116"/>
                </a:lnTo>
                <a:lnTo>
                  <a:pt x="10342" y="0"/>
                </a:lnTo>
                <a:moveTo>
                  <a:pt x="10607" y="0"/>
                </a:moveTo>
                <a:lnTo>
                  <a:pt x="10765" y="0"/>
                </a:lnTo>
                <a:lnTo>
                  <a:pt x="10765" y="116"/>
                </a:lnTo>
                <a:lnTo>
                  <a:pt x="10607" y="116"/>
                </a:lnTo>
                <a:lnTo>
                  <a:pt x="10607" y="0"/>
                </a:lnTo>
                <a:moveTo>
                  <a:pt x="10871" y="0"/>
                </a:moveTo>
                <a:lnTo>
                  <a:pt x="11030" y="0"/>
                </a:lnTo>
                <a:lnTo>
                  <a:pt x="11030" y="116"/>
                </a:lnTo>
                <a:lnTo>
                  <a:pt x="10871" y="116"/>
                </a:lnTo>
                <a:lnTo>
                  <a:pt x="10871" y="0"/>
                </a:lnTo>
                <a:moveTo>
                  <a:pt x="11135" y="0"/>
                </a:moveTo>
                <a:lnTo>
                  <a:pt x="11294" y="0"/>
                </a:lnTo>
                <a:lnTo>
                  <a:pt x="11294" y="116"/>
                </a:lnTo>
                <a:lnTo>
                  <a:pt x="11135" y="116"/>
                </a:lnTo>
                <a:lnTo>
                  <a:pt x="11135" y="0"/>
                </a:lnTo>
                <a:moveTo>
                  <a:pt x="11400" y="0"/>
                </a:moveTo>
                <a:lnTo>
                  <a:pt x="11558" y="0"/>
                </a:lnTo>
                <a:lnTo>
                  <a:pt x="11558" y="116"/>
                </a:lnTo>
                <a:lnTo>
                  <a:pt x="11400" y="116"/>
                </a:lnTo>
                <a:lnTo>
                  <a:pt x="11400" y="0"/>
                </a:lnTo>
                <a:moveTo>
                  <a:pt x="11664" y="0"/>
                </a:moveTo>
                <a:lnTo>
                  <a:pt x="11823" y="0"/>
                </a:lnTo>
                <a:lnTo>
                  <a:pt x="11823" y="116"/>
                </a:lnTo>
                <a:lnTo>
                  <a:pt x="11664" y="116"/>
                </a:lnTo>
                <a:lnTo>
                  <a:pt x="11664" y="0"/>
                </a:lnTo>
                <a:moveTo>
                  <a:pt x="11928" y="0"/>
                </a:moveTo>
                <a:lnTo>
                  <a:pt x="12087" y="0"/>
                </a:lnTo>
                <a:lnTo>
                  <a:pt x="12087" y="116"/>
                </a:lnTo>
                <a:lnTo>
                  <a:pt x="11928" y="116"/>
                </a:lnTo>
                <a:lnTo>
                  <a:pt x="11928" y="0"/>
                </a:lnTo>
                <a:moveTo>
                  <a:pt x="12193" y="0"/>
                </a:moveTo>
                <a:lnTo>
                  <a:pt x="12352" y="0"/>
                </a:lnTo>
                <a:lnTo>
                  <a:pt x="12352" y="116"/>
                </a:lnTo>
                <a:lnTo>
                  <a:pt x="12193" y="116"/>
                </a:lnTo>
                <a:lnTo>
                  <a:pt x="12193" y="0"/>
                </a:lnTo>
                <a:moveTo>
                  <a:pt x="12457" y="0"/>
                </a:moveTo>
                <a:lnTo>
                  <a:pt x="12616" y="0"/>
                </a:lnTo>
                <a:lnTo>
                  <a:pt x="12616" y="116"/>
                </a:lnTo>
                <a:lnTo>
                  <a:pt x="12457" y="116"/>
                </a:lnTo>
                <a:lnTo>
                  <a:pt x="12457" y="0"/>
                </a:lnTo>
                <a:moveTo>
                  <a:pt x="12722" y="0"/>
                </a:moveTo>
                <a:lnTo>
                  <a:pt x="12880" y="0"/>
                </a:lnTo>
                <a:lnTo>
                  <a:pt x="12880" y="116"/>
                </a:lnTo>
                <a:lnTo>
                  <a:pt x="12722" y="116"/>
                </a:lnTo>
                <a:lnTo>
                  <a:pt x="12722" y="0"/>
                </a:lnTo>
                <a:moveTo>
                  <a:pt x="12986" y="0"/>
                </a:moveTo>
                <a:lnTo>
                  <a:pt x="13145" y="0"/>
                </a:lnTo>
                <a:lnTo>
                  <a:pt x="13145" y="116"/>
                </a:lnTo>
                <a:lnTo>
                  <a:pt x="12986" y="116"/>
                </a:lnTo>
                <a:lnTo>
                  <a:pt x="12986" y="0"/>
                </a:lnTo>
                <a:moveTo>
                  <a:pt x="13250" y="0"/>
                </a:moveTo>
                <a:lnTo>
                  <a:pt x="13410" y="0"/>
                </a:lnTo>
                <a:lnTo>
                  <a:pt x="13410" y="116"/>
                </a:lnTo>
                <a:lnTo>
                  <a:pt x="13250" y="116"/>
                </a:lnTo>
                <a:lnTo>
                  <a:pt x="13250" y="0"/>
                </a:lnTo>
                <a:moveTo>
                  <a:pt x="13516" y="0"/>
                </a:moveTo>
                <a:lnTo>
                  <a:pt x="13674" y="0"/>
                </a:lnTo>
                <a:lnTo>
                  <a:pt x="13674" y="116"/>
                </a:lnTo>
                <a:lnTo>
                  <a:pt x="13516" y="116"/>
                </a:lnTo>
                <a:lnTo>
                  <a:pt x="13516" y="0"/>
                </a:lnTo>
                <a:moveTo>
                  <a:pt x="13780" y="0"/>
                </a:moveTo>
                <a:lnTo>
                  <a:pt x="13939" y="0"/>
                </a:lnTo>
                <a:lnTo>
                  <a:pt x="13939" y="116"/>
                </a:lnTo>
                <a:lnTo>
                  <a:pt x="13780" y="116"/>
                </a:lnTo>
                <a:lnTo>
                  <a:pt x="13780" y="0"/>
                </a:lnTo>
                <a:moveTo>
                  <a:pt x="14044" y="0"/>
                </a:moveTo>
                <a:lnTo>
                  <a:pt x="14203" y="0"/>
                </a:lnTo>
                <a:lnTo>
                  <a:pt x="14203" y="116"/>
                </a:lnTo>
                <a:lnTo>
                  <a:pt x="14044" y="116"/>
                </a:lnTo>
                <a:lnTo>
                  <a:pt x="14044" y="0"/>
                </a:lnTo>
                <a:moveTo>
                  <a:pt x="14309" y="0"/>
                </a:moveTo>
                <a:lnTo>
                  <a:pt x="14467" y="0"/>
                </a:lnTo>
                <a:lnTo>
                  <a:pt x="14467" y="116"/>
                </a:lnTo>
                <a:lnTo>
                  <a:pt x="14309" y="116"/>
                </a:lnTo>
                <a:lnTo>
                  <a:pt x="14309" y="0"/>
                </a:lnTo>
                <a:moveTo>
                  <a:pt x="14573" y="0"/>
                </a:moveTo>
                <a:lnTo>
                  <a:pt x="14732" y="0"/>
                </a:lnTo>
                <a:lnTo>
                  <a:pt x="14732" y="116"/>
                </a:lnTo>
                <a:lnTo>
                  <a:pt x="14573" y="116"/>
                </a:lnTo>
                <a:lnTo>
                  <a:pt x="14573" y="0"/>
                </a:lnTo>
                <a:moveTo>
                  <a:pt x="14837" y="0"/>
                </a:moveTo>
                <a:lnTo>
                  <a:pt x="14996" y="0"/>
                </a:lnTo>
                <a:lnTo>
                  <a:pt x="14996" y="116"/>
                </a:lnTo>
                <a:lnTo>
                  <a:pt x="14837" y="116"/>
                </a:lnTo>
                <a:lnTo>
                  <a:pt x="14837" y="0"/>
                </a:lnTo>
                <a:moveTo>
                  <a:pt x="15102" y="0"/>
                </a:moveTo>
                <a:lnTo>
                  <a:pt x="15261" y="0"/>
                </a:lnTo>
                <a:lnTo>
                  <a:pt x="15261" y="116"/>
                </a:lnTo>
                <a:lnTo>
                  <a:pt x="15102" y="116"/>
                </a:lnTo>
                <a:lnTo>
                  <a:pt x="15102" y="0"/>
                </a:lnTo>
                <a:moveTo>
                  <a:pt x="15366" y="0"/>
                </a:moveTo>
                <a:lnTo>
                  <a:pt x="15525" y="0"/>
                </a:lnTo>
                <a:lnTo>
                  <a:pt x="15525" y="116"/>
                </a:lnTo>
                <a:lnTo>
                  <a:pt x="15366" y="116"/>
                </a:lnTo>
                <a:lnTo>
                  <a:pt x="15366" y="0"/>
                </a:lnTo>
                <a:moveTo>
                  <a:pt x="15631" y="0"/>
                </a:moveTo>
                <a:lnTo>
                  <a:pt x="15789" y="0"/>
                </a:lnTo>
                <a:lnTo>
                  <a:pt x="15789" y="116"/>
                </a:lnTo>
                <a:lnTo>
                  <a:pt x="15631" y="116"/>
                </a:lnTo>
                <a:lnTo>
                  <a:pt x="15631" y="0"/>
                </a:lnTo>
                <a:moveTo>
                  <a:pt x="15895" y="0"/>
                </a:moveTo>
                <a:lnTo>
                  <a:pt x="16054" y="0"/>
                </a:lnTo>
                <a:lnTo>
                  <a:pt x="16054" y="116"/>
                </a:lnTo>
                <a:lnTo>
                  <a:pt x="15895" y="116"/>
                </a:lnTo>
                <a:lnTo>
                  <a:pt x="15895" y="0"/>
                </a:lnTo>
                <a:moveTo>
                  <a:pt x="16159" y="0"/>
                </a:moveTo>
                <a:lnTo>
                  <a:pt x="16318" y="0"/>
                </a:lnTo>
                <a:lnTo>
                  <a:pt x="16318" y="116"/>
                </a:lnTo>
                <a:lnTo>
                  <a:pt x="16159" y="116"/>
                </a:lnTo>
                <a:lnTo>
                  <a:pt x="16159" y="0"/>
                </a:lnTo>
                <a:moveTo>
                  <a:pt x="16424" y="0"/>
                </a:moveTo>
                <a:lnTo>
                  <a:pt x="16582" y="0"/>
                </a:lnTo>
                <a:lnTo>
                  <a:pt x="16582" y="116"/>
                </a:lnTo>
                <a:lnTo>
                  <a:pt x="16424" y="116"/>
                </a:lnTo>
                <a:lnTo>
                  <a:pt x="16424" y="0"/>
                </a:lnTo>
                <a:moveTo>
                  <a:pt x="16688" y="0"/>
                </a:moveTo>
                <a:lnTo>
                  <a:pt x="16847" y="0"/>
                </a:lnTo>
                <a:lnTo>
                  <a:pt x="16847" y="116"/>
                </a:lnTo>
                <a:lnTo>
                  <a:pt x="16688" y="116"/>
                </a:lnTo>
                <a:lnTo>
                  <a:pt x="16688" y="0"/>
                </a:lnTo>
                <a:moveTo>
                  <a:pt x="16952" y="0"/>
                </a:moveTo>
                <a:lnTo>
                  <a:pt x="17111" y="0"/>
                </a:lnTo>
                <a:lnTo>
                  <a:pt x="17111" y="116"/>
                </a:lnTo>
                <a:lnTo>
                  <a:pt x="16952" y="116"/>
                </a:lnTo>
                <a:lnTo>
                  <a:pt x="16952" y="0"/>
                </a:lnTo>
                <a:moveTo>
                  <a:pt x="17217" y="0"/>
                </a:moveTo>
                <a:lnTo>
                  <a:pt x="17376" y="0"/>
                </a:lnTo>
                <a:lnTo>
                  <a:pt x="17376" y="116"/>
                </a:lnTo>
                <a:lnTo>
                  <a:pt x="17217" y="116"/>
                </a:lnTo>
                <a:lnTo>
                  <a:pt x="17217" y="0"/>
                </a:lnTo>
                <a:moveTo>
                  <a:pt x="17481" y="0"/>
                </a:moveTo>
                <a:lnTo>
                  <a:pt x="17640" y="0"/>
                </a:lnTo>
                <a:lnTo>
                  <a:pt x="17640" y="116"/>
                </a:lnTo>
                <a:lnTo>
                  <a:pt x="17481" y="116"/>
                </a:lnTo>
                <a:lnTo>
                  <a:pt x="17481" y="0"/>
                </a:lnTo>
                <a:moveTo>
                  <a:pt x="17746" y="0"/>
                </a:moveTo>
                <a:lnTo>
                  <a:pt x="17904" y="0"/>
                </a:lnTo>
                <a:lnTo>
                  <a:pt x="17904" y="116"/>
                </a:lnTo>
                <a:lnTo>
                  <a:pt x="17746" y="116"/>
                </a:lnTo>
                <a:lnTo>
                  <a:pt x="17746" y="0"/>
                </a:lnTo>
                <a:moveTo>
                  <a:pt x="18010" y="0"/>
                </a:moveTo>
                <a:lnTo>
                  <a:pt x="18169" y="0"/>
                </a:lnTo>
                <a:lnTo>
                  <a:pt x="18169" y="116"/>
                </a:lnTo>
                <a:lnTo>
                  <a:pt x="18010" y="116"/>
                </a:lnTo>
                <a:lnTo>
                  <a:pt x="18010" y="0"/>
                </a:lnTo>
                <a:moveTo>
                  <a:pt x="18274" y="0"/>
                </a:moveTo>
                <a:lnTo>
                  <a:pt x="18433" y="0"/>
                </a:lnTo>
                <a:lnTo>
                  <a:pt x="18433" y="116"/>
                </a:lnTo>
                <a:lnTo>
                  <a:pt x="18274" y="116"/>
                </a:lnTo>
                <a:lnTo>
                  <a:pt x="18274" y="0"/>
                </a:lnTo>
                <a:moveTo>
                  <a:pt x="18539" y="0"/>
                </a:moveTo>
                <a:lnTo>
                  <a:pt x="18697" y="0"/>
                </a:lnTo>
                <a:lnTo>
                  <a:pt x="18697" y="116"/>
                </a:lnTo>
                <a:lnTo>
                  <a:pt x="18539" y="116"/>
                </a:lnTo>
                <a:lnTo>
                  <a:pt x="18539" y="0"/>
                </a:lnTo>
                <a:moveTo>
                  <a:pt x="18803" y="0"/>
                </a:moveTo>
                <a:lnTo>
                  <a:pt x="18962" y="0"/>
                </a:lnTo>
                <a:lnTo>
                  <a:pt x="18962" y="116"/>
                </a:lnTo>
                <a:lnTo>
                  <a:pt x="18803" y="116"/>
                </a:lnTo>
                <a:lnTo>
                  <a:pt x="18803" y="0"/>
                </a:lnTo>
                <a:moveTo>
                  <a:pt x="19067" y="0"/>
                </a:moveTo>
                <a:lnTo>
                  <a:pt x="19226" y="0"/>
                </a:lnTo>
                <a:lnTo>
                  <a:pt x="19226" y="116"/>
                </a:lnTo>
                <a:lnTo>
                  <a:pt x="19067" y="116"/>
                </a:lnTo>
                <a:lnTo>
                  <a:pt x="19067" y="0"/>
                </a:lnTo>
                <a:moveTo>
                  <a:pt x="19332" y="0"/>
                </a:moveTo>
                <a:lnTo>
                  <a:pt x="19490" y="0"/>
                </a:lnTo>
                <a:lnTo>
                  <a:pt x="19490" y="116"/>
                </a:lnTo>
                <a:lnTo>
                  <a:pt x="19332" y="116"/>
                </a:lnTo>
                <a:lnTo>
                  <a:pt x="19332" y="0"/>
                </a:lnTo>
                <a:moveTo>
                  <a:pt x="19596" y="0"/>
                </a:moveTo>
                <a:lnTo>
                  <a:pt x="19755" y="0"/>
                </a:lnTo>
                <a:lnTo>
                  <a:pt x="19755" y="116"/>
                </a:lnTo>
                <a:lnTo>
                  <a:pt x="19596" y="116"/>
                </a:lnTo>
                <a:lnTo>
                  <a:pt x="19596" y="0"/>
                </a:lnTo>
                <a:moveTo>
                  <a:pt x="19860" y="0"/>
                </a:moveTo>
                <a:lnTo>
                  <a:pt x="20019" y="0"/>
                </a:lnTo>
                <a:lnTo>
                  <a:pt x="20019" y="116"/>
                </a:lnTo>
                <a:lnTo>
                  <a:pt x="19860" y="116"/>
                </a:lnTo>
                <a:lnTo>
                  <a:pt x="19860" y="0"/>
                </a:lnTo>
                <a:moveTo>
                  <a:pt x="20125" y="0"/>
                </a:moveTo>
                <a:lnTo>
                  <a:pt x="20284" y="0"/>
                </a:lnTo>
                <a:lnTo>
                  <a:pt x="20284" y="116"/>
                </a:lnTo>
                <a:lnTo>
                  <a:pt x="20125" y="116"/>
                </a:lnTo>
                <a:lnTo>
                  <a:pt x="20125" y="0"/>
                </a:lnTo>
                <a:moveTo>
                  <a:pt x="20389" y="0"/>
                </a:moveTo>
                <a:lnTo>
                  <a:pt x="20548" y="0"/>
                </a:lnTo>
                <a:lnTo>
                  <a:pt x="20548" y="116"/>
                </a:lnTo>
                <a:lnTo>
                  <a:pt x="20389" y="116"/>
                </a:lnTo>
                <a:lnTo>
                  <a:pt x="20389" y="0"/>
                </a:lnTo>
                <a:moveTo>
                  <a:pt x="20654" y="0"/>
                </a:moveTo>
                <a:lnTo>
                  <a:pt x="20812" y="0"/>
                </a:lnTo>
                <a:lnTo>
                  <a:pt x="20812" y="116"/>
                </a:lnTo>
                <a:lnTo>
                  <a:pt x="20654" y="116"/>
                </a:lnTo>
                <a:lnTo>
                  <a:pt x="20654" y="0"/>
                </a:lnTo>
                <a:moveTo>
                  <a:pt x="20918" y="0"/>
                </a:moveTo>
                <a:lnTo>
                  <a:pt x="21077" y="0"/>
                </a:lnTo>
                <a:lnTo>
                  <a:pt x="21077" y="116"/>
                </a:lnTo>
                <a:lnTo>
                  <a:pt x="20918" y="116"/>
                </a:lnTo>
                <a:lnTo>
                  <a:pt x="20918" y="0"/>
                </a:lnTo>
                <a:moveTo>
                  <a:pt x="21182" y="0"/>
                </a:moveTo>
                <a:lnTo>
                  <a:pt x="21341" y="0"/>
                </a:lnTo>
                <a:lnTo>
                  <a:pt x="21341" y="116"/>
                </a:lnTo>
                <a:lnTo>
                  <a:pt x="21182" y="116"/>
                </a:lnTo>
                <a:lnTo>
                  <a:pt x="21182" y="0"/>
                </a:lnTo>
                <a:moveTo>
                  <a:pt x="21447" y="0"/>
                </a:moveTo>
                <a:lnTo>
                  <a:pt x="21605" y="0"/>
                </a:lnTo>
                <a:lnTo>
                  <a:pt x="21605" y="116"/>
                </a:lnTo>
                <a:lnTo>
                  <a:pt x="21447" y="116"/>
                </a:lnTo>
                <a:lnTo>
                  <a:pt x="21447" y="0"/>
                </a:lnTo>
                <a:moveTo>
                  <a:pt x="21711" y="0"/>
                </a:moveTo>
                <a:lnTo>
                  <a:pt x="21870" y="0"/>
                </a:lnTo>
                <a:lnTo>
                  <a:pt x="21870" y="116"/>
                </a:lnTo>
                <a:lnTo>
                  <a:pt x="21711" y="116"/>
                </a:lnTo>
                <a:lnTo>
                  <a:pt x="21711" y="0"/>
                </a:lnTo>
                <a:moveTo>
                  <a:pt x="21975" y="0"/>
                </a:moveTo>
                <a:lnTo>
                  <a:pt x="22134" y="0"/>
                </a:lnTo>
                <a:lnTo>
                  <a:pt x="22134" y="116"/>
                </a:lnTo>
                <a:lnTo>
                  <a:pt x="21975" y="116"/>
                </a:lnTo>
                <a:lnTo>
                  <a:pt x="21975" y="0"/>
                </a:lnTo>
                <a:moveTo>
                  <a:pt x="22240" y="0"/>
                </a:moveTo>
                <a:lnTo>
                  <a:pt x="22399" y="0"/>
                </a:lnTo>
                <a:lnTo>
                  <a:pt x="22399" y="116"/>
                </a:lnTo>
                <a:lnTo>
                  <a:pt x="22240" y="116"/>
                </a:lnTo>
                <a:lnTo>
                  <a:pt x="22240" y="0"/>
                </a:lnTo>
                <a:moveTo>
                  <a:pt x="22504" y="0"/>
                </a:moveTo>
                <a:lnTo>
                  <a:pt x="22663" y="0"/>
                </a:lnTo>
                <a:lnTo>
                  <a:pt x="22663" y="116"/>
                </a:lnTo>
                <a:lnTo>
                  <a:pt x="22504" y="116"/>
                </a:lnTo>
                <a:lnTo>
                  <a:pt x="22504" y="0"/>
                </a:lnTo>
                <a:moveTo>
                  <a:pt x="22769" y="0"/>
                </a:moveTo>
                <a:lnTo>
                  <a:pt x="22927" y="0"/>
                </a:lnTo>
                <a:lnTo>
                  <a:pt x="22927" y="116"/>
                </a:lnTo>
                <a:lnTo>
                  <a:pt x="22769" y="116"/>
                </a:lnTo>
                <a:lnTo>
                  <a:pt x="22769" y="0"/>
                </a:lnTo>
                <a:moveTo>
                  <a:pt x="23033" y="0"/>
                </a:moveTo>
                <a:lnTo>
                  <a:pt x="23192" y="0"/>
                </a:lnTo>
                <a:lnTo>
                  <a:pt x="23192" y="116"/>
                </a:lnTo>
                <a:lnTo>
                  <a:pt x="23033" y="116"/>
                </a:lnTo>
                <a:lnTo>
                  <a:pt x="23033" y="0"/>
                </a:lnTo>
                <a:moveTo>
                  <a:pt x="23297" y="0"/>
                </a:moveTo>
                <a:lnTo>
                  <a:pt x="23456" y="0"/>
                </a:lnTo>
                <a:lnTo>
                  <a:pt x="23456" y="116"/>
                </a:lnTo>
                <a:lnTo>
                  <a:pt x="23297" y="116"/>
                </a:lnTo>
                <a:lnTo>
                  <a:pt x="23297" y="0"/>
                </a:lnTo>
                <a:moveTo>
                  <a:pt x="23562" y="0"/>
                </a:moveTo>
                <a:lnTo>
                  <a:pt x="23720" y="0"/>
                </a:lnTo>
                <a:lnTo>
                  <a:pt x="23720" y="116"/>
                </a:lnTo>
                <a:lnTo>
                  <a:pt x="23562" y="116"/>
                </a:lnTo>
                <a:lnTo>
                  <a:pt x="23562" y="0"/>
                </a:lnTo>
                <a:moveTo>
                  <a:pt x="23826" y="0"/>
                </a:moveTo>
                <a:lnTo>
                  <a:pt x="23985" y="0"/>
                </a:lnTo>
                <a:lnTo>
                  <a:pt x="23985" y="116"/>
                </a:lnTo>
                <a:lnTo>
                  <a:pt x="23826" y="116"/>
                </a:lnTo>
                <a:lnTo>
                  <a:pt x="23826" y="0"/>
                </a:lnTo>
                <a:moveTo>
                  <a:pt x="24090" y="0"/>
                </a:moveTo>
                <a:lnTo>
                  <a:pt x="24249" y="0"/>
                </a:lnTo>
                <a:lnTo>
                  <a:pt x="24249" y="116"/>
                </a:lnTo>
                <a:lnTo>
                  <a:pt x="24090" y="116"/>
                </a:lnTo>
                <a:lnTo>
                  <a:pt x="24090" y="0"/>
                </a:lnTo>
                <a:moveTo>
                  <a:pt x="24355" y="0"/>
                </a:moveTo>
                <a:lnTo>
                  <a:pt x="24514" y="0"/>
                </a:lnTo>
                <a:lnTo>
                  <a:pt x="24514" y="116"/>
                </a:lnTo>
                <a:lnTo>
                  <a:pt x="24355" y="116"/>
                </a:lnTo>
                <a:lnTo>
                  <a:pt x="24355" y="0"/>
                </a:lnTo>
                <a:moveTo>
                  <a:pt x="24619" y="0"/>
                </a:moveTo>
                <a:lnTo>
                  <a:pt x="24778" y="0"/>
                </a:lnTo>
                <a:lnTo>
                  <a:pt x="24778" y="116"/>
                </a:lnTo>
                <a:lnTo>
                  <a:pt x="24619" y="116"/>
                </a:lnTo>
                <a:lnTo>
                  <a:pt x="24619" y="0"/>
                </a:lnTo>
                <a:moveTo>
                  <a:pt x="24883" y="0"/>
                </a:moveTo>
                <a:lnTo>
                  <a:pt x="25042" y="0"/>
                </a:lnTo>
                <a:lnTo>
                  <a:pt x="25042" y="116"/>
                </a:lnTo>
                <a:lnTo>
                  <a:pt x="24883" y="116"/>
                </a:lnTo>
                <a:lnTo>
                  <a:pt x="24883" y="0"/>
                </a:lnTo>
                <a:moveTo>
                  <a:pt x="25148" y="0"/>
                </a:moveTo>
                <a:lnTo>
                  <a:pt x="25307" y="0"/>
                </a:lnTo>
                <a:lnTo>
                  <a:pt x="25307" y="116"/>
                </a:lnTo>
                <a:lnTo>
                  <a:pt x="25148" y="116"/>
                </a:lnTo>
                <a:lnTo>
                  <a:pt x="25148" y="0"/>
                </a:lnTo>
                <a:moveTo>
                  <a:pt x="25412" y="0"/>
                </a:moveTo>
                <a:lnTo>
                  <a:pt x="25571" y="0"/>
                </a:lnTo>
                <a:lnTo>
                  <a:pt x="25571" y="116"/>
                </a:lnTo>
                <a:lnTo>
                  <a:pt x="25412" y="116"/>
                </a:lnTo>
                <a:lnTo>
                  <a:pt x="25412" y="0"/>
                </a:lnTo>
                <a:moveTo>
                  <a:pt x="25677" y="0"/>
                </a:moveTo>
                <a:lnTo>
                  <a:pt x="25835" y="0"/>
                </a:lnTo>
                <a:lnTo>
                  <a:pt x="25835" y="116"/>
                </a:lnTo>
                <a:lnTo>
                  <a:pt x="25677" y="116"/>
                </a:lnTo>
                <a:lnTo>
                  <a:pt x="25677" y="0"/>
                </a:lnTo>
                <a:moveTo>
                  <a:pt x="25941" y="0"/>
                </a:moveTo>
                <a:lnTo>
                  <a:pt x="26100" y="0"/>
                </a:lnTo>
                <a:lnTo>
                  <a:pt x="26100" y="116"/>
                </a:lnTo>
                <a:lnTo>
                  <a:pt x="25941" y="116"/>
                </a:lnTo>
                <a:lnTo>
                  <a:pt x="25941" y="0"/>
                </a:lnTo>
                <a:moveTo>
                  <a:pt x="26205" y="0"/>
                </a:moveTo>
                <a:lnTo>
                  <a:pt x="26364" y="0"/>
                </a:lnTo>
                <a:lnTo>
                  <a:pt x="26364" y="116"/>
                </a:lnTo>
                <a:lnTo>
                  <a:pt x="26205" y="116"/>
                </a:lnTo>
                <a:lnTo>
                  <a:pt x="26205" y="0"/>
                </a:lnTo>
                <a:moveTo>
                  <a:pt x="26470" y="0"/>
                </a:moveTo>
                <a:lnTo>
                  <a:pt x="26628" y="0"/>
                </a:lnTo>
                <a:lnTo>
                  <a:pt x="26628" y="116"/>
                </a:lnTo>
                <a:lnTo>
                  <a:pt x="26470" y="116"/>
                </a:lnTo>
                <a:lnTo>
                  <a:pt x="26470" y="0"/>
                </a:lnTo>
                <a:moveTo>
                  <a:pt x="26734" y="0"/>
                </a:moveTo>
                <a:lnTo>
                  <a:pt x="26893" y="0"/>
                </a:lnTo>
                <a:lnTo>
                  <a:pt x="26893" y="116"/>
                </a:lnTo>
                <a:lnTo>
                  <a:pt x="26734" y="116"/>
                </a:lnTo>
                <a:lnTo>
                  <a:pt x="26734" y="0"/>
                </a:lnTo>
                <a:moveTo>
                  <a:pt x="26998" y="0"/>
                </a:moveTo>
                <a:lnTo>
                  <a:pt x="27157" y="0"/>
                </a:lnTo>
                <a:lnTo>
                  <a:pt x="27157" y="116"/>
                </a:lnTo>
                <a:lnTo>
                  <a:pt x="26998" y="116"/>
                </a:lnTo>
                <a:lnTo>
                  <a:pt x="26998" y="0"/>
                </a:lnTo>
                <a:moveTo>
                  <a:pt x="27263" y="0"/>
                </a:moveTo>
                <a:lnTo>
                  <a:pt x="27422" y="0"/>
                </a:lnTo>
                <a:lnTo>
                  <a:pt x="27422" y="116"/>
                </a:lnTo>
                <a:lnTo>
                  <a:pt x="27263" y="116"/>
                </a:lnTo>
                <a:lnTo>
                  <a:pt x="27263" y="0"/>
                </a:lnTo>
                <a:moveTo>
                  <a:pt x="27527" y="0"/>
                </a:moveTo>
                <a:lnTo>
                  <a:pt x="27686" y="0"/>
                </a:lnTo>
                <a:lnTo>
                  <a:pt x="27686" y="116"/>
                </a:lnTo>
                <a:lnTo>
                  <a:pt x="27527" y="116"/>
                </a:lnTo>
                <a:lnTo>
                  <a:pt x="27527" y="0"/>
                </a:lnTo>
                <a:moveTo>
                  <a:pt x="27792" y="0"/>
                </a:moveTo>
                <a:lnTo>
                  <a:pt x="27950" y="0"/>
                </a:lnTo>
                <a:lnTo>
                  <a:pt x="27950" y="116"/>
                </a:lnTo>
                <a:lnTo>
                  <a:pt x="27792" y="116"/>
                </a:lnTo>
                <a:lnTo>
                  <a:pt x="27792" y="0"/>
                </a:lnTo>
                <a:moveTo>
                  <a:pt x="28056" y="0"/>
                </a:moveTo>
                <a:lnTo>
                  <a:pt x="28215" y="0"/>
                </a:lnTo>
                <a:lnTo>
                  <a:pt x="28215" y="116"/>
                </a:lnTo>
                <a:lnTo>
                  <a:pt x="28056" y="116"/>
                </a:lnTo>
                <a:lnTo>
                  <a:pt x="28056" y="0"/>
                </a:lnTo>
                <a:moveTo>
                  <a:pt x="28320" y="0"/>
                </a:moveTo>
                <a:lnTo>
                  <a:pt x="28479" y="0"/>
                </a:lnTo>
                <a:lnTo>
                  <a:pt x="28479" y="116"/>
                </a:lnTo>
                <a:lnTo>
                  <a:pt x="28320" y="116"/>
                </a:lnTo>
                <a:lnTo>
                  <a:pt x="28320" y="0"/>
                </a:lnTo>
                <a:moveTo>
                  <a:pt x="28585" y="0"/>
                </a:moveTo>
                <a:lnTo>
                  <a:pt x="28743" y="0"/>
                </a:lnTo>
                <a:lnTo>
                  <a:pt x="28743" y="116"/>
                </a:lnTo>
                <a:lnTo>
                  <a:pt x="28585" y="116"/>
                </a:lnTo>
                <a:lnTo>
                  <a:pt x="28585" y="0"/>
                </a:lnTo>
                <a:moveTo>
                  <a:pt x="28849" y="0"/>
                </a:moveTo>
                <a:lnTo>
                  <a:pt x="29008" y="0"/>
                </a:lnTo>
                <a:lnTo>
                  <a:pt x="29008" y="116"/>
                </a:lnTo>
                <a:lnTo>
                  <a:pt x="28849" y="116"/>
                </a:lnTo>
                <a:lnTo>
                  <a:pt x="28849" y="0"/>
                </a:lnTo>
                <a:moveTo>
                  <a:pt x="29113" y="0"/>
                </a:moveTo>
                <a:lnTo>
                  <a:pt x="29272" y="0"/>
                </a:lnTo>
                <a:lnTo>
                  <a:pt x="29272" y="116"/>
                </a:lnTo>
                <a:lnTo>
                  <a:pt x="29113" y="116"/>
                </a:lnTo>
                <a:lnTo>
                  <a:pt x="29113" y="0"/>
                </a:lnTo>
                <a:moveTo>
                  <a:pt x="29378" y="0"/>
                </a:moveTo>
                <a:lnTo>
                  <a:pt x="29537" y="0"/>
                </a:lnTo>
                <a:lnTo>
                  <a:pt x="29537" y="116"/>
                </a:lnTo>
                <a:lnTo>
                  <a:pt x="29378" y="116"/>
                </a:lnTo>
                <a:lnTo>
                  <a:pt x="29378" y="0"/>
                </a:lnTo>
                <a:moveTo>
                  <a:pt x="29642" y="0"/>
                </a:moveTo>
                <a:lnTo>
                  <a:pt x="29801" y="0"/>
                </a:lnTo>
                <a:lnTo>
                  <a:pt x="29801" y="116"/>
                </a:lnTo>
                <a:lnTo>
                  <a:pt x="29642" y="116"/>
                </a:lnTo>
                <a:lnTo>
                  <a:pt x="29642" y="0"/>
                </a:lnTo>
                <a:moveTo>
                  <a:pt x="29907" y="0"/>
                </a:moveTo>
                <a:lnTo>
                  <a:pt x="29930" y="0"/>
                </a:lnTo>
                <a:cubicBezTo>
                  <a:pt x="29988" y="0"/>
                  <a:pt x="30041" y="16"/>
                  <a:pt x="30090" y="46"/>
                </a:cubicBezTo>
                <a:lnTo>
                  <a:pt x="30027" y="145"/>
                </a:lnTo>
                <a:cubicBezTo>
                  <a:pt x="29998" y="126"/>
                  <a:pt x="29965" y="116"/>
                  <a:pt x="29930" y="116"/>
                </a:cubicBezTo>
                <a:lnTo>
                  <a:pt x="29907" y="116"/>
                </a:lnTo>
                <a:lnTo>
                  <a:pt x="29907" y="0"/>
                </a:lnTo>
                <a:moveTo>
                  <a:pt x="30183" y="141"/>
                </a:moveTo>
                <a:cubicBezTo>
                  <a:pt x="30212" y="189"/>
                  <a:pt x="30227" y="240"/>
                  <a:pt x="30227" y="296"/>
                </a:cubicBezTo>
                <a:lnTo>
                  <a:pt x="30227" y="324"/>
                </a:lnTo>
                <a:lnTo>
                  <a:pt x="30110" y="324"/>
                </a:lnTo>
                <a:lnTo>
                  <a:pt x="30110" y="296"/>
                </a:lnTo>
                <a:cubicBezTo>
                  <a:pt x="30110" y="262"/>
                  <a:pt x="30101" y="231"/>
                  <a:pt x="30084" y="202"/>
                </a:cubicBezTo>
                <a:lnTo>
                  <a:pt x="30183" y="141"/>
                </a:lnTo>
                <a:moveTo>
                  <a:pt x="30227" y="429"/>
                </a:moveTo>
                <a:lnTo>
                  <a:pt x="30227" y="588"/>
                </a:lnTo>
                <a:lnTo>
                  <a:pt x="30110" y="588"/>
                </a:lnTo>
                <a:lnTo>
                  <a:pt x="30110" y="429"/>
                </a:lnTo>
                <a:lnTo>
                  <a:pt x="30227" y="429"/>
                </a:lnTo>
                <a:moveTo>
                  <a:pt x="30227" y="694"/>
                </a:moveTo>
                <a:lnTo>
                  <a:pt x="30227" y="854"/>
                </a:lnTo>
                <a:lnTo>
                  <a:pt x="30110" y="854"/>
                </a:lnTo>
                <a:lnTo>
                  <a:pt x="30110" y="694"/>
                </a:lnTo>
                <a:lnTo>
                  <a:pt x="30227" y="694"/>
                </a:lnTo>
                <a:moveTo>
                  <a:pt x="30227" y="959"/>
                </a:moveTo>
                <a:lnTo>
                  <a:pt x="30227" y="1118"/>
                </a:lnTo>
                <a:lnTo>
                  <a:pt x="30110" y="1118"/>
                </a:lnTo>
                <a:lnTo>
                  <a:pt x="30110" y="959"/>
                </a:lnTo>
                <a:lnTo>
                  <a:pt x="30227" y="959"/>
                </a:lnTo>
                <a:moveTo>
                  <a:pt x="30227" y="1224"/>
                </a:moveTo>
                <a:lnTo>
                  <a:pt x="30227" y="1382"/>
                </a:lnTo>
                <a:lnTo>
                  <a:pt x="30110" y="1382"/>
                </a:lnTo>
                <a:lnTo>
                  <a:pt x="30110" y="1224"/>
                </a:lnTo>
                <a:lnTo>
                  <a:pt x="30227" y="1224"/>
                </a:lnTo>
                <a:moveTo>
                  <a:pt x="30227" y="1488"/>
                </a:moveTo>
                <a:lnTo>
                  <a:pt x="30227" y="1647"/>
                </a:lnTo>
                <a:lnTo>
                  <a:pt x="30110" y="1647"/>
                </a:lnTo>
                <a:lnTo>
                  <a:pt x="30110" y="1488"/>
                </a:lnTo>
                <a:lnTo>
                  <a:pt x="30227" y="1488"/>
                </a:lnTo>
                <a:moveTo>
                  <a:pt x="30227" y="1752"/>
                </a:moveTo>
                <a:lnTo>
                  <a:pt x="30227" y="1911"/>
                </a:lnTo>
                <a:lnTo>
                  <a:pt x="30110" y="1911"/>
                </a:lnTo>
                <a:lnTo>
                  <a:pt x="30110" y="1752"/>
                </a:lnTo>
                <a:lnTo>
                  <a:pt x="30227" y="1752"/>
                </a:lnTo>
                <a:moveTo>
                  <a:pt x="30227" y="2017"/>
                </a:moveTo>
                <a:lnTo>
                  <a:pt x="30227" y="2175"/>
                </a:lnTo>
                <a:lnTo>
                  <a:pt x="30110" y="2175"/>
                </a:lnTo>
                <a:lnTo>
                  <a:pt x="30110" y="2017"/>
                </a:lnTo>
                <a:lnTo>
                  <a:pt x="30227" y="2017"/>
                </a:lnTo>
                <a:moveTo>
                  <a:pt x="30227" y="2281"/>
                </a:moveTo>
                <a:lnTo>
                  <a:pt x="30227" y="2440"/>
                </a:lnTo>
                <a:lnTo>
                  <a:pt x="30110" y="2440"/>
                </a:lnTo>
                <a:lnTo>
                  <a:pt x="30110" y="2281"/>
                </a:lnTo>
                <a:lnTo>
                  <a:pt x="30227" y="2281"/>
                </a:lnTo>
                <a:moveTo>
                  <a:pt x="30227" y="2545"/>
                </a:moveTo>
                <a:lnTo>
                  <a:pt x="30227" y="2573"/>
                </a:lnTo>
                <a:cubicBezTo>
                  <a:pt x="30227" y="2629"/>
                  <a:pt x="30212" y="2681"/>
                  <a:pt x="30183" y="2728"/>
                </a:cubicBezTo>
                <a:lnTo>
                  <a:pt x="30084" y="2667"/>
                </a:lnTo>
                <a:cubicBezTo>
                  <a:pt x="30101" y="2638"/>
                  <a:pt x="30110" y="2607"/>
                  <a:pt x="30110" y="2573"/>
                </a:cubicBezTo>
                <a:lnTo>
                  <a:pt x="30110" y="2545"/>
                </a:lnTo>
                <a:lnTo>
                  <a:pt x="30227" y="2545"/>
                </a:lnTo>
                <a:moveTo>
                  <a:pt x="30090" y="2823"/>
                </a:moveTo>
                <a:cubicBezTo>
                  <a:pt x="30041" y="2854"/>
                  <a:pt x="29988" y="2869"/>
                  <a:pt x="29930" y="2869"/>
                </a:cubicBezTo>
                <a:lnTo>
                  <a:pt x="29906" y="2869"/>
                </a:lnTo>
                <a:lnTo>
                  <a:pt x="29906" y="2753"/>
                </a:lnTo>
                <a:lnTo>
                  <a:pt x="29930" y="2753"/>
                </a:lnTo>
                <a:cubicBezTo>
                  <a:pt x="29965" y="2753"/>
                  <a:pt x="29998" y="2743"/>
                  <a:pt x="30027" y="2725"/>
                </a:cubicBezTo>
                <a:lnTo>
                  <a:pt x="30090" y="2823"/>
                </a:lnTo>
                <a:moveTo>
                  <a:pt x="29801" y="2869"/>
                </a:moveTo>
                <a:lnTo>
                  <a:pt x="29642" y="2869"/>
                </a:lnTo>
                <a:lnTo>
                  <a:pt x="29642" y="2753"/>
                </a:lnTo>
                <a:lnTo>
                  <a:pt x="29801" y="2753"/>
                </a:lnTo>
                <a:lnTo>
                  <a:pt x="29801" y="2869"/>
                </a:lnTo>
                <a:moveTo>
                  <a:pt x="29536" y="2869"/>
                </a:moveTo>
                <a:lnTo>
                  <a:pt x="29378" y="2869"/>
                </a:lnTo>
                <a:lnTo>
                  <a:pt x="29378" y="2753"/>
                </a:lnTo>
                <a:lnTo>
                  <a:pt x="29536" y="2753"/>
                </a:lnTo>
                <a:lnTo>
                  <a:pt x="29536" y="2869"/>
                </a:lnTo>
                <a:moveTo>
                  <a:pt x="29272" y="2869"/>
                </a:moveTo>
                <a:lnTo>
                  <a:pt x="29113" y="2869"/>
                </a:lnTo>
                <a:lnTo>
                  <a:pt x="29113" y="2753"/>
                </a:lnTo>
                <a:lnTo>
                  <a:pt x="29272" y="2753"/>
                </a:lnTo>
                <a:lnTo>
                  <a:pt x="29272" y="2869"/>
                </a:lnTo>
                <a:moveTo>
                  <a:pt x="29008" y="2869"/>
                </a:moveTo>
                <a:lnTo>
                  <a:pt x="28849" y="2869"/>
                </a:lnTo>
                <a:lnTo>
                  <a:pt x="28849" y="2753"/>
                </a:lnTo>
                <a:lnTo>
                  <a:pt x="29008" y="2753"/>
                </a:lnTo>
                <a:lnTo>
                  <a:pt x="29008" y="2869"/>
                </a:lnTo>
                <a:moveTo>
                  <a:pt x="28743" y="2869"/>
                </a:moveTo>
                <a:lnTo>
                  <a:pt x="28585" y="2869"/>
                </a:lnTo>
                <a:lnTo>
                  <a:pt x="28585" y="2753"/>
                </a:lnTo>
                <a:lnTo>
                  <a:pt x="28743" y="2753"/>
                </a:lnTo>
                <a:lnTo>
                  <a:pt x="28743" y="2869"/>
                </a:lnTo>
                <a:moveTo>
                  <a:pt x="28479" y="2869"/>
                </a:moveTo>
                <a:lnTo>
                  <a:pt x="28320" y="2869"/>
                </a:lnTo>
                <a:lnTo>
                  <a:pt x="28320" y="2753"/>
                </a:lnTo>
                <a:lnTo>
                  <a:pt x="28479" y="2753"/>
                </a:lnTo>
                <a:lnTo>
                  <a:pt x="28479" y="2869"/>
                </a:lnTo>
                <a:moveTo>
                  <a:pt x="28215" y="2869"/>
                </a:moveTo>
                <a:lnTo>
                  <a:pt x="28056" y="2869"/>
                </a:lnTo>
                <a:lnTo>
                  <a:pt x="28056" y="2753"/>
                </a:lnTo>
                <a:lnTo>
                  <a:pt x="28215" y="2753"/>
                </a:lnTo>
                <a:lnTo>
                  <a:pt x="28215" y="2869"/>
                </a:lnTo>
                <a:moveTo>
                  <a:pt x="27950" y="2869"/>
                </a:moveTo>
                <a:lnTo>
                  <a:pt x="27791" y="2869"/>
                </a:lnTo>
                <a:lnTo>
                  <a:pt x="27791" y="2753"/>
                </a:lnTo>
                <a:lnTo>
                  <a:pt x="27950" y="2753"/>
                </a:lnTo>
                <a:lnTo>
                  <a:pt x="27950" y="2869"/>
                </a:lnTo>
                <a:moveTo>
                  <a:pt x="27686" y="2869"/>
                </a:moveTo>
                <a:lnTo>
                  <a:pt x="27527" y="2869"/>
                </a:lnTo>
                <a:lnTo>
                  <a:pt x="27527" y="2753"/>
                </a:lnTo>
                <a:lnTo>
                  <a:pt x="27686" y="2753"/>
                </a:lnTo>
                <a:lnTo>
                  <a:pt x="27686" y="2869"/>
                </a:lnTo>
                <a:moveTo>
                  <a:pt x="27421" y="2869"/>
                </a:moveTo>
                <a:lnTo>
                  <a:pt x="27263" y="2869"/>
                </a:lnTo>
                <a:lnTo>
                  <a:pt x="27263" y="2753"/>
                </a:lnTo>
                <a:lnTo>
                  <a:pt x="27421" y="2753"/>
                </a:lnTo>
                <a:lnTo>
                  <a:pt x="27421" y="2869"/>
                </a:lnTo>
                <a:moveTo>
                  <a:pt x="27157" y="2869"/>
                </a:moveTo>
                <a:lnTo>
                  <a:pt x="26998" y="2869"/>
                </a:lnTo>
                <a:lnTo>
                  <a:pt x="26998" y="2753"/>
                </a:lnTo>
                <a:lnTo>
                  <a:pt x="27157" y="2753"/>
                </a:lnTo>
                <a:lnTo>
                  <a:pt x="27157" y="2869"/>
                </a:lnTo>
                <a:moveTo>
                  <a:pt x="26893" y="2869"/>
                </a:moveTo>
                <a:lnTo>
                  <a:pt x="26734" y="2869"/>
                </a:lnTo>
                <a:lnTo>
                  <a:pt x="26734" y="2753"/>
                </a:lnTo>
                <a:lnTo>
                  <a:pt x="26893" y="2753"/>
                </a:lnTo>
                <a:lnTo>
                  <a:pt x="26893" y="2869"/>
                </a:lnTo>
                <a:moveTo>
                  <a:pt x="26628" y="2869"/>
                </a:moveTo>
                <a:lnTo>
                  <a:pt x="26470" y="2869"/>
                </a:lnTo>
                <a:lnTo>
                  <a:pt x="26470" y="2753"/>
                </a:lnTo>
                <a:lnTo>
                  <a:pt x="26628" y="2753"/>
                </a:lnTo>
                <a:lnTo>
                  <a:pt x="26628" y="2869"/>
                </a:lnTo>
                <a:moveTo>
                  <a:pt x="26364" y="2869"/>
                </a:moveTo>
                <a:lnTo>
                  <a:pt x="26205" y="2869"/>
                </a:lnTo>
                <a:lnTo>
                  <a:pt x="26205" y="2753"/>
                </a:lnTo>
                <a:lnTo>
                  <a:pt x="26364" y="2753"/>
                </a:lnTo>
                <a:lnTo>
                  <a:pt x="26364" y="2869"/>
                </a:lnTo>
                <a:moveTo>
                  <a:pt x="26100" y="2869"/>
                </a:moveTo>
                <a:lnTo>
                  <a:pt x="25941" y="2869"/>
                </a:lnTo>
                <a:lnTo>
                  <a:pt x="25941" y="2753"/>
                </a:lnTo>
                <a:lnTo>
                  <a:pt x="26100" y="2753"/>
                </a:lnTo>
                <a:lnTo>
                  <a:pt x="26100" y="2869"/>
                </a:lnTo>
                <a:moveTo>
                  <a:pt x="25835" y="2869"/>
                </a:moveTo>
                <a:lnTo>
                  <a:pt x="25676" y="2869"/>
                </a:lnTo>
                <a:lnTo>
                  <a:pt x="25676" y="2753"/>
                </a:lnTo>
                <a:lnTo>
                  <a:pt x="25835" y="2753"/>
                </a:lnTo>
                <a:lnTo>
                  <a:pt x="25835" y="2869"/>
                </a:lnTo>
                <a:moveTo>
                  <a:pt x="25571" y="2869"/>
                </a:moveTo>
                <a:lnTo>
                  <a:pt x="25412" y="2869"/>
                </a:lnTo>
                <a:lnTo>
                  <a:pt x="25412" y="2753"/>
                </a:lnTo>
                <a:lnTo>
                  <a:pt x="25571" y="2753"/>
                </a:lnTo>
                <a:lnTo>
                  <a:pt x="25571" y="2869"/>
                </a:lnTo>
                <a:moveTo>
                  <a:pt x="25306" y="2869"/>
                </a:moveTo>
                <a:lnTo>
                  <a:pt x="25148" y="2869"/>
                </a:lnTo>
                <a:lnTo>
                  <a:pt x="25148" y="2753"/>
                </a:lnTo>
                <a:lnTo>
                  <a:pt x="25306" y="2753"/>
                </a:lnTo>
                <a:lnTo>
                  <a:pt x="25306" y="2869"/>
                </a:lnTo>
                <a:moveTo>
                  <a:pt x="25042" y="2869"/>
                </a:moveTo>
                <a:lnTo>
                  <a:pt x="24883" y="2869"/>
                </a:lnTo>
                <a:lnTo>
                  <a:pt x="24883" y="2753"/>
                </a:lnTo>
                <a:lnTo>
                  <a:pt x="25042" y="2753"/>
                </a:lnTo>
                <a:lnTo>
                  <a:pt x="25042" y="2869"/>
                </a:lnTo>
                <a:moveTo>
                  <a:pt x="24778" y="2869"/>
                </a:moveTo>
                <a:lnTo>
                  <a:pt x="24619" y="2869"/>
                </a:lnTo>
                <a:lnTo>
                  <a:pt x="24619" y="2753"/>
                </a:lnTo>
                <a:lnTo>
                  <a:pt x="24778" y="2753"/>
                </a:lnTo>
                <a:lnTo>
                  <a:pt x="24778" y="2869"/>
                </a:lnTo>
                <a:moveTo>
                  <a:pt x="24513" y="2869"/>
                </a:moveTo>
                <a:lnTo>
                  <a:pt x="24355" y="2869"/>
                </a:lnTo>
                <a:lnTo>
                  <a:pt x="24355" y="2753"/>
                </a:lnTo>
                <a:lnTo>
                  <a:pt x="24513" y="2753"/>
                </a:lnTo>
                <a:lnTo>
                  <a:pt x="24513" y="2869"/>
                </a:lnTo>
                <a:moveTo>
                  <a:pt x="24249" y="2869"/>
                </a:moveTo>
                <a:lnTo>
                  <a:pt x="24090" y="2869"/>
                </a:lnTo>
                <a:lnTo>
                  <a:pt x="24090" y="2753"/>
                </a:lnTo>
                <a:lnTo>
                  <a:pt x="24249" y="2753"/>
                </a:lnTo>
                <a:lnTo>
                  <a:pt x="24249" y="2869"/>
                </a:lnTo>
                <a:moveTo>
                  <a:pt x="23985" y="2869"/>
                </a:moveTo>
                <a:lnTo>
                  <a:pt x="23826" y="2869"/>
                </a:lnTo>
                <a:lnTo>
                  <a:pt x="23826" y="2753"/>
                </a:lnTo>
                <a:lnTo>
                  <a:pt x="23985" y="2753"/>
                </a:lnTo>
                <a:lnTo>
                  <a:pt x="23985" y="2869"/>
                </a:lnTo>
                <a:moveTo>
                  <a:pt x="23720" y="2869"/>
                </a:moveTo>
                <a:lnTo>
                  <a:pt x="23562" y="2869"/>
                </a:lnTo>
                <a:lnTo>
                  <a:pt x="23562" y="2753"/>
                </a:lnTo>
                <a:lnTo>
                  <a:pt x="23720" y="2753"/>
                </a:lnTo>
                <a:lnTo>
                  <a:pt x="23720" y="2869"/>
                </a:lnTo>
                <a:moveTo>
                  <a:pt x="23456" y="2869"/>
                </a:moveTo>
                <a:lnTo>
                  <a:pt x="23297" y="2869"/>
                </a:lnTo>
                <a:lnTo>
                  <a:pt x="23297" y="2753"/>
                </a:lnTo>
                <a:lnTo>
                  <a:pt x="23456" y="2753"/>
                </a:lnTo>
                <a:lnTo>
                  <a:pt x="23456" y="2869"/>
                </a:lnTo>
                <a:moveTo>
                  <a:pt x="23192" y="2869"/>
                </a:moveTo>
                <a:lnTo>
                  <a:pt x="23033" y="2869"/>
                </a:lnTo>
                <a:lnTo>
                  <a:pt x="23033" y="2753"/>
                </a:lnTo>
                <a:lnTo>
                  <a:pt x="23192" y="2753"/>
                </a:lnTo>
                <a:lnTo>
                  <a:pt x="23192" y="2869"/>
                </a:lnTo>
                <a:moveTo>
                  <a:pt x="22927" y="2869"/>
                </a:moveTo>
                <a:lnTo>
                  <a:pt x="22768" y="2869"/>
                </a:lnTo>
                <a:lnTo>
                  <a:pt x="22768" y="2753"/>
                </a:lnTo>
                <a:lnTo>
                  <a:pt x="22927" y="2753"/>
                </a:lnTo>
                <a:lnTo>
                  <a:pt x="22927" y="2869"/>
                </a:lnTo>
                <a:moveTo>
                  <a:pt x="22663" y="2869"/>
                </a:moveTo>
                <a:lnTo>
                  <a:pt x="22504" y="2869"/>
                </a:lnTo>
                <a:lnTo>
                  <a:pt x="22504" y="2753"/>
                </a:lnTo>
                <a:lnTo>
                  <a:pt x="22663" y="2753"/>
                </a:lnTo>
                <a:lnTo>
                  <a:pt x="22663" y="2869"/>
                </a:lnTo>
                <a:moveTo>
                  <a:pt x="22398" y="2869"/>
                </a:moveTo>
                <a:lnTo>
                  <a:pt x="22240" y="2869"/>
                </a:lnTo>
                <a:lnTo>
                  <a:pt x="22240" y="2753"/>
                </a:lnTo>
                <a:lnTo>
                  <a:pt x="22398" y="2753"/>
                </a:lnTo>
                <a:lnTo>
                  <a:pt x="22398" y="2869"/>
                </a:lnTo>
                <a:moveTo>
                  <a:pt x="22134" y="2869"/>
                </a:moveTo>
                <a:lnTo>
                  <a:pt x="21975" y="2869"/>
                </a:lnTo>
                <a:lnTo>
                  <a:pt x="21975" y="2753"/>
                </a:lnTo>
                <a:lnTo>
                  <a:pt x="22134" y="2753"/>
                </a:lnTo>
                <a:lnTo>
                  <a:pt x="22134" y="2869"/>
                </a:lnTo>
                <a:moveTo>
                  <a:pt x="21870" y="2869"/>
                </a:moveTo>
                <a:lnTo>
                  <a:pt x="21711" y="2869"/>
                </a:lnTo>
                <a:lnTo>
                  <a:pt x="21711" y="2753"/>
                </a:lnTo>
                <a:lnTo>
                  <a:pt x="21870" y="2753"/>
                </a:lnTo>
                <a:lnTo>
                  <a:pt x="21870" y="2869"/>
                </a:lnTo>
                <a:moveTo>
                  <a:pt x="21605" y="2869"/>
                </a:moveTo>
                <a:lnTo>
                  <a:pt x="21447" y="2869"/>
                </a:lnTo>
                <a:lnTo>
                  <a:pt x="21447" y="2753"/>
                </a:lnTo>
                <a:lnTo>
                  <a:pt x="21605" y="2753"/>
                </a:lnTo>
                <a:lnTo>
                  <a:pt x="21605" y="2869"/>
                </a:lnTo>
                <a:moveTo>
                  <a:pt x="21341" y="2869"/>
                </a:moveTo>
                <a:lnTo>
                  <a:pt x="21182" y="2869"/>
                </a:lnTo>
                <a:lnTo>
                  <a:pt x="21182" y="2753"/>
                </a:lnTo>
                <a:lnTo>
                  <a:pt x="21341" y="2753"/>
                </a:lnTo>
                <a:lnTo>
                  <a:pt x="21341" y="2869"/>
                </a:lnTo>
                <a:moveTo>
                  <a:pt x="21077" y="2869"/>
                </a:moveTo>
                <a:lnTo>
                  <a:pt x="20918" y="2869"/>
                </a:lnTo>
                <a:lnTo>
                  <a:pt x="20918" y="2753"/>
                </a:lnTo>
                <a:lnTo>
                  <a:pt x="21077" y="2753"/>
                </a:lnTo>
                <a:lnTo>
                  <a:pt x="21077" y="2869"/>
                </a:lnTo>
                <a:moveTo>
                  <a:pt x="20812" y="2869"/>
                </a:moveTo>
                <a:lnTo>
                  <a:pt x="20653" y="2869"/>
                </a:lnTo>
                <a:lnTo>
                  <a:pt x="20653" y="2753"/>
                </a:lnTo>
                <a:lnTo>
                  <a:pt x="20812" y="2753"/>
                </a:lnTo>
                <a:lnTo>
                  <a:pt x="20812" y="2869"/>
                </a:lnTo>
                <a:moveTo>
                  <a:pt x="20548" y="2869"/>
                </a:moveTo>
                <a:lnTo>
                  <a:pt x="20389" y="2869"/>
                </a:lnTo>
                <a:lnTo>
                  <a:pt x="20389" y="2753"/>
                </a:lnTo>
                <a:lnTo>
                  <a:pt x="20548" y="2753"/>
                </a:lnTo>
                <a:lnTo>
                  <a:pt x="20548" y="2869"/>
                </a:lnTo>
                <a:moveTo>
                  <a:pt x="20283" y="2869"/>
                </a:moveTo>
                <a:lnTo>
                  <a:pt x="20125" y="2869"/>
                </a:lnTo>
                <a:lnTo>
                  <a:pt x="20125" y="2753"/>
                </a:lnTo>
                <a:lnTo>
                  <a:pt x="20283" y="2753"/>
                </a:lnTo>
                <a:lnTo>
                  <a:pt x="20283" y="2869"/>
                </a:lnTo>
                <a:moveTo>
                  <a:pt x="20019" y="2869"/>
                </a:moveTo>
                <a:lnTo>
                  <a:pt x="19860" y="2869"/>
                </a:lnTo>
                <a:lnTo>
                  <a:pt x="19860" y="2753"/>
                </a:lnTo>
                <a:lnTo>
                  <a:pt x="20019" y="2753"/>
                </a:lnTo>
                <a:lnTo>
                  <a:pt x="20019" y="2869"/>
                </a:lnTo>
                <a:moveTo>
                  <a:pt x="19755" y="2869"/>
                </a:moveTo>
                <a:lnTo>
                  <a:pt x="19596" y="2869"/>
                </a:lnTo>
                <a:lnTo>
                  <a:pt x="19596" y="2753"/>
                </a:lnTo>
                <a:lnTo>
                  <a:pt x="19755" y="2753"/>
                </a:lnTo>
                <a:lnTo>
                  <a:pt x="19755" y="2869"/>
                </a:lnTo>
                <a:moveTo>
                  <a:pt x="19490" y="2869"/>
                </a:moveTo>
                <a:lnTo>
                  <a:pt x="19332" y="2869"/>
                </a:lnTo>
                <a:lnTo>
                  <a:pt x="19332" y="2753"/>
                </a:lnTo>
                <a:lnTo>
                  <a:pt x="19490" y="2753"/>
                </a:lnTo>
                <a:lnTo>
                  <a:pt x="19490" y="2869"/>
                </a:lnTo>
                <a:moveTo>
                  <a:pt x="19226" y="2869"/>
                </a:moveTo>
                <a:lnTo>
                  <a:pt x="19067" y="2869"/>
                </a:lnTo>
                <a:lnTo>
                  <a:pt x="19067" y="2753"/>
                </a:lnTo>
                <a:lnTo>
                  <a:pt x="19226" y="2753"/>
                </a:lnTo>
                <a:lnTo>
                  <a:pt x="19226" y="2869"/>
                </a:lnTo>
                <a:moveTo>
                  <a:pt x="18962" y="2869"/>
                </a:moveTo>
                <a:lnTo>
                  <a:pt x="18803" y="2869"/>
                </a:lnTo>
                <a:lnTo>
                  <a:pt x="18803" y="2753"/>
                </a:lnTo>
                <a:lnTo>
                  <a:pt x="18962" y="2753"/>
                </a:lnTo>
                <a:lnTo>
                  <a:pt x="18962" y="2869"/>
                </a:lnTo>
                <a:moveTo>
                  <a:pt x="18697" y="2869"/>
                </a:moveTo>
                <a:lnTo>
                  <a:pt x="18538" y="2869"/>
                </a:lnTo>
                <a:lnTo>
                  <a:pt x="18538" y="2753"/>
                </a:lnTo>
                <a:lnTo>
                  <a:pt x="18697" y="2753"/>
                </a:lnTo>
                <a:lnTo>
                  <a:pt x="18697" y="2869"/>
                </a:lnTo>
                <a:moveTo>
                  <a:pt x="18433" y="2869"/>
                </a:moveTo>
                <a:lnTo>
                  <a:pt x="18274" y="2869"/>
                </a:lnTo>
                <a:lnTo>
                  <a:pt x="18274" y="2753"/>
                </a:lnTo>
                <a:lnTo>
                  <a:pt x="18433" y="2753"/>
                </a:lnTo>
                <a:lnTo>
                  <a:pt x="18433" y="2869"/>
                </a:lnTo>
                <a:moveTo>
                  <a:pt x="18169" y="2869"/>
                </a:moveTo>
                <a:lnTo>
                  <a:pt x="18010" y="2869"/>
                </a:lnTo>
                <a:lnTo>
                  <a:pt x="18010" y="2753"/>
                </a:lnTo>
                <a:lnTo>
                  <a:pt x="18169" y="2753"/>
                </a:lnTo>
                <a:lnTo>
                  <a:pt x="18169" y="2869"/>
                </a:lnTo>
                <a:moveTo>
                  <a:pt x="17904" y="2869"/>
                </a:moveTo>
                <a:lnTo>
                  <a:pt x="17745" y="2869"/>
                </a:lnTo>
                <a:lnTo>
                  <a:pt x="17745" y="2753"/>
                </a:lnTo>
                <a:lnTo>
                  <a:pt x="17904" y="2753"/>
                </a:lnTo>
                <a:lnTo>
                  <a:pt x="17904" y="2869"/>
                </a:lnTo>
                <a:moveTo>
                  <a:pt x="17640" y="2869"/>
                </a:moveTo>
                <a:lnTo>
                  <a:pt x="17481" y="2869"/>
                </a:lnTo>
                <a:lnTo>
                  <a:pt x="17481" y="2753"/>
                </a:lnTo>
                <a:lnTo>
                  <a:pt x="17640" y="2753"/>
                </a:lnTo>
                <a:lnTo>
                  <a:pt x="17640" y="2869"/>
                </a:lnTo>
                <a:moveTo>
                  <a:pt x="17375" y="2869"/>
                </a:moveTo>
                <a:lnTo>
                  <a:pt x="17217" y="2869"/>
                </a:lnTo>
                <a:lnTo>
                  <a:pt x="17217" y="2753"/>
                </a:lnTo>
                <a:lnTo>
                  <a:pt x="17375" y="2753"/>
                </a:lnTo>
                <a:lnTo>
                  <a:pt x="17375" y="2869"/>
                </a:lnTo>
                <a:moveTo>
                  <a:pt x="17111" y="2869"/>
                </a:moveTo>
                <a:lnTo>
                  <a:pt x="16952" y="2869"/>
                </a:lnTo>
                <a:lnTo>
                  <a:pt x="16952" y="2753"/>
                </a:lnTo>
                <a:lnTo>
                  <a:pt x="17111" y="2753"/>
                </a:lnTo>
                <a:lnTo>
                  <a:pt x="17111" y="2869"/>
                </a:lnTo>
                <a:moveTo>
                  <a:pt x="16847" y="2869"/>
                </a:moveTo>
                <a:lnTo>
                  <a:pt x="16688" y="2869"/>
                </a:lnTo>
                <a:lnTo>
                  <a:pt x="16688" y="2753"/>
                </a:lnTo>
                <a:lnTo>
                  <a:pt x="16847" y="2753"/>
                </a:lnTo>
                <a:lnTo>
                  <a:pt x="16847" y="2869"/>
                </a:lnTo>
                <a:moveTo>
                  <a:pt x="16582" y="2869"/>
                </a:moveTo>
                <a:lnTo>
                  <a:pt x="16424" y="2869"/>
                </a:lnTo>
                <a:lnTo>
                  <a:pt x="16424" y="2753"/>
                </a:lnTo>
                <a:lnTo>
                  <a:pt x="16582" y="2753"/>
                </a:lnTo>
                <a:lnTo>
                  <a:pt x="16582" y="2869"/>
                </a:lnTo>
                <a:moveTo>
                  <a:pt x="16318" y="2869"/>
                </a:moveTo>
                <a:lnTo>
                  <a:pt x="16159" y="2869"/>
                </a:lnTo>
                <a:lnTo>
                  <a:pt x="16159" y="2753"/>
                </a:lnTo>
                <a:lnTo>
                  <a:pt x="16318" y="2753"/>
                </a:lnTo>
                <a:lnTo>
                  <a:pt x="16318" y="2869"/>
                </a:lnTo>
                <a:moveTo>
                  <a:pt x="16054" y="2869"/>
                </a:moveTo>
                <a:lnTo>
                  <a:pt x="15895" y="2869"/>
                </a:lnTo>
                <a:lnTo>
                  <a:pt x="15895" y="2753"/>
                </a:lnTo>
                <a:lnTo>
                  <a:pt x="16054" y="2753"/>
                </a:lnTo>
                <a:lnTo>
                  <a:pt x="16054" y="2869"/>
                </a:lnTo>
                <a:moveTo>
                  <a:pt x="15789" y="2869"/>
                </a:moveTo>
                <a:lnTo>
                  <a:pt x="15630" y="2869"/>
                </a:lnTo>
                <a:lnTo>
                  <a:pt x="15630" y="2753"/>
                </a:lnTo>
                <a:lnTo>
                  <a:pt x="15789" y="2753"/>
                </a:lnTo>
                <a:lnTo>
                  <a:pt x="15789" y="2869"/>
                </a:lnTo>
                <a:moveTo>
                  <a:pt x="15525" y="2869"/>
                </a:moveTo>
                <a:lnTo>
                  <a:pt x="15366" y="2869"/>
                </a:lnTo>
                <a:lnTo>
                  <a:pt x="15366" y="2753"/>
                </a:lnTo>
                <a:lnTo>
                  <a:pt x="15525" y="2753"/>
                </a:lnTo>
                <a:lnTo>
                  <a:pt x="15525" y="2869"/>
                </a:lnTo>
                <a:moveTo>
                  <a:pt x="15260" y="2869"/>
                </a:moveTo>
                <a:lnTo>
                  <a:pt x="15102" y="2869"/>
                </a:lnTo>
                <a:lnTo>
                  <a:pt x="15102" y="2753"/>
                </a:lnTo>
                <a:lnTo>
                  <a:pt x="15260" y="2753"/>
                </a:lnTo>
                <a:lnTo>
                  <a:pt x="15260" y="2869"/>
                </a:lnTo>
                <a:moveTo>
                  <a:pt x="14996" y="2869"/>
                </a:moveTo>
                <a:lnTo>
                  <a:pt x="14837" y="2869"/>
                </a:lnTo>
                <a:lnTo>
                  <a:pt x="14837" y="2753"/>
                </a:lnTo>
                <a:lnTo>
                  <a:pt x="14996" y="2753"/>
                </a:lnTo>
                <a:lnTo>
                  <a:pt x="14996" y="2869"/>
                </a:lnTo>
                <a:moveTo>
                  <a:pt x="14732" y="2869"/>
                </a:moveTo>
                <a:lnTo>
                  <a:pt x="14573" y="2869"/>
                </a:lnTo>
                <a:lnTo>
                  <a:pt x="14573" y="2753"/>
                </a:lnTo>
                <a:lnTo>
                  <a:pt x="14732" y="2753"/>
                </a:lnTo>
                <a:lnTo>
                  <a:pt x="14732" y="2869"/>
                </a:lnTo>
                <a:moveTo>
                  <a:pt x="14467" y="2869"/>
                </a:moveTo>
                <a:lnTo>
                  <a:pt x="14309" y="2869"/>
                </a:lnTo>
                <a:lnTo>
                  <a:pt x="14309" y="2753"/>
                </a:lnTo>
                <a:lnTo>
                  <a:pt x="14467" y="2753"/>
                </a:lnTo>
                <a:lnTo>
                  <a:pt x="14467" y="2869"/>
                </a:lnTo>
                <a:moveTo>
                  <a:pt x="14203" y="2869"/>
                </a:moveTo>
                <a:lnTo>
                  <a:pt x="14044" y="2869"/>
                </a:lnTo>
                <a:lnTo>
                  <a:pt x="14044" y="2753"/>
                </a:lnTo>
                <a:lnTo>
                  <a:pt x="14203" y="2753"/>
                </a:lnTo>
                <a:lnTo>
                  <a:pt x="14203" y="2869"/>
                </a:lnTo>
                <a:moveTo>
                  <a:pt x="13939" y="2869"/>
                </a:moveTo>
                <a:lnTo>
                  <a:pt x="13780" y="2869"/>
                </a:lnTo>
                <a:lnTo>
                  <a:pt x="13780" y="2753"/>
                </a:lnTo>
                <a:lnTo>
                  <a:pt x="13939" y="2753"/>
                </a:lnTo>
                <a:lnTo>
                  <a:pt x="13939" y="2869"/>
                </a:lnTo>
                <a:moveTo>
                  <a:pt x="13674" y="2869"/>
                </a:moveTo>
                <a:lnTo>
                  <a:pt x="13515" y="2869"/>
                </a:lnTo>
                <a:lnTo>
                  <a:pt x="13515" y="2753"/>
                </a:lnTo>
                <a:lnTo>
                  <a:pt x="13674" y="2753"/>
                </a:lnTo>
                <a:lnTo>
                  <a:pt x="13674" y="2869"/>
                </a:lnTo>
                <a:moveTo>
                  <a:pt x="13410" y="2869"/>
                </a:moveTo>
                <a:lnTo>
                  <a:pt x="13250" y="2869"/>
                </a:lnTo>
                <a:lnTo>
                  <a:pt x="13250" y="2753"/>
                </a:lnTo>
                <a:lnTo>
                  <a:pt x="13410" y="2753"/>
                </a:lnTo>
                <a:lnTo>
                  <a:pt x="13410" y="2869"/>
                </a:lnTo>
                <a:moveTo>
                  <a:pt x="13144" y="2869"/>
                </a:moveTo>
                <a:lnTo>
                  <a:pt x="12986" y="2869"/>
                </a:lnTo>
                <a:lnTo>
                  <a:pt x="12986" y="2753"/>
                </a:lnTo>
                <a:lnTo>
                  <a:pt x="13144" y="2753"/>
                </a:lnTo>
                <a:lnTo>
                  <a:pt x="13144" y="2869"/>
                </a:lnTo>
                <a:moveTo>
                  <a:pt x="12880" y="2869"/>
                </a:moveTo>
                <a:lnTo>
                  <a:pt x="12721" y="2869"/>
                </a:lnTo>
                <a:lnTo>
                  <a:pt x="12721" y="2753"/>
                </a:lnTo>
                <a:lnTo>
                  <a:pt x="12880" y="2753"/>
                </a:lnTo>
                <a:lnTo>
                  <a:pt x="12880" y="2869"/>
                </a:lnTo>
                <a:moveTo>
                  <a:pt x="12616" y="2869"/>
                </a:moveTo>
                <a:lnTo>
                  <a:pt x="12457" y="2869"/>
                </a:lnTo>
                <a:lnTo>
                  <a:pt x="12457" y="2753"/>
                </a:lnTo>
                <a:lnTo>
                  <a:pt x="12616" y="2753"/>
                </a:lnTo>
                <a:lnTo>
                  <a:pt x="12616" y="2869"/>
                </a:lnTo>
                <a:moveTo>
                  <a:pt x="12351" y="2869"/>
                </a:moveTo>
                <a:lnTo>
                  <a:pt x="12193" y="2869"/>
                </a:lnTo>
                <a:lnTo>
                  <a:pt x="12193" y="2753"/>
                </a:lnTo>
                <a:lnTo>
                  <a:pt x="12351" y="2753"/>
                </a:lnTo>
                <a:lnTo>
                  <a:pt x="12351" y="2869"/>
                </a:lnTo>
                <a:moveTo>
                  <a:pt x="12087" y="2869"/>
                </a:moveTo>
                <a:lnTo>
                  <a:pt x="11928" y="2869"/>
                </a:lnTo>
                <a:lnTo>
                  <a:pt x="11928" y="2753"/>
                </a:lnTo>
                <a:lnTo>
                  <a:pt x="12087" y="2753"/>
                </a:lnTo>
                <a:lnTo>
                  <a:pt x="12087" y="2869"/>
                </a:lnTo>
                <a:moveTo>
                  <a:pt x="11823" y="2869"/>
                </a:moveTo>
                <a:lnTo>
                  <a:pt x="11664" y="2869"/>
                </a:lnTo>
                <a:lnTo>
                  <a:pt x="11664" y="2753"/>
                </a:lnTo>
                <a:lnTo>
                  <a:pt x="11823" y="2753"/>
                </a:lnTo>
                <a:lnTo>
                  <a:pt x="11823" y="2869"/>
                </a:lnTo>
                <a:moveTo>
                  <a:pt x="11558" y="2869"/>
                </a:moveTo>
                <a:lnTo>
                  <a:pt x="11400" y="2869"/>
                </a:lnTo>
                <a:lnTo>
                  <a:pt x="11400" y="2753"/>
                </a:lnTo>
                <a:lnTo>
                  <a:pt x="11558" y="2753"/>
                </a:lnTo>
                <a:lnTo>
                  <a:pt x="11558" y="2869"/>
                </a:lnTo>
                <a:moveTo>
                  <a:pt x="11294" y="2869"/>
                </a:moveTo>
                <a:lnTo>
                  <a:pt x="11135" y="2869"/>
                </a:lnTo>
                <a:lnTo>
                  <a:pt x="11135" y="2753"/>
                </a:lnTo>
                <a:lnTo>
                  <a:pt x="11294" y="2753"/>
                </a:lnTo>
                <a:lnTo>
                  <a:pt x="11294" y="2869"/>
                </a:lnTo>
                <a:moveTo>
                  <a:pt x="11030" y="2869"/>
                </a:moveTo>
                <a:lnTo>
                  <a:pt x="10871" y="2869"/>
                </a:lnTo>
                <a:lnTo>
                  <a:pt x="10871" y="2753"/>
                </a:lnTo>
                <a:lnTo>
                  <a:pt x="11030" y="2753"/>
                </a:lnTo>
                <a:lnTo>
                  <a:pt x="11030" y="2869"/>
                </a:lnTo>
                <a:moveTo>
                  <a:pt x="10765" y="2869"/>
                </a:moveTo>
                <a:lnTo>
                  <a:pt x="10606" y="2869"/>
                </a:lnTo>
                <a:lnTo>
                  <a:pt x="10606" y="2753"/>
                </a:lnTo>
                <a:lnTo>
                  <a:pt x="10765" y="2753"/>
                </a:lnTo>
                <a:lnTo>
                  <a:pt x="10765" y="2869"/>
                </a:lnTo>
                <a:moveTo>
                  <a:pt x="10501" y="2869"/>
                </a:moveTo>
                <a:lnTo>
                  <a:pt x="10342" y="2869"/>
                </a:lnTo>
                <a:lnTo>
                  <a:pt x="10342" y="2753"/>
                </a:lnTo>
                <a:lnTo>
                  <a:pt x="10501" y="2753"/>
                </a:lnTo>
                <a:lnTo>
                  <a:pt x="10501" y="2869"/>
                </a:lnTo>
                <a:moveTo>
                  <a:pt x="10236" y="2869"/>
                </a:moveTo>
                <a:lnTo>
                  <a:pt x="10078" y="2869"/>
                </a:lnTo>
                <a:lnTo>
                  <a:pt x="10078" y="2753"/>
                </a:lnTo>
                <a:lnTo>
                  <a:pt x="10236" y="2753"/>
                </a:lnTo>
                <a:lnTo>
                  <a:pt x="10236" y="2869"/>
                </a:lnTo>
                <a:moveTo>
                  <a:pt x="9972" y="2869"/>
                </a:moveTo>
                <a:lnTo>
                  <a:pt x="9813" y="2869"/>
                </a:lnTo>
                <a:lnTo>
                  <a:pt x="9813" y="2753"/>
                </a:lnTo>
                <a:lnTo>
                  <a:pt x="9972" y="2753"/>
                </a:lnTo>
                <a:lnTo>
                  <a:pt x="9972" y="2869"/>
                </a:lnTo>
                <a:moveTo>
                  <a:pt x="9708" y="2869"/>
                </a:moveTo>
                <a:lnTo>
                  <a:pt x="9549" y="2869"/>
                </a:lnTo>
                <a:lnTo>
                  <a:pt x="9549" y="2753"/>
                </a:lnTo>
                <a:lnTo>
                  <a:pt x="9708" y="2753"/>
                </a:lnTo>
                <a:lnTo>
                  <a:pt x="9708" y="2869"/>
                </a:lnTo>
                <a:moveTo>
                  <a:pt x="9443" y="2869"/>
                </a:moveTo>
                <a:lnTo>
                  <a:pt x="9285" y="2869"/>
                </a:lnTo>
                <a:lnTo>
                  <a:pt x="9285" y="2753"/>
                </a:lnTo>
                <a:lnTo>
                  <a:pt x="9443" y="2753"/>
                </a:lnTo>
                <a:lnTo>
                  <a:pt x="9443" y="2869"/>
                </a:lnTo>
                <a:moveTo>
                  <a:pt x="9179" y="2869"/>
                </a:moveTo>
                <a:lnTo>
                  <a:pt x="9020" y="2869"/>
                </a:lnTo>
                <a:lnTo>
                  <a:pt x="9020" y="2753"/>
                </a:lnTo>
                <a:lnTo>
                  <a:pt x="9179" y="2753"/>
                </a:lnTo>
                <a:lnTo>
                  <a:pt x="9179" y="2869"/>
                </a:lnTo>
                <a:moveTo>
                  <a:pt x="8915" y="2869"/>
                </a:moveTo>
                <a:lnTo>
                  <a:pt x="8756" y="2869"/>
                </a:lnTo>
                <a:lnTo>
                  <a:pt x="8756" y="2753"/>
                </a:lnTo>
                <a:lnTo>
                  <a:pt x="8915" y="2753"/>
                </a:lnTo>
                <a:lnTo>
                  <a:pt x="8915" y="2869"/>
                </a:lnTo>
                <a:moveTo>
                  <a:pt x="8650" y="2869"/>
                </a:moveTo>
                <a:lnTo>
                  <a:pt x="8491" y="2869"/>
                </a:lnTo>
                <a:lnTo>
                  <a:pt x="8491" y="2753"/>
                </a:lnTo>
                <a:lnTo>
                  <a:pt x="8650" y="2753"/>
                </a:lnTo>
                <a:lnTo>
                  <a:pt x="8650" y="2869"/>
                </a:lnTo>
                <a:moveTo>
                  <a:pt x="8386" y="2869"/>
                </a:moveTo>
                <a:lnTo>
                  <a:pt x="8227" y="2869"/>
                </a:lnTo>
                <a:lnTo>
                  <a:pt x="8227" y="2753"/>
                </a:lnTo>
                <a:lnTo>
                  <a:pt x="8386" y="2753"/>
                </a:lnTo>
                <a:lnTo>
                  <a:pt x="8386" y="2869"/>
                </a:lnTo>
                <a:moveTo>
                  <a:pt x="8121" y="2869"/>
                </a:moveTo>
                <a:lnTo>
                  <a:pt x="7963" y="2869"/>
                </a:lnTo>
                <a:lnTo>
                  <a:pt x="7963" y="2753"/>
                </a:lnTo>
                <a:lnTo>
                  <a:pt x="8121" y="2753"/>
                </a:lnTo>
                <a:lnTo>
                  <a:pt x="8121" y="2869"/>
                </a:lnTo>
                <a:moveTo>
                  <a:pt x="7857" y="2869"/>
                </a:moveTo>
                <a:lnTo>
                  <a:pt x="7698" y="2869"/>
                </a:lnTo>
                <a:lnTo>
                  <a:pt x="7698" y="2753"/>
                </a:lnTo>
                <a:lnTo>
                  <a:pt x="7857" y="2753"/>
                </a:lnTo>
                <a:lnTo>
                  <a:pt x="7857" y="2869"/>
                </a:lnTo>
                <a:moveTo>
                  <a:pt x="7593" y="2869"/>
                </a:moveTo>
                <a:lnTo>
                  <a:pt x="7434" y="2869"/>
                </a:lnTo>
                <a:lnTo>
                  <a:pt x="7434" y="2753"/>
                </a:lnTo>
                <a:lnTo>
                  <a:pt x="7593" y="2753"/>
                </a:lnTo>
                <a:lnTo>
                  <a:pt x="7593" y="2869"/>
                </a:lnTo>
                <a:moveTo>
                  <a:pt x="7328" y="2869"/>
                </a:moveTo>
                <a:lnTo>
                  <a:pt x="7170" y="2869"/>
                </a:lnTo>
                <a:lnTo>
                  <a:pt x="7170" y="2753"/>
                </a:lnTo>
                <a:lnTo>
                  <a:pt x="7328" y="2753"/>
                </a:lnTo>
                <a:lnTo>
                  <a:pt x="7328" y="2869"/>
                </a:lnTo>
                <a:moveTo>
                  <a:pt x="7064" y="2869"/>
                </a:moveTo>
                <a:lnTo>
                  <a:pt x="6905" y="2869"/>
                </a:lnTo>
                <a:lnTo>
                  <a:pt x="6905" y="2753"/>
                </a:lnTo>
                <a:lnTo>
                  <a:pt x="7064" y="2753"/>
                </a:lnTo>
                <a:lnTo>
                  <a:pt x="7064" y="2869"/>
                </a:lnTo>
                <a:moveTo>
                  <a:pt x="6800" y="2869"/>
                </a:moveTo>
                <a:lnTo>
                  <a:pt x="6641" y="2869"/>
                </a:lnTo>
                <a:lnTo>
                  <a:pt x="6641" y="2753"/>
                </a:lnTo>
                <a:lnTo>
                  <a:pt x="6800" y="2753"/>
                </a:lnTo>
                <a:lnTo>
                  <a:pt x="6800" y="2869"/>
                </a:lnTo>
                <a:moveTo>
                  <a:pt x="6535" y="2869"/>
                </a:moveTo>
                <a:lnTo>
                  <a:pt x="6377" y="2869"/>
                </a:lnTo>
                <a:lnTo>
                  <a:pt x="6377" y="2753"/>
                </a:lnTo>
                <a:lnTo>
                  <a:pt x="6535" y="2753"/>
                </a:lnTo>
                <a:lnTo>
                  <a:pt x="6535" y="2869"/>
                </a:lnTo>
                <a:moveTo>
                  <a:pt x="6271" y="2869"/>
                </a:moveTo>
                <a:lnTo>
                  <a:pt x="6112" y="2869"/>
                </a:lnTo>
                <a:lnTo>
                  <a:pt x="6112" y="2753"/>
                </a:lnTo>
                <a:lnTo>
                  <a:pt x="6271" y="2753"/>
                </a:lnTo>
                <a:lnTo>
                  <a:pt x="6271" y="2869"/>
                </a:lnTo>
                <a:moveTo>
                  <a:pt x="6007" y="2869"/>
                </a:moveTo>
                <a:lnTo>
                  <a:pt x="5848" y="2869"/>
                </a:lnTo>
                <a:lnTo>
                  <a:pt x="5848" y="2753"/>
                </a:lnTo>
                <a:lnTo>
                  <a:pt x="6007" y="2753"/>
                </a:lnTo>
                <a:lnTo>
                  <a:pt x="6007" y="2869"/>
                </a:lnTo>
                <a:moveTo>
                  <a:pt x="5742" y="2869"/>
                </a:moveTo>
                <a:lnTo>
                  <a:pt x="5583" y="2869"/>
                </a:lnTo>
                <a:lnTo>
                  <a:pt x="5583" y="2753"/>
                </a:lnTo>
                <a:lnTo>
                  <a:pt x="5742" y="2753"/>
                </a:lnTo>
                <a:lnTo>
                  <a:pt x="5742" y="2869"/>
                </a:lnTo>
                <a:moveTo>
                  <a:pt x="5478" y="2869"/>
                </a:moveTo>
                <a:lnTo>
                  <a:pt x="5319" y="2869"/>
                </a:lnTo>
                <a:lnTo>
                  <a:pt x="5319" y="2753"/>
                </a:lnTo>
                <a:lnTo>
                  <a:pt x="5478" y="2753"/>
                </a:lnTo>
                <a:lnTo>
                  <a:pt x="5478" y="2869"/>
                </a:lnTo>
                <a:moveTo>
                  <a:pt x="5213" y="2869"/>
                </a:moveTo>
                <a:lnTo>
                  <a:pt x="5055" y="2869"/>
                </a:lnTo>
                <a:lnTo>
                  <a:pt x="5055" y="2753"/>
                </a:lnTo>
                <a:lnTo>
                  <a:pt x="5213" y="2753"/>
                </a:lnTo>
                <a:lnTo>
                  <a:pt x="5213" y="2869"/>
                </a:lnTo>
                <a:moveTo>
                  <a:pt x="4949" y="2869"/>
                </a:moveTo>
                <a:lnTo>
                  <a:pt x="4790" y="2869"/>
                </a:lnTo>
                <a:lnTo>
                  <a:pt x="4790" y="2753"/>
                </a:lnTo>
                <a:lnTo>
                  <a:pt x="4949" y="2753"/>
                </a:lnTo>
                <a:lnTo>
                  <a:pt x="4949" y="2869"/>
                </a:lnTo>
                <a:moveTo>
                  <a:pt x="4685" y="2869"/>
                </a:moveTo>
                <a:lnTo>
                  <a:pt x="4526" y="2869"/>
                </a:lnTo>
                <a:lnTo>
                  <a:pt x="4526" y="2753"/>
                </a:lnTo>
                <a:lnTo>
                  <a:pt x="4685" y="2753"/>
                </a:lnTo>
                <a:lnTo>
                  <a:pt x="4685" y="2869"/>
                </a:lnTo>
                <a:moveTo>
                  <a:pt x="4420" y="2869"/>
                </a:moveTo>
                <a:lnTo>
                  <a:pt x="4262" y="2869"/>
                </a:lnTo>
                <a:lnTo>
                  <a:pt x="4262" y="2753"/>
                </a:lnTo>
                <a:lnTo>
                  <a:pt x="4420" y="2753"/>
                </a:lnTo>
                <a:lnTo>
                  <a:pt x="4420" y="2869"/>
                </a:lnTo>
                <a:moveTo>
                  <a:pt x="4156" y="2869"/>
                </a:moveTo>
                <a:lnTo>
                  <a:pt x="3997" y="2869"/>
                </a:lnTo>
                <a:lnTo>
                  <a:pt x="3997" y="2753"/>
                </a:lnTo>
                <a:lnTo>
                  <a:pt x="4156" y="2753"/>
                </a:lnTo>
                <a:lnTo>
                  <a:pt x="4156" y="2869"/>
                </a:lnTo>
                <a:moveTo>
                  <a:pt x="3892" y="2869"/>
                </a:moveTo>
                <a:lnTo>
                  <a:pt x="3733" y="2869"/>
                </a:lnTo>
                <a:lnTo>
                  <a:pt x="3733" y="2753"/>
                </a:lnTo>
                <a:lnTo>
                  <a:pt x="3892" y="2753"/>
                </a:lnTo>
                <a:lnTo>
                  <a:pt x="3892" y="2869"/>
                </a:lnTo>
                <a:moveTo>
                  <a:pt x="3627" y="2869"/>
                </a:moveTo>
                <a:lnTo>
                  <a:pt x="3468" y="2869"/>
                </a:lnTo>
                <a:lnTo>
                  <a:pt x="3468" y="2753"/>
                </a:lnTo>
                <a:lnTo>
                  <a:pt x="3627" y="2753"/>
                </a:lnTo>
                <a:lnTo>
                  <a:pt x="3627" y="2869"/>
                </a:lnTo>
                <a:moveTo>
                  <a:pt x="3363" y="2869"/>
                </a:moveTo>
                <a:lnTo>
                  <a:pt x="3204" y="2869"/>
                </a:lnTo>
                <a:lnTo>
                  <a:pt x="3204" y="2753"/>
                </a:lnTo>
                <a:lnTo>
                  <a:pt x="3363" y="2753"/>
                </a:lnTo>
                <a:lnTo>
                  <a:pt x="3363" y="2869"/>
                </a:lnTo>
                <a:moveTo>
                  <a:pt x="3098" y="2869"/>
                </a:moveTo>
                <a:lnTo>
                  <a:pt x="2940" y="2869"/>
                </a:lnTo>
                <a:lnTo>
                  <a:pt x="2940" y="2753"/>
                </a:lnTo>
                <a:lnTo>
                  <a:pt x="3098" y="2753"/>
                </a:lnTo>
                <a:lnTo>
                  <a:pt x="3098" y="2869"/>
                </a:lnTo>
                <a:moveTo>
                  <a:pt x="2834" y="2869"/>
                </a:moveTo>
                <a:lnTo>
                  <a:pt x="2675" y="2869"/>
                </a:lnTo>
                <a:lnTo>
                  <a:pt x="2675" y="2753"/>
                </a:lnTo>
                <a:lnTo>
                  <a:pt x="2834" y="2753"/>
                </a:lnTo>
                <a:lnTo>
                  <a:pt x="2834" y="2869"/>
                </a:lnTo>
                <a:moveTo>
                  <a:pt x="2570" y="2869"/>
                </a:moveTo>
                <a:lnTo>
                  <a:pt x="2411" y="2869"/>
                </a:lnTo>
                <a:lnTo>
                  <a:pt x="2411" y="2753"/>
                </a:lnTo>
                <a:lnTo>
                  <a:pt x="2570" y="2753"/>
                </a:lnTo>
                <a:lnTo>
                  <a:pt x="2570" y="2869"/>
                </a:lnTo>
                <a:moveTo>
                  <a:pt x="2305" y="2869"/>
                </a:moveTo>
                <a:lnTo>
                  <a:pt x="2147" y="2869"/>
                </a:lnTo>
                <a:lnTo>
                  <a:pt x="2147" y="2753"/>
                </a:lnTo>
                <a:lnTo>
                  <a:pt x="2305" y="2753"/>
                </a:lnTo>
                <a:lnTo>
                  <a:pt x="2305" y="2869"/>
                </a:lnTo>
                <a:moveTo>
                  <a:pt x="2041" y="2869"/>
                </a:moveTo>
                <a:lnTo>
                  <a:pt x="1882" y="2869"/>
                </a:lnTo>
                <a:lnTo>
                  <a:pt x="1882" y="2753"/>
                </a:lnTo>
                <a:lnTo>
                  <a:pt x="2041" y="2753"/>
                </a:lnTo>
                <a:lnTo>
                  <a:pt x="2041" y="2869"/>
                </a:lnTo>
                <a:moveTo>
                  <a:pt x="1777" y="2869"/>
                </a:moveTo>
                <a:lnTo>
                  <a:pt x="1618" y="2869"/>
                </a:lnTo>
                <a:lnTo>
                  <a:pt x="1618" y="2753"/>
                </a:lnTo>
                <a:lnTo>
                  <a:pt x="1777" y="2753"/>
                </a:lnTo>
                <a:lnTo>
                  <a:pt x="1777" y="2869"/>
                </a:lnTo>
                <a:moveTo>
                  <a:pt x="1512" y="2869"/>
                </a:moveTo>
                <a:lnTo>
                  <a:pt x="1353" y="2869"/>
                </a:lnTo>
                <a:lnTo>
                  <a:pt x="1353" y="2753"/>
                </a:lnTo>
                <a:lnTo>
                  <a:pt x="1512" y="2753"/>
                </a:lnTo>
                <a:lnTo>
                  <a:pt x="1512" y="2869"/>
                </a:lnTo>
                <a:moveTo>
                  <a:pt x="1248" y="2869"/>
                </a:moveTo>
                <a:lnTo>
                  <a:pt x="1089" y="2869"/>
                </a:lnTo>
                <a:lnTo>
                  <a:pt x="1089" y="2753"/>
                </a:lnTo>
                <a:lnTo>
                  <a:pt x="1248" y="2753"/>
                </a:lnTo>
                <a:lnTo>
                  <a:pt x="1248" y="2869"/>
                </a:lnTo>
                <a:moveTo>
                  <a:pt x="984" y="2869"/>
                </a:moveTo>
                <a:lnTo>
                  <a:pt x="825" y="2869"/>
                </a:lnTo>
                <a:lnTo>
                  <a:pt x="825" y="2753"/>
                </a:lnTo>
                <a:lnTo>
                  <a:pt x="984" y="2753"/>
                </a:lnTo>
                <a:lnTo>
                  <a:pt x="984" y="2869"/>
                </a:lnTo>
                <a:moveTo>
                  <a:pt x="719" y="2869"/>
                </a:moveTo>
                <a:lnTo>
                  <a:pt x="560" y="2869"/>
                </a:lnTo>
                <a:lnTo>
                  <a:pt x="560" y="2753"/>
                </a:lnTo>
                <a:lnTo>
                  <a:pt x="719" y="2753"/>
                </a:lnTo>
                <a:lnTo>
                  <a:pt x="719" y="2869"/>
                </a:lnTo>
                <a:moveTo>
                  <a:pt x="455" y="2869"/>
                </a:moveTo>
                <a:lnTo>
                  <a:pt x="296" y="2869"/>
                </a:lnTo>
                <a:lnTo>
                  <a:pt x="296" y="2753"/>
                </a:lnTo>
                <a:lnTo>
                  <a:pt x="455" y="2753"/>
                </a:lnTo>
                <a:lnTo>
                  <a:pt x="455" y="2869"/>
                </a:lnTo>
                <a:moveTo>
                  <a:pt x="169" y="2840"/>
                </a:moveTo>
                <a:cubicBezTo>
                  <a:pt x="106" y="2810"/>
                  <a:pt x="60" y="2764"/>
                  <a:pt x="29" y="2702"/>
                </a:cubicBezTo>
                <a:lnTo>
                  <a:pt x="134" y="2651"/>
                </a:lnTo>
                <a:cubicBezTo>
                  <a:pt x="153" y="2689"/>
                  <a:pt x="181" y="2717"/>
                  <a:pt x="219" y="2735"/>
                </a:cubicBezTo>
                <a:lnTo>
                  <a:pt x="169" y="2840"/>
                </a:lnTo>
                <a:moveTo>
                  <a:pt x="0" y="2574"/>
                </a:moveTo>
                <a:lnTo>
                  <a:pt x="0" y="2573"/>
                </a:lnTo>
                <a:lnTo>
                  <a:pt x="0" y="2416"/>
                </a:lnTo>
                <a:lnTo>
                  <a:pt x="116" y="2416"/>
                </a:lnTo>
                <a:lnTo>
                  <a:pt x="116" y="2573"/>
                </a:lnTo>
                <a:lnTo>
                  <a:pt x="116" y="2574"/>
                </a:lnTo>
                <a:lnTo>
                  <a:pt x="0" y="2574"/>
                </a:lnTo>
                <a:moveTo>
                  <a:pt x="0" y="2310"/>
                </a:moveTo>
                <a:lnTo>
                  <a:pt x="0" y="2151"/>
                </a:lnTo>
                <a:lnTo>
                  <a:pt x="116" y="2151"/>
                </a:lnTo>
                <a:lnTo>
                  <a:pt x="116" y="2310"/>
                </a:lnTo>
                <a:lnTo>
                  <a:pt x="0" y="2310"/>
                </a:lnTo>
                <a:moveTo>
                  <a:pt x="0" y="2046"/>
                </a:moveTo>
                <a:lnTo>
                  <a:pt x="0" y="1887"/>
                </a:lnTo>
                <a:lnTo>
                  <a:pt x="116" y="1887"/>
                </a:lnTo>
                <a:lnTo>
                  <a:pt x="116" y="2046"/>
                </a:lnTo>
                <a:lnTo>
                  <a:pt x="0" y="2046"/>
                </a:lnTo>
                <a:moveTo>
                  <a:pt x="0" y="1781"/>
                </a:moveTo>
                <a:lnTo>
                  <a:pt x="0" y="1622"/>
                </a:lnTo>
                <a:lnTo>
                  <a:pt x="116" y="1622"/>
                </a:lnTo>
                <a:lnTo>
                  <a:pt x="116" y="1781"/>
                </a:lnTo>
                <a:lnTo>
                  <a:pt x="0" y="1781"/>
                </a:lnTo>
                <a:moveTo>
                  <a:pt x="0" y="1517"/>
                </a:moveTo>
                <a:lnTo>
                  <a:pt x="0" y="1358"/>
                </a:lnTo>
                <a:lnTo>
                  <a:pt x="116" y="1358"/>
                </a:lnTo>
                <a:lnTo>
                  <a:pt x="116" y="1517"/>
                </a:lnTo>
                <a:lnTo>
                  <a:pt x="0" y="1517"/>
                </a:lnTo>
                <a:moveTo>
                  <a:pt x="0" y="1252"/>
                </a:moveTo>
                <a:lnTo>
                  <a:pt x="0" y="1094"/>
                </a:lnTo>
                <a:lnTo>
                  <a:pt x="116" y="1094"/>
                </a:lnTo>
                <a:lnTo>
                  <a:pt x="116" y="1252"/>
                </a:lnTo>
                <a:lnTo>
                  <a:pt x="0" y="1252"/>
                </a:lnTo>
                <a:moveTo>
                  <a:pt x="0" y="988"/>
                </a:moveTo>
                <a:lnTo>
                  <a:pt x="0" y="829"/>
                </a:lnTo>
                <a:lnTo>
                  <a:pt x="116" y="829"/>
                </a:lnTo>
                <a:lnTo>
                  <a:pt x="116" y="988"/>
                </a:lnTo>
                <a:lnTo>
                  <a:pt x="0" y="988"/>
                </a:lnTo>
                <a:moveTo>
                  <a:pt x="0" y="723"/>
                </a:moveTo>
                <a:lnTo>
                  <a:pt x="0" y="564"/>
                </a:lnTo>
                <a:lnTo>
                  <a:pt x="116" y="564"/>
                </a:lnTo>
                <a:lnTo>
                  <a:pt x="116" y="723"/>
                </a:lnTo>
                <a:lnTo>
                  <a:pt x="0" y="723"/>
                </a:lnTo>
                <a:moveTo>
                  <a:pt x="0" y="458"/>
                </a:moveTo>
                <a:lnTo>
                  <a:pt x="0" y="300"/>
                </a:lnTo>
                <a:lnTo>
                  <a:pt x="116" y="300"/>
                </a:lnTo>
                <a:lnTo>
                  <a:pt x="116" y="458"/>
                </a:lnTo>
                <a:lnTo>
                  <a:pt x="0" y="458"/>
                </a:lnTo>
                <a:moveTo>
                  <a:pt x="27" y="172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4"/>
                  <a:pt x="150" y="183"/>
                  <a:pt x="133" y="221"/>
                </a:cubicBezTo>
                <a:lnTo>
                  <a:pt x="27" y="172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6"/>
                </a:lnTo>
                <a:lnTo>
                  <a:pt x="296" y="116"/>
                </a:lnTo>
                <a:cubicBezTo>
                  <a:pt x="295" y="116"/>
                  <a:pt x="294" y="116"/>
                  <a:pt x="293" y="116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666720" y="1493640"/>
            <a:ext cx="5350276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New: Lanczos interpolation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981000" y="30765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3"/>
                </a:cubicBezTo>
                <a:cubicBezTo>
                  <a:pt x="134" y="209"/>
                  <a:pt x="120" y="212"/>
                  <a:pt x="106" y="212"/>
                </a:cubicBezTo>
                <a:cubicBezTo>
                  <a:pt x="92" y="212"/>
                  <a:pt x="78" y="209"/>
                  <a:pt x="65" y="203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828720" y="2374920"/>
            <a:ext cx="8643412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v2.Resize(size=(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224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224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), interpolation=v2.InterpolationMode.LANCZOS)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981000" y="35431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1200240" y="2949480"/>
            <a:ext cx="3811795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Alongside bilinear and bicubic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981000" y="40096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1200240" y="3416400"/>
            <a:ext cx="643541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SIMD-optimized on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x86 (AVX2) 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and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ARM (NEON)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2457360" y="3885840"/>
            <a:ext cx="2086200" cy="343440"/>
          </a:xfrm>
          <a:custGeom>
            <a:avLst/>
            <a:gdLst/>
            <a:ahLst/>
            <a:rect l="0" t="0" r="r" b="b"/>
            <a:pathLst>
              <a:path w="5795" h="954">
                <a:moveTo>
                  <a:pt x="0" y="795"/>
                </a:moveTo>
                <a:lnTo>
                  <a:pt x="0" y="160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8" y="4"/>
                </a:cubicBezTo>
                <a:cubicBezTo>
                  <a:pt x="138" y="2"/>
                  <a:pt x="148" y="0"/>
                  <a:pt x="158" y="0"/>
                </a:cubicBezTo>
                <a:lnTo>
                  <a:pt x="5636" y="0"/>
                </a:lnTo>
                <a:cubicBezTo>
                  <a:pt x="5647" y="0"/>
                  <a:pt x="5657" y="2"/>
                  <a:pt x="5667" y="4"/>
                </a:cubicBezTo>
                <a:cubicBezTo>
                  <a:pt x="5678" y="6"/>
                  <a:pt x="5687" y="9"/>
                  <a:pt x="5697" y="13"/>
                </a:cubicBezTo>
                <a:cubicBezTo>
                  <a:pt x="5707" y="17"/>
                  <a:pt x="5716" y="21"/>
                  <a:pt x="5725" y="27"/>
                </a:cubicBezTo>
                <a:cubicBezTo>
                  <a:pt x="5733" y="33"/>
                  <a:pt x="5741" y="40"/>
                  <a:pt x="5749" y="47"/>
                </a:cubicBezTo>
                <a:cubicBezTo>
                  <a:pt x="5756" y="54"/>
                  <a:pt x="5763" y="62"/>
                  <a:pt x="5768" y="71"/>
                </a:cubicBezTo>
                <a:cubicBezTo>
                  <a:pt x="5774" y="80"/>
                  <a:pt x="5779" y="89"/>
                  <a:pt x="5783" y="98"/>
                </a:cubicBezTo>
                <a:cubicBezTo>
                  <a:pt x="5787" y="108"/>
                  <a:pt x="5790" y="118"/>
                  <a:pt x="5792" y="128"/>
                </a:cubicBezTo>
                <a:cubicBezTo>
                  <a:pt x="5794" y="139"/>
                  <a:pt x="5795" y="149"/>
                  <a:pt x="5795" y="160"/>
                </a:cubicBezTo>
                <a:lnTo>
                  <a:pt x="5795" y="795"/>
                </a:lnTo>
                <a:cubicBezTo>
                  <a:pt x="5795" y="806"/>
                  <a:pt x="5794" y="816"/>
                  <a:pt x="5792" y="826"/>
                </a:cubicBezTo>
                <a:cubicBezTo>
                  <a:pt x="5790" y="836"/>
                  <a:pt x="5787" y="846"/>
                  <a:pt x="5783" y="856"/>
                </a:cubicBezTo>
                <a:cubicBezTo>
                  <a:pt x="5779" y="866"/>
                  <a:pt x="5774" y="875"/>
                  <a:pt x="5768" y="883"/>
                </a:cubicBezTo>
                <a:cubicBezTo>
                  <a:pt x="5763" y="892"/>
                  <a:pt x="5756" y="900"/>
                  <a:pt x="5749" y="908"/>
                </a:cubicBezTo>
                <a:cubicBezTo>
                  <a:pt x="5741" y="915"/>
                  <a:pt x="5733" y="921"/>
                  <a:pt x="5725" y="927"/>
                </a:cubicBezTo>
                <a:cubicBezTo>
                  <a:pt x="5716" y="933"/>
                  <a:pt x="5707" y="938"/>
                  <a:pt x="5697" y="942"/>
                </a:cubicBezTo>
                <a:cubicBezTo>
                  <a:pt x="5687" y="946"/>
                  <a:pt x="5678" y="949"/>
                  <a:pt x="5667" y="951"/>
                </a:cubicBezTo>
                <a:cubicBezTo>
                  <a:pt x="5657" y="953"/>
                  <a:pt x="5647" y="954"/>
                  <a:pt x="5636" y="954"/>
                </a:cubicBezTo>
                <a:lnTo>
                  <a:pt x="158" y="954"/>
                </a:lnTo>
                <a:cubicBezTo>
                  <a:pt x="148" y="954"/>
                  <a:pt x="138" y="953"/>
                  <a:pt x="128" y="951"/>
                </a:cubicBezTo>
                <a:cubicBezTo>
                  <a:pt x="117" y="949"/>
                  <a:pt x="107" y="946"/>
                  <a:pt x="98" y="942"/>
                </a:cubicBezTo>
                <a:cubicBezTo>
                  <a:pt x="88" y="938"/>
                  <a:pt x="79" y="933"/>
                  <a:pt x="70" y="927"/>
                </a:cubicBezTo>
                <a:cubicBezTo>
                  <a:pt x="62" y="921"/>
                  <a:pt x="54" y="915"/>
                  <a:pt x="46" y="908"/>
                </a:cubicBezTo>
                <a:cubicBezTo>
                  <a:pt x="39" y="900"/>
                  <a:pt x="32" y="892"/>
                  <a:pt x="27" y="883"/>
                </a:cubicBezTo>
                <a:cubicBezTo>
                  <a:pt x="21" y="875"/>
                  <a:pt x="16" y="866"/>
                  <a:pt x="12" y="856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1200240" y="3882960"/>
            <a:ext cx="136118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CPU, with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2550600" y="3933000"/>
            <a:ext cx="2061028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antialias=True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914400" y="4620600"/>
            <a:ext cx="1101703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TODO benchmark: resize PIL vs TorchVision float vs TorchVision uint8, bilinear / bicubic / lanczos, on x86 and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914400" y="4934880"/>
            <a:ext cx="50194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ARM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671400" y="2347560"/>
            <a:ext cx="10849320" cy="1248480"/>
          </a:xfrm>
          <a:custGeom>
            <a:avLst/>
            <a:gdLst/>
            <a:ahLst/>
            <a:rect l="0" t="0" r="r" b="b"/>
            <a:pathLst>
              <a:path w="30137" h="3468">
                <a:moveTo>
                  <a:pt x="0" y="326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1"/>
                  <a:pt x="30014" y="16"/>
                </a:cubicBezTo>
                <a:cubicBezTo>
                  <a:pt x="30026" y="21"/>
                  <a:pt x="30038" y="27"/>
                  <a:pt x="30049" y="34"/>
                </a:cubicBezTo>
                <a:cubicBezTo>
                  <a:pt x="30059" y="41"/>
                  <a:pt x="30070" y="49"/>
                  <a:pt x="30079" y="59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100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3269"/>
                </a:lnTo>
                <a:cubicBezTo>
                  <a:pt x="30137" y="3282"/>
                  <a:pt x="30136" y="3295"/>
                  <a:pt x="30133" y="3308"/>
                </a:cubicBezTo>
                <a:cubicBezTo>
                  <a:pt x="30130" y="3321"/>
                  <a:pt x="30127" y="3333"/>
                  <a:pt x="30122" y="3345"/>
                </a:cubicBezTo>
                <a:cubicBezTo>
                  <a:pt x="30117" y="3357"/>
                  <a:pt x="30111" y="3368"/>
                  <a:pt x="30103" y="3379"/>
                </a:cubicBezTo>
                <a:cubicBezTo>
                  <a:pt x="30096" y="3390"/>
                  <a:pt x="30088" y="3400"/>
                  <a:pt x="30079" y="3409"/>
                </a:cubicBezTo>
                <a:cubicBezTo>
                  <a:pt x="30070" y="3419"/>
                  <a:pt x="30059" y="3427"/>
                  <a:pt x="30049" y="3434"/>
                </a:cubicBezTo>
                <a:cubicBezTo>
                  <a:pt x="30038" y="3441"/>
                  <a:pt x="30026" y="3447"/>
                  <a:pt x="30014" y="3452"/>
                </a:cubicBezTo>
                <a:cubicBezTo>
                  <a:pt x="30002" y="3457"/>
                  <a:pt x="29990" y="3461"/>
                  <a:pt x="29977" y="3464"/>
                </a:cubicBezTo>
                <a:cubicBezTo>
                  <a:pt x="29964" y="3466"/>
                  <a:pt x="29951" y="3468"/>
                  <a:pt x="29938" y="3468"/>
                </a:cubicBezTo>
                <a:lnTo>
                  <a:pt x="198" y="3468"/>
                </a:lnTo>
                <a:cubicBezTo>
                  <a:pt x="185" y="3468"/>
                  <a:pt x="172" y="3466"/>
                  <a:pt x="160" y="3464"/>
                </a:cubicBezTo>
                <a:cubicBezTo>
                  <a:pt x="147" y="3461"/>
                  <a:pt x="134" y="3457"/>
                  <a:pt x="122" y="3452"/>
                </a:cubicBezTo>
                <a:cubicBezTo>
                  <a:pt x="110" y="3447"/>
                  <a:pt x="99" y="3441"/>
                  <a:pt x="88" y="3434"/>
                </a:cubicBezTo>
                <a:cubicBezTo>
                  <a:pt x="77" y="3427"/>
                  <a:pt x="67" y="3419"/>
                  <a:pt x="58" y="3409"/>
                </a:cubicBezTo>
                <a:cubicBezTo>
                  <a:pt x="49" y="3400"/>
                  <a:pt x="40" y="3390"/>
                  <a:pt x="33" y="3379"/>
                </a:cubicBezTo>
                <a:cubicBezTo>
                  <a:pt x="26" y="3368"/>
                  <a:pt x="20" y="3357"/>
                  <a:pt x="15" y="3345"/>
                </a:cubicBezTo>
                <a:cubicBezTo>
                  <a:pt x="10" y="3333"/>
                  <a:pt x="6" y="3321"/>
                  <a:pt x="4" y="3308"/>
                </a:cubicBezTo>
                <a:cubicBezTo>
                  <a:pt x="1" y="3295"/>
                  <a:pt x="0" y="3282"/>
                  <a:pt x="0" y="326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671400" y="2347560"/>
            <a:ext cx="10849320" cy="1248480"/>
          </a:xfrm>
          <a:custGeom>
            <a:avLst/>
            <a:gdLst/>
            <a:ahLst/>
            <a:rect l="0" t="0" r="r" b="b"/>
            <a:pathLst>
              <a:path w="30137" h="3468">
                <a:moveTo>
                  <a:pt x="0" y="326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1"/>
                  <a:pt x="30014" y="16"/>
                </a:cubicBezTo>
                <a:cubicBezTo>
                  <a:pt x="30026" y="21"/>
                  <a:pt x="30038" y="27"/>
                  <a:pt x="30049" y="34"/>
                </a:cubicBezTo>
                <a:cubicBezTo>
                  <a:pt x="30059" y="41"/>
                  <a:pt x="30070" y="49"/>
                  <a:pt x="30079" y="59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100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3269"/>
                </a:lnTo>
                <a:cubicBezTo>
                  <a:pt x="30137" y="3282"/>
                  <a:pt x="30136" y="3295"/>
                  <a:pt x="30133" y="3308"/>
                </a:cubicBezTo>
                <a:cubicBezTo>
                  <a:pt x="30130" y="3321"/>
                  <a:pt x="30127" y="3333"/>
                  <a:pt x="30122" y="3345"/>
                </a:cubicBezTo>
                <a:cubicBezTo>
                  <a:pt x="30117" y="3357"/>
                  <a:pt x="30111" y="3368"/>
                  <a:pt x="30103" y="3379"/>
                </a:cubicBezTo>
                <a:cubicBezTo>
                  <a:pt x="30096" y="3390"/>
                  <a:pt x="30088" y="3400"/>
                  <a:pt x="30079" y="3409"/>
                </a:cubicBezTo>
                <a:cubicBezTo>
                  <a:pt x="30070" y="3419"/>
                  <a:pt x="30059" y="3427"/>
                  <a:pt x="30049" y="3434"/>
                </a:cubicBezTo>
                <a:cubicBezTo>
                  <a:pt x="30038" y="3441"/>
                  <a:pt x="30026" y="3447"/>
                  <a:pt x="30014" y="3452"/>
                </a:cubicBezTo>
                <a:cubicBezTo>
                  <a:pt x="30002" y="3457"/>
                  <a:pt x="29990" y="3461"/>
                  <a:pt x="29977" y="3464"/>
                </a:cubicBezTo>
                <a:cubicBezTo>
                  <a:pt x="29964" y="3466"/>
                  <a:pt x="29951" y="3468"/>
                  <a:pt x="29938" y="3468"/>
                </a:cubicBezTo>
                <a:lnTo>
                  <a:pt x="198" y="3468"/>
                </a:lnTo>
                <a:cubicBezTo>
                  <a:pt x="185" y="3468"/>
                  <a:pt x="172" y="3466"/>
                  <a:pt x="160" y="3464"/>
                </a:cubicBezTo>
                <a:cubicBezTo>
                  <a:pt x="147" y="3461"/>
                  <a:pt x="134" y="3457"/>
                  <a:pt x="122" y="3452"/>
                </a:cubicBezTo>
                <a:cubicBezTo>
                  <a:pt x="110" y="3447"/>
                  <a:pt x="99" y="3441"/>
                  <a:pt x="88" y="3434"/>
                </a:cubicBezTo>
                <a:cubicBezTo>
                  <a:pt x="77" y="3427"/>
                  <a:pt x="67" y="3419"/>
                  <a:pt x="58" y="3409"/>
                </a:cubicBezTo>
                <a:cubicBezTo>
                  <a:pt x="49" y="3400"/>
                  <a:pt x="40" y="3390"/>
                  <a:pt x="33" y="3379"/>
                </a:cubicBezTo>
                <a:cubicBezTo>
                  <a:pt x="26" y="3368"/>
                  <a:pt x="20" y="3357"/>
                  <a:pt x="15" y="3345"/>
                </a:cubicBezTo>
                <a:cubicBezTo>
                  <a:pt x="10" y="3333"/>
                  <a:pt x="6" y="3321"/>
                  <a:pt x="4" y="3308"/>
                </a:cubicBezTo>
                <a:cubicBezTo>
                  <a:pt x="1" y="3295"/>
                  <a:pt x="0" y="3282"/>
                  <a:pt x="0" y="326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666720" y="5057640"/>
            <a:ext cx="10858680" cy="695520"/>
          </a:xfrm>
          <a:custGeom>
            <a:avLst/>
            <a:gdLst/>
            <a:ahLst/>
            <a:rect l="0" t="0" r="r" b="b"/>
            <a:pathLst>
              <a:path w="30163" h="1932">
                <a:moveTo>
                  <a:pt x="20" y="163"/>
                </a:moveTo>
                <a:cubicBezTo>
                  <a:pt x="33" y="131"/>
                  <a:pt x="52" y="102"/>
                  <a:pt x="77" y="77"/>
                </a:cubicBezTo>
                <a:cubicBezTo>
                  <a:pt x="102" y="53"/>
                  <a:pt x="130" y="33"/>
                  <a:pt x="163" y="20"/>
                </a:cubicBezTo>
                <a:cubicBezTo>
                  <a:pt x="195" y="7"/>
                  <a:pt x="229" y="0"/>
                  <a:pt x="264" y="0"/>
                </a:cubicBezTo>
                <a:lnTo>
                  <a:pt x="29899" y="0"/>
                </a:lnTo>
                <a:cubicBezTo>
                  <a:pt x="29934" y="0"/>
                  <a:pt x="29967" y="7"/>
                  <a:pt x="30000" y="20"/>
                </a:cubicBezTo>
                <a:cubicBezTo>
                  <a:pt x="30032" y="33"/>
                  <a:pt x="30061" y="53"/>
                  <a:pt x="30086" y="77"/>
                </a:cubicBezTo>
                <a:cubicBezTo>
                  <a:pt x="30110" y="102"/>
                  <a:pt x="30130" y="131"/>
                  <a:pt x="30143" y="163"/>
                </a:cubicBezTo>
                <a:cubicBezTo>
                  <a:pt x="30156" y="196"/>
                  <a:pt x="30163" y="229"/>
                  <a:pt x="30163" y="264"/>
                </a:cubicBezTo>
                <a:lnTo>
                  <a:pt x="30163" y="1668"/>
                </a:lnTo>
                <a:cubicBezTo>
                  <a:pt x="30163" y="1703"/>
                  <a:pt x="30156" y="1737"/>
                  <a:pt x="30143" y="1769"/>
                </a:cubicBezTo>
                <a:cubicBezTo>
                  <a:pt x="30130" y="1801"/>
                  <a:pt x="30110" y="1830"/>
                  <a:pt x="30086" y="1855"/>
                </a:cubicBezTo>
                <a:cubicBezTo>
                  <a:pt x="30061" y="1880"/>
                  <a:pt x="30032" y="1899"/>
                  <a:pt x="30000" y="1912"/>
                </a:cubicBezTo>
                <a:cubicBezTo>
                  <a:pt x="29967" y="1926"/>
                  <a:pt x="29934" y="1932"/>
                  <a:pt x="29898" y="1932"/>
                </a:cubicBezTo>
                <a:lnTo>
                  <a:pt x="264" y="1932"/>
                </a:lnTo>
                <a:cubicBezTo>
                  <a:pt x="229" y="1932"/>
                  <a:pt x="195" y="1926"/>
                  <a:pt x="163" y="1912"/>
                </a:cubicBezTo>
                <a:cubicBezTo>
                  <a:pt x="130" y="1899"/>
                  <a:pt x="102" y="1880"/>
                  <a:pt x="77" y="1855"/>
                </a:cubicBezTo>
                <a:cubicBezTo>
                  <a:pt x="52" y="1830"/>
                  <a:pt x="33" y="1801"/>
                  <a:pt x="20" y="1769"/>
                </a:cubicBezTo>
                <a:cubicBezTo>
                  <a:pt x="6" y="1737"/>
                  <a:pt x="0" y="1703"/>
                  <a:pt x="0" y="1668"/>
                </a:cubicBezTo>
                <a:lnTo>
                  <a:pt x="0" y="264"/>
                </a:lnTo>
                <a:cubicBezTo>
                  <a:pt x="0" y="229"/>
                  <a:pt x="6" y="196"/>
                  <a:pt x="20" y="163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694440" y="5057640"/>
            <a:ext cx="10802520" cy="41760"/>
          </a:xfrm>
          <a:custGeom>
            <a:avLst/>
            <a:gdLst/>
            <a:ahLst/>
            <a:rect l="0" t="0" r="r" b="b"/>
            <a:pathLst>
              <a:path w="30007" h="116">
                <a:moveTo>
                  <a:pt x="29902" y="70"/>
                </a:moveTo>
                <a:cubicBezTo>
                  <a:pt x="29883" y="62"/>
                  <a:pt x="29863" y="57"/>
                  <a:pt x="29843" y="55"/>
                </a:cubicBezTo>
                <a:lnTo>
                  <a:pt x="29848" y="1"/>
                </a:lnTo>
                <a:cubicBezTo>
                  <a:pt x="29874" y="4"/>
                  <a:pt x="29899" y="10"/>
                  <a:pt x="29923" y="20"/>
                </a:cubicBezTo>
                <a:cubicBezTo>
                  <a:pt x="29954" y="34"/>
                  <a:pt x="29982" y="53"/>
                  <a:pt x="30007" y="76"/>
                </a:cubicBezTo>
                <a:lnTo>
                  <a:pt x="29970" y="114"/>
                </a:lnTo>
                <a:cubicBezTo>
                  <a:pt x="29950" y="95"/>
                  <a:pt x="29928" y="80"/>
                  <a:pt x="29902" y="70"/>
                </a:cubicBezTo>
                <a:moveTo>
                  <a:pt x="29581" y="54"/>
                </a:moveTo>
                <a:lnTo>
                  <a:pt x="29581" y="0"/>
                </a:lnTo>
                <a:lnTo>
                  <a:pt x="29740" y="0"/>
                </a:lnTo>
                <a:lnTo>
                  <a:pt x="29740" y="54"/>
                </a:lnTo>
                <a:lnTo>
                  <a:pt x="29581" y="54"/>
                </a:lnTo>
                <a:moveTo>
                  <a:pt x="29317" y="54"/>
                </a:moveTo>
                <a:lnTo>
                  <a:pt x="29317" y="0"/>
                </a:lnTo>
                <a:lnTo>
                  <a:pt x="29475" y="0"/>
                </a:lnTo>
                <a:lnTo>
                  <a:pt x="29475" y="54"/>
                </a:lnTo>
                <a:lnTo>
                  <a:pt x="29317" y="54"/>
                </a:lnTo>
                <a:moveTo>
                  <a:pt x="29052" y="54"/>
                </a:moveTo>
                <a:lnTo>
                  <a:pt x="29052" y="0"/>
                </a:lnTo>
                <a:lnTo>
                  <a:pt x="29211" y="0"/>
                </a:lnTo>
                <a:lnTo>
                  <a:pt x="29211" y="54"/>
                </a:lnTo>
                <a:lnTo>
                  <a:pt x="29052" y="54"/>
                </a:lnTo>
                <a:moveTo>
                  <a:pt x="28787" y="54"/>
                </a:moveTo>
                <a:lnTo>
                  <a:pt x="28787" y="0"/>
                </a:lnTo>
                <a:lnTo>
                  <a:pt x="28946" y="0"/>
                </a:lnTo>
                <a:lnTo>
                  <a:pt x="28946" y="54"/>
                </a:lnTo>
                <a:lnTo>
                  <a:pt x="28787" y="54"/>
                </a:lnTo>
                <a:moveTo>
                  <a:pt x="28522" y="54"/>
                </a:moveTo>
                <a:lnTo>
                  <a:pt x="28522" y="0"/>
                </a:lnTo>
                <a:lnTo>
                  <a:pt x="28681" y="0"/>
                </a:lnTo>
                <a:lnTo>
                  <a:pt x="28681" y="54"/>
                </a:lnTo>
                <a:lnTo>
                  <a:pt x="28522" y="54"/>
                </a:lnTo>
                <a:moveTo>
                  <a:pt x="28257" y="54"/>
                </a:moveTo>
                <a:lnTo>
                  <a:pt x="28257" y="0"/>
                </a:lnTo>
                <a:lnTo>
                  <a:pt x="28416" y="0"/>
                </a:lnTo>
                <a:lnTo>
                  <a:pt x="28416" y="54"/>
                </a:lnTo>
                <a:lnTo>
                  <a:pt x="28257" y="54"/>
                </a:lnTo>
                <a:moveTo>
                  <a:pt x="27993" y="54"/>
                </a:moveTo>
                <a:lnTo>
                  <a:pt x="27993" y="0"/>
                </a:lnTo>
                <a:lnTo>
                  <a:pt x="28151" y="0"/>
                </a:lnTo>
                <a:lnTo>
                  <a:pt x="28151" y="54"/>
                </a:lnTo>
                <a:lnTo>
                  <a:pt x="27993" y="54"/>
                </a:lnTo>
                <a:moveTo>
                  <a:pt x="27728" y="54"/>
                </a:moveTo>
                <a:lnTo>
                  <a:pt x="27728" y="0"/>
                </a:lnTo>
                <a:lnTo>
                  <a:pt x="27887" y="0"/>
                </a:lnTo>
                <a:lnTo>
                  <a:pt x="27887" y="54"/>
                </a:lnTo>
                <a:lnTo>
                  <a:pt x="27728" y="54"/>
                </a:lnTo>
                <a:moveTo>
                  <a:pt x="27463" y="54"/>
                </a:moveTo>
                <a:lnTo>
                  <a:pt x="27463" y="0"/>
                </a:lnTo>
                <a:lnTo>
                  <a:pt x="27622" y="0"/>
                </a:lnTo>
                <a:lnTo>
                  <a:pt x="27622" y="54"/>
                </a:lnTo>
                <a:lnTo>
                  <a:pt x="27463" y="54"/>
                </a:lnTo>
                <a:moveTo>
                  <a:pt x="27198" y="54"/>
                </a:moveTo>
                <a:lnTo>
                  <a:pt x="27198" y="0"/>
                </a:lnTo>
                <a:lnTo>
                  <a:pt x="27357" y="0"/>
                </a:lnTo>
                <a:lnTo>
                  <a:pt x="27357" y="54"/>
                </a:lnTo>
                <a:lnTo>
                  <a:pt x="27198" y="54"/>
                </a:lnTo>
                <a:moveTo>
                  <a:pt x="26933" y="54"/>
                </a:moveTo>
                <a:lnTo>
                  <a:pt x="26933" y="0"/>
                </a:lnTo>
                <a:lnTo>
                  <a:pt x="27092" y="0"/>
                </a:lnTo>
                <a:lnTo>
                  <a:pt x="27092" y="54"/>
                </a:lnTo>
                <a:lnTo>
                  <a:pt x="26933" y="54"/>
                </a:lnTo>
                <a:moveTo>
                  <a:pt x="26669" y="54"/>
                </a:moveTo>
                <a:lnTo>
                  <a:pt x="26669" y="0"/>
                </a:lnTo>
                <a:lnTo>
                  <a:pt x="26827" y="0"/>
                </a:lnTo>
                <a:lnTo>
                  <a:pt x="26827" y="54"/>
                </a:lnTo>
                <a:lnTo>
                  <a:pt x="26669" y="54"/>
                </a:lnTo>
                <a:moveTo>
                  <a:pt x="26404" y="54"/>
                </a:moveTo>
                <a:lnTo>
                  <a:pt x="26404" y="0"/>
                </a:lnTo>
                <a:lnTo>
                  <a:pt x="26562" y="0"/>
                </a:lnTo>
                <a:lnTo>
                  <a:pt x="26562" y="54"/>
                </a:lnTo>
                <a:lnTo>
                  <a:pt x="26404" y="54"/>
                </a:lnTo>
                <a:moveTo>
                  <a:pt x="26139" y="54"/>
                </a:moveTo>
                <a:lnTo>
                  <a:pt x="26139" y="0"/>
                </a:lnTo>
                <a:lnTo>
                  <a:pt x="26298" y="0"/>
                </a:lnTo>
                <a:lnTo>
                  <a:pt x="26298" y="54"/>
                </a:lnTo>
                <a:lnTo>
                  <a:pt x="26139" y="54"/>
                </a:lnTo>
                <a:moveTo>
                  <a:pt x="25874" y="54"/>
                </a:moveTo>
                <a:lnTo>
                  <a:pt x="25874" y="0"/>
                </a:lnTo>
                <a:lnTo>
                  <a:pt x="26033" y="0"/>
                </a:lnTo>
                <a:lnTo>
                  <a:pt x="26033" y="54"/>
                </a:lnTo>
                <a:lnTo>
                  <a:pt x="25874" y="54"/>
                </a:lnTo>
                <a:moveTo>
                  <a:pt x="25609" y="54"/>
                </a:moveTo>
                <a:lnTo>
                  <a:pt x="25609" y="0"/>
                </a:lnTo>
                <a:lnTo>
                  <a:pt x="25768" y="0"/>
                </a:lnTo>
                <a:lnTo>
                  <a:pt x="25768" y="54"/>
                </a:lnTo>
                <a:lnTo>
                  <a:pt x="25609" y="54"/>
                </a:lnTo>
                <a:moveTo>
                  <a:pt x="25345" y="54"/>
                </a:moveTo>
                <a:lnTo>
                  <a:pt x="25345" y="0"/>
                </a:lnTo>
                <a:lnTo>
                  <a:pt x="25503" y="0"/>
                </a:lnTo>
                <a:lnTo>
                  <a:pt x="25503" y="54"/>
                </a:lnTo>
                <a:lnTo>
                  <a:pt x="25345" y="54"/>
                </a:lnTo>
                <a:moveTo>
                  <a:pt x="25080" y="54"/>
                </a:moveTo>
                <a:lnTo>
                  <a:pt x="25080" y="0"/>
                </a:lnTo>
                <a:lnTo>
                  <a:pt x="25238" y="0"/>
                </a:lnTo>
                <a:lnTo>
                  <a:pt x="25238" y="54"/>
                </a:lnTo>
                <a:lnTo>
                  <a:pt x="25080" y="54"/>
                </a:lnTo>
                <a:moveTo>
                  <a:pt x="24815" y="54"/>
                </a:moveTo>
                <a:lnTo>
                  <a:pt x="24815" y="0"/>
                </a:lnTo>
                <a:lnTo>
                  <a:pt x="24974" y="0"/>
                </a:lnTo>
                <a:lnTo>
                  <a:pt x="24974" y="54"/>
                </a:lnTo>
                <a:lnTo>
                  <a:pt x="24815" y="54"/>
                </a:lnTo>
                <a:moveTo>
                  <a:pt x="24550" y="54"/>
                </a:moveTo>
                <a:lnTo>
                  <a:pt x="24550" y="0"/>
                </a:lnTo>
                <a:lnTo>
                  <a:pt x="24709" y="0"/>
                </a:lnTo>
                <a:lnTo>
                  <a:pt x="24709" y="54"/>
                </a:lnTo>
                <a:lnTo>
                  <a:pt x="24550" y="54"/>
                </a:lnTo>
                <a:moveTo>
                  <a:pt x="24285" y="54"/>
                </a:moveTo>
                <a:lnTo>
                  <a:pt x="24285" y="0"/>
                </a:lnTo>
                <a:lnTo>
                  <a:pt x="24444" y="0"/>
                </a:lnTo>
                <a:lnTo>
                  <a:pt x="24444" y="54"/>
                </a:lnTo>
                <a:lnTo>
                  <a:pt x="24285" y="54"/>
                </a:lnTo>
                <a:moveTo>
                  <a:pt x="24021" y="54"/>
                </a:moveTo>
                <a:lnTo>
                  <a:pt x="24021" y="0"/>
                </a:lnTo>
                <a:lnTo>
                  <a:pt x="24179" y="0"/>
                </a:lnTo>
                <a:lnTo>
                  <a:pt x="24179" y="54"/>
                </a:lnTo>
                <a:lnTo>
                  <a:pt x="24021" y="54"/>
                </a:lnTo>
                <a:moveTo>
                  <a:pt x="23756" y="54"/>
                </a:moveTo>
                <a:lnTo>
                  <a:pt x="23756" y="0"/>
                </a:lnTo>
                <a:lnTo>
                  <a:pt x="23914" y="0"/>
                </a:lnTo>
                <a:lnTo>
                  <a:pt x="23914" y="54"/>
                </a:lnTo>
                <a:lnTo>
                  <a:pt x="23756" y="54"/>
                </a:lnTo>
                <a:moveTo>
                  <a:pt x="23491" y="54"/>
                </a:moveTo>
                <a:lnTo>
                  <a:pt x="23491" y="0"/>
                </a:lnTo>
                <a:lnTo>
                  <a:pt x="23650" y="0"/>
                </a:lnTo>
                <a:lnTo>
                  <a:pt x="23650" y="54"/>
                </a:lnTo>
                <a:lnTo>
                  <a:pt x="23491" y="54"/>
                </a:lnTo>
                <a:moveTo>
                  <a:pt x="23226" y="54"/>
                </a:moveTo>
                <a:lnTo>
                  <a:pt x="23226" y="0"/>
                </a:lnTo>
                <a:lnTo>
                  <a:pt x="23385" y="0"/>
                </a:lnTo>
                <a:lnTo>
                  <a:pt x="23385" y="54"/>
                </a:lnTo>
                <a:lnTo>
                  <a:pt x="23226" y="54"/>
                </a:lnTo>
                <a:moveTo>
                  <a:pt x="22961" y="54"/>
                </a:moveTo>
                <a:lnTo>
                  <a:pt x="22961" y="0"/>
                </a:lnTo>
                <a:lnTo>
                  <a:pt x="23120" y="0"/>
                </a:lnTo>
                <a:lnTo>
                  <a:pt x="23120" y="54"/>
                </a:lnTo>
                <a:lnTo>
                  <a:pt x="22961" y="54"/>
                </a:lnTo>
                <a:moveTo>
                  <a:pt x="22696" y="54"/>
                </a:moveTo>
                <a:lnTo>
                  <a:pt x="22696" y="0"/>
                </a:lnTo>
                <a:lnTo>
                  <a:pt x="22855" y="0"/>
                </a:lnTo>
                <a:lnTo>
                  <a:pt x="22855" y="54"/>
                </a:lnTo>
                <a:lnTo>
                  <a:pt x="22696" y="54"/>
                </a:lnTo>
                <a:moveTo>
                  <a:pt x="22432" y="54"/>
                </a:moveTo>
                <a:lnTo>
                  <a:pt x="22432" y="0"/>
                </a:lnTo>
                <a:lnTo>
                  <a:pt x="22590" y="0"/>
                </a:lnTo>
                <a:lnTo>
                  <a:pt x="22590" y="54"/>
                </a:lnTo>
                <a:lnTo>
                  <a:pt x="22432" y="54"/>
                </a:lnTo>
                <a:moveTo>
                  <a:pt x="22167" y="54"/>
                </a:moveTo>
                <a:lnTo>
                  <a:pt x="22167" y="0"/>
                </a:lnTo>
                <a:lnTo>
                  <a:pt x="22326" y="0"/>
                </a:lnTo>
                <a:lnTo>
                  <a:pt x="22326" y="54"/>
                </a:lnTo>
                <a:lnTo>
                  <a:pt x="22167" y="54"/>
                </a:lnTo>
                <a:moveTo>
                  <a:pt x="21902" y="54"/>
                </a:moveTo>
                <a:lnTo>
                  <a:pt x="21902" y="0"/>
                </a:lnTo>
                <a:lnTo>
                  <a:pt x="22061" y="0"/>
                </a:lnTo>
                <a:lnTo>
                  <a:pt x="22061" y="54"/>
                </a:lnTo>
                <a:lnTo>
                  <a:pt x="21902" y="54"/>
                </a:lnTo>
                <a:moveTo>
                  <a:pt x="21637" y="54"/>
                </a:moveTo>
                <a:lnTo>
                  <a:pt x="21637" y="0"/>
                </a:lnTo>
                <a:lnTo>
                  <a:pt x="21796" y="0"/>
                </a:lnTo>
                <a:lnTo>
                  <a:pt x="21796" y="54"/>
                </a:lnTo>
                <a:lnTo>
                  <a:pt x="21637" y="54"/>
                </a:lnTo>
                <a:moveTo>
                  <a:pt x="21372" y="54"/>
                </a:moveTo>
                <a:lnTo>
                  <a:pt x="21372" y="0"/>
                </a:lnTo>
                <a:lnTo>
                  <a:pt x="21531" y="0"/>
                </a:lnTo>
                <a:lnTo>
                  <a:pt x="21531" y="54"/>
                </a:lnTo>
                <a:lnTo>
                  <a:pt x="21372" y="54"/>
                </a:lnTo>
                <a:moveTo>
                  <a:pt x="21108" y="54"/>
                </a:moveTo>
                <a:lnTo>
                  <a:pt x="21108" y="0"/>
                </a:lnTo>
                <a:lnTo>
                  <a:pt x="21266" y="0"/>
                </a:lnTo>
                <a:lnTo>
                  <a:pt x="21266" y="54"/>
                </a:lnTo>
                <a:lnTo>
                  <a:pt x="21108" y="54"/>
                </a:lnTo>
                <a:moveTo>
                  <a:pt x="20843" y="54"/>
                </a:moveTo>
                <a:lnTo>
                  <a:pt x="20843" y="0"/>
                </a:lnTo>
                <a:lnTo>
                  <a:pt x="21002" y="0"/>
                </a:lnTo>
                <a:lnTo>
                  <a:pt x="21002" y="54"/>
                </a:lnTo>
                <a:lnTo>
                  <a:pt x="20843" y="54"/>
                </a:lnTo>
                <a:moveTo>
                  <a:pt x="20578" y="54"/>
                </a:moveTo>
                <a:lnTo>
                  <a:pt x="20578" y="0"/>
                </a:lnTo>
                <a:lnTo>
                  <a:pt x="20737" y="0"/>
                </a:lnTo>
                <a:lnTo>
                  <a:pt x="20737" y="54"/>
                </a:lnTo>
                <a:lnTo>
                  <a:pt x="20578" y="54"/>
                </a:lnTo>
                <a:moveTo>
                  <a:pt x="20313" y="54"/>
                </a:moveTo>
                <a:lnTo>
                  <a:pt x="20313" y="0"/>
                </a:lnTo>
                <a:lnTo>
                  <a:pt x="20472" y="0"/>
                </a:lnTo>
                <a:lnTo>
                  <a:pt x="20472" y="54"/>
                </a:lnTo>
                <a:lnTo>
                  <a:pt x="20313" y="54"/>
                </a:lnTo>
                <a:moveTo>
                  <a:pt x="20048" y="54"/>
                </a:moveTo>
                <a:lnTo>
                  <a:pt x="20048" y="0"/>
                </a:lnTo>
                <a:lnTo>
                  <a:pt x="20207" y="0"/>
                </a:lnTo>
                <a:lnTo>
                  <a:pt x="20207" y="54"/>
                </a:lnTo>
                <a:lnTo>
                  <a:pt x="20048" y="54"/>
                </a:lnTo>
                <a:moveTo>
                  <a:pt x="19784" y="54"/>
                </a:moveTo>
                <a:lnTo>
                  <a:pt x="19784" y="0"/>
                </a:lnTo>
                <a:lnTo>
                  <a:pt x="19942" y="0"/>
                </a:lnTo>
                <a:lnTo>
                  <a:pt x="19942" y="54"/>
                </a:lnTo>
                <a:lnTo>
                  <a:pt x="19784" y="54"/>
                </a:lnTo>
                <a:moveTo>
                  <a:pt x="19519" y="54"/>
                </a:moveTo>
                <a:lnTo>
                  <a:pt x="19519" y="0"/>
                </a:lnTo>
                <a:lnTo>
                  <a:pt x="19678" y="0"/>
                </a:lnTo>
                <a:lnTo>
                  <a:pt x="19678" y="54"/>
                </a:lnTo>
                <a:lnTo>
                  <a:pt x="19519" y="54"/>
                </a:lnTo>
                <a:moveTo>
                  <a:pt x="19254" y="54"/>
                </a:moveTo>
                <a:lnTo>
                  <a:pt x="19254" y="0"/>
                </a:lnTo>
                <a:lnTo>
                  <a:pt x="19413" y="0"/>
                </a:lnTo>
                <a:lnTo>
                  <a:pt x="19413" y="54"/>
                </a:lnTo>
                <a:lnTo>
                  <a:pt x="19254" y="54"/>
                </a:lnTo>
                <a:moveTo>
                  <a:pt x="18989" y="54"/>
                </a:moveTo>
                <a:lnTo>
                  <a:pt x="18989" y="0"/>
                </a:lnTo>
                <a:lnTo>
                  <a:pt x="19148" y="0"/>
                </a:lnTo>
                <a:lnTo>
                  <a:pt x="19148" y="54"/>
                </a:lnTo>
                <a:lnTo>
                  <a:pt x="18989" y="54"/>
                </a:lnTo>
                <a:moveTo>
                  <a:pt x="18724" y="54"/>
                </a:moveTo>
                <a:lnTo>
                  <a:pt x="18724" y="0"/>
                </a:lnTo>
                <a:lnTo>
                  <a:pt x="18883" y="0"/>
                </a:lnTo>
                <a:lnTo>
                  <a:pt x="18883" y="54"/>
                </a:lnTo>
                <a:lnTo>
                  <a:pt x="18724" y="54"/>
                </a:lnTo>
                <a:moveTo>
                  <a:pt x="18460" y="54"/>
                </a:moveTo>
                <a:lnTo>
                  <a:pt x="18460" y="0"/>
                </a:lnTo>
                <a:lnTo>
                  <a:pt x="18618" y="0"/>
                </a:lnTo>
                <a:lnTo>
                  <a:pt x="18618" y="54"/>
                </a:lnTo>
                <a:lnTo>
                  <a:pt x="18460" y="54"/>
                </a:lnTo>
                <a:moveTo>
                  <a:pt x="18195" y="54"/>
                </a:moveTo>
                <a:lnTo>
                  <a:pt x="18195" y="0"/>
                </a:lnTo>
                <a:lnTo>
                  <a:pt x="18354" y="0"/>
                </a:lnTo>
                <a:lnTo>
                  <a:pt x="18354" y="54"/>
                </a:lnTo>
                <a:lnTo>
                  <a:pt x="18195" y="54"/>
                </a:lnTo>
                <a:moveTo>
                  <a:pt x="17930" y="54"/>
                </a:moveTo>
                <a:lnTo>
                  <a:pt x="17930" y="0"/>
                </a:lnTo>
                <a:lnTo>
                  <a:pt x="18089" y="0"/>
                </a:lnTo>
                <a:lnTo>
                  <a:pt x="18089" y="54"/>
                </a:lnTo>
                <a:lnTo>
                  <a:pt x="17930" y="54"/>
                </a:lnTo>
                <a:moveTo>
                  <a:pt x="17665" y="54"/>
                </a:moveTo>
                <a:lnTo>
                  <a:pt x="17665" y="0"/>
                </a:lnTo>
                <a:lnTo>
                  <a:pt x="17824" y="0"/>
                </a:lnTo>
                <a:lnTo>
                  <a:pt x="17824" y="54"/>
                </a:lnTo>
                <a:lnTo>
                  <a:pt x="17665" y="54"/>
                </a:lnTo>
                <a:moveTo>
                  <a:pt x="17400" y="54"/>
                </a:moveTo>
                <a:lnTo>
                  <a:pt x="17400" y="0"/>
                </a:lnTo>
                <a:lnTo>
                  <a:pt x="17559" y="0"/>
                </a:lnTo>
                <a:lnTo>
                  <a:pt x="17559" y="54"/>
                </a:lnTo>
                <a:lnTo>
                  <a:pt x="17400" y="54"/>
                </a:lnTo>
                <a:moveTo>
                  <a:pt x="17136" y="54"/>
                </a:moveTo>
                <a:lnTo>
                  <a:pt x="17136" y="0"/>
                </a:lnTo>
                <a:lnTo>
                  <a:pt x="17294" y="0"/>
                </a:lnTo>
                <a:lnTo>
                  <a:pt x="17294" y="54"/>
                </a:lnTo>
                <a:lnTo>
                  <a:pt x="17136" y="54"/>
                </a:lnTo>
                <a:moveTo>
                  <a:pt x="16871" y="54"/>
                </a:moveTo>
                <a:lnTo>
                  <a:pt x="16871" y="0"/>
                </a:lnTo>
                <a:lnTo>
                  <a:pt x="17030" y="0"/>
                </a:lnTo>
                <a:lnTo>
                  <a:pt x="17030" y="54"/>
                </a:lnTo>
                <a:lnTo>
                  <a:pt x="16871" y="54"/>
                </a:lnTo>
                <a:moveTo>
                  <a:pt x="16606" y="54"/>
                </a:moveTo>
                <a:lnTo>
                  <a:pt x="16606" y="0"/>
                </a:lnTo>
                <a:lnTo>
                  <a:pt x="16765" y="0"/>
                </a:lnTo>
                <a:lnTo>
                  <a:pt x="16765" y="54"/>
                </a:lnTo>
                <a:lnTo>
                  <a:pt x="16606" y="54"/>
                </a:lnTo>
                <a:moveTo>
                  <a:pt x="16341" y="54"/>
                </a:moveTo>
                <a:lnTo>
                  <a:pt x="16341" y="0"/>
                </a:lnTo>
                <a:lnTo>
                  <a:pt x="16500" y="0"/>
                </a:lnTo>
                <a:lnTo>
                  <a:pt x="16500" y="54"/>
                </a:lnTo>
                <a:lnTo>
                  <a:pt x="16341" y="54"/>
                </a:lnTo>
                <a:moveTo>
                  <a:pt x="16076" y="54"/>
                </a:moveTo>
                <a:lnTo>
                  <a:pt x="16076" y="0"/>
                </a:lnTo>
                <a:lnTo>
                  <a:pt x="16235" y="0"/>
                </a:lnTo>
                <a:lnTo>
                  <a:pt x="16235" y="54"/>
                </a:lnTo>
                <a:lnTo>
                  <a:pt x="16076" y="54"/>
                </a:lnTo>
                <a:moveTo>
                  <a:pt x="15812" y="54"/>
                </a:moveTo>
                <a:lnTo>
                  <a:pt x="15812" y="0"/>
                </a:lnTo>
                <a:lnTo>
                  <a:pt x="15970" y="0"/>
                </a:lnTo>
                <a:lnTo>
                  <a:pt x="15970" y="54"/>
                </a:lnTo>
                <a:lnTo>
                  <a:pt x="15812" y="54"/>
                </a:lnTo>
                <a:moveTo>
                  <a:pt x="15547" y="54"/>
                </a:moveTo>
                <a:lnTo>
                  <a:pt x="15547" y="0"/>
                </a:lnTo>
                <a:lnTo>
                  <a:pt x="15706" y="0"/>
                </a:lnTo>
                <a:lnTo>
                  <a:pt x="15706" y="54"/>
                </a:lnTo>
                <a:lnTo>
                  <a:pt x="15547" y="54"/>
                </a:lnTo>
                <a:moveTo>
                  <a:pt x="15282" y="54"/>
                </a:moveTo>
                <a:lnTo>
                  <a:pt x="15282" y="0"/>
                </a:lnTo>
                <a:lnTo>
                  <a:pt x="15441" y="0"/>
                </a:lnTo>
                <a:lnTo>
                  <a:pt x="15441" y="54"/>
                </a:lnTo>
                <a:lnTo>
                  <a:pt x="15282" y="54"/>
                </a:lnTo>
                <a:moveTo>
                  <a:pt x="15017" y="54"/>
                </a:moveTo>
                <a:lnTo>
                  <a:pt x="15017" y="0"/>
                </a:lnTo>
                <a:lnTo>
                  <a:pt x="15176" y="0"/>
                </a:lnTo>
                <a:lnTo>
                  <a:pt x="15176" y="54"/>
                </a:lnTo>
                <a:lnTo>
                  <a:pt x="15017" y="54"/>
                </a:lnTo>
                <a:moveTo>
                  <a:pt x="14752" y="54"/>
                </a:moveTo>
                <a:lnTo>
                  <a:pt x="14752" y="0"/>
                </a:lnTo>
                <a:lnTo>
                  <a:pt x="14911" y="0"/>
                </a:lnTo>
                <a:lnTo>
                  <a:pt x="14911" y="54"/>
                </a:lnTo>
                <a:lnTo>
                  <a:pt x="14752" y="54"/>
                </a:lnTo>
                <a:moveTo>
                  <a:pt x="14488" y="54"/>
                </a:moveTo>
                <a:lnTo>
                  <a:pt x="14488" y="0"/>
                </a:lnTo>
                <a:lnTo>
                  <a:pt x="14646" y="0"/>
                </a:lnTo>
                <a:lnTo>
                  <a:pt x="14646" y="54"/>
                </a:lnTo>
                <a:lnTo>
                  <a:pt x="14488" y="54"/>
                </a:lnTo>
                <a:moveTo>
                  <a:pt x="14223" y="54"/>
                </a:moveTo>
                <a:lnTo>
                  <a:pt x="14223" y="0"/>
                </a:lnTo>
                <a:lnTo>
                  <a:pt x="14382" y="0"/>
                </a:lnTo>
                <a:lnTo>
                  <a:pt x="14382" y="54"/>
                </a:lnTo>
                <a:lnTo>
                  <a:pt x="14223" y="54"/>
                </a:lnTo>
                <a:moveTo>
                  <a:pt x="13958" y="54"/>
                </a:moveTo>
                <a:lnTo>
                  <a:pt x="13958" y="0"/>
                </a:lnTo>
                <a:lnTo>
                  <a:pt x="14117" y="0"/>
                </a:lnTo>
                <a:lnTo>
                  <a:pt x="14117" y="54"/>
                </a:lnTo>
                <a:lnTo>
                  <a:pt x="13958" y="54"/>
                </a:lnTo>
                <a:moveTo>
                  <a:pt x="13693" y="54"/>
                </a:moveTo>
                <a:lnTo>
                  <a:pt x="13693" y="0"/>
                </a:lnTo>
                <a:lnTo>
                  <a:pt x="13852" y="0"/>
                </a:lnTo>
                <a:lnTo>
                  <a:pt x="13852" y="54"/>
                </a:lnTo>
                <a:lnTo>
                  <a:pt x="13693" y="54"/>
                </a:lnTo>
                <a:moveTo>
                  <a:pt x="13428" y="54"/>
                </a:moveTo>
                <a:lnTo>
                  <a:pt x="13428" y="0"/>
                </a:lnTo>
                <a:lnTo>
                  <a:pt x="13587" y="0"/>
                </a:lnTo>
                <a:lnTo>
                  <a:pt x="13587" y="54"/>
                </a:lnTo>
                <a:lnTo>
                  <a:pt x="13428" y="54"/>
                </a:lnTo>
                <a:moveTo>
                  <a:pt x="13164" y="54"/>
                </a:moveTo>
                <a:lnTo>
                  <a:pt x="13164" y="0"/>
                </a:lnTo>
                <a:lnTo>
                  <a:pt x="13322" y="0"/>
                </a:lnTo>
                <a:lnTo>
                  <a:pt x="13322" y="54"/>
                </a:lnTo>
                <a:lnTo>
                  <a:pt x="13164" y="54"/>
                </a:lnTo>
                <a:moveTo>
                  <a:pt x="12898" y="54"/>
                </a:moveTo>
                <a:lnTo>
                  <a:pt x="12898" y="0"/>
                </a:lnTo>
                <a:lnTo>
                  <a:pt x="13056" y="0"/>
                </a:lnTo>
                <a:lnTo>
                  <a:pt x="13056" y="54"/>
                </a:lnTo>
                <a:lnTo>
                  <a:pt x="12898" y="54"/>
                </a:lnTo>
                <a:moveTo>
                  <a:pt x="12633" y="54"/>
                </a:moveTo>
                <a:lnTo>
                  <a:pt x="12633" y="0"/>
                </a:lnTo>
                <a:lnTo>
                  <a:pt x="12792" y="0"/>
                </a:lnTo>
                <a:lnTo>
                  <a:pt x="12792" y="54"/>
                </a:lnTo>
                <a:lnTo>
                  <a:pt x="12633" y="54"/>
                </a:lnTo>
                <a:moveTo>
                  <a:pt x="12368" y="54"/>
                </a:moveTo>
                <a:lnTo>
                  <a:pt x="12368" y="0"/>
                </a:lnTo>
                <a:lnTo>
                  <a:pt x="12527" y="0"/>
                </a:lnTo>
                <a:lnTo>
                  <a:pt x="12527" y="54"/>
                </a:lnTo>
                <a:lnTo>
                  <a:pt x="12368" y="54"/>
                </a:lnTo>
                <a:moveTo>
                  <a:pt x="12103" y="54"/>
                </a:moveTo>
                <a:lnTo>
                  <a:pt x="12103" y="0"/>
                </a:lnTo>
                <a:lnTo>
                  <a:pt x="12262" y="0"/>
                </a:lnTo>
                <a:lnTo>
                  <a:pt x="12262" y="54"/>
                </a:lnTo>
                <a:lnTo>
                  <a:pt x="12103" y="54"/>
                </a:lnTo>
                <a:moveTo>
                  <a:pt x="11839" y="54"/>
                </a:moveTo>
                <a:lnTo>
                  <a:pt x="11839" y="0"/>
                </a:lnTo>
                <a:lnTo>
                  <a:pt x="11997" y="0"/>
                </a:lnTo>
                <a:lnTo>
                  <a:pt x="11997" y="54"/>
                </a:lnTo>
                <a:lnTo>
                  <a:pt x="11839" y="54"/>
                </a:lnTo>
                <a:moveTo>
                  <a:pt x="11574" y="54"/>
                </a:moveTo>
                <a:lnTo>
                  <a:pt x="11574" y="0"/>
                </a:lnTo>
                <a:lnTo>
                  <a:pt x="11732" y="0"/>
                </a:lnTo>
                <a:lnTo>
                  <a:pt x="11732" y="54"/>
                </a:lnTo>
                <a:lnTo>
                  <a:pt x="11574" y="54"/>
                </a:lnTo>
                <a:moveTo>
                  <a:pt x="11309" y="54"/>
                </a:moveTo>
                <a:lnTo>
                  <a:pt x="11309" y="0"/>
                </a:lnTo>
                <a:lnTo>
                  <a:pt x="11468" y="0"/>
                </a:lnTo>
                <a:lnTo>
                  <a:pt x="11468" y="54"/>
                </a:lnTo>
                <a:lnTo>
                  <a:pt x="11309" y="54"/>
                </a:lnTo>
                <a:moveTo>
                  <a:pt x="11044" y="54"/>
                </a:moveTo>
                <a:lnTo>
                  <a:pt x="11044" y="0"/>
                </a:lnTo>
                <a:lnTo>
                  <a:pt x="11203" y="0"/>
                </a:lnTo>
                <a:lnTo>
                  <a:pt x="11203" y="54"/>
                </a:lnTo>
                <a:lnTo>
                  <a:pt x="11044" y="54"/>
                </a:lnTo>
                <a:moveTo>
                  <a:pt x="10779" y="54"/>
                </a:moveTo>
                <a:lnTo>
                  <a:pt x="10779" y="0"/>
                </a:lnTo>
                <a:lnTo>
                  <a:pt x="10938" y="0"/>
                </a:lnTo>
                <a:lnTo>
                  <a:pt x="10938" y="54"/>
                </a:lnTo>
                <a:lnTo>
                  <a:pt x="10779" y="54"/>
                </a:lnTo>
                <a:moveTo>
                  <a:pt x="10515" y="54"/>
                </a:moveTo>
                <a:lnTo>
                  <a:pt x="10515" y="0"/>
                </a:lnTo>
                <a:lnTo>
                  <a:pt x="10673" y="0"/>
                </a:lnTo>
                <a:lnTo>
                  <a:pt x="10673" y="54"/>
                </a:lnTo>
                <a:lnTo>
                  <a:pt x="10515" y="54"/>
                </a:lnTo>
                <a:moveTo>
                  <a:pt x="10250" y="54"/>
                </a:moveTo>
                <a:lnTo>
                  <a:pt x="10250" y="0"/>
                </a:lnTo>
                <a:lnTo>
                  <a:pt x="10408" y="0"/>
                </a:lnTo>
                <a:lnTo>
                  <a:pt x="10408" y="54"/>
                </a:lnTo>
                <a:lnTo>
                  <a:pt x="10250" y="54"/>
                </a:lnTo>
                <a:moveTo>
                  <a:pt x="9985" y="54"/>
                </a:moveTo>
                <a:lnTo>
                  <a:pt x="9985" y="0"/>
                </a:lnTo>
                <a:lnTo>
                  <a:pt x="10144" y="0"/>
                </a:lnTo>
                <a:lnTo>
                  <a:pt x="10144" y="54"/>
                </a:lnTo>
                <a:lnTo>
                  <a:pt x="9985" y="54"/>
                </a:lnTo>
                <a:moveTo>
                  <a:pt x="9720" y="54"/>
                </a:moveTo>
                <a:lnTo>
                  <a:pt x="9720" y="0"/>
                </a:lnTo>
                <a:lnTo>
                  <a:pt x="9879" y="0"/>
                </a:lnTo>
                <a:lnTo>
                  <a:pt x="9879" y="54"/>
                </a:lnTo>
                <a:lnTo>
                  <a:pt x="9720" y="54"/>
                </a:lnTo>
                <a:moveTo>
                  <a:pt x="9455" y="54"/>
                </a:moveTo>
                <a:lnTo>
                  <a:pt x="9455" y="0"/>
                </a:lnTo>
                <a:lnTo>
                  <a:pt x="9614" y="0"/>
                </a:lnTo>
                <a:lnTo>
                  <a:pt x="9614" y="54"/>
                </a:lnTo>
                <a:lnTo>
                  <a:pt x="9455" y="54"/>
                </a:lnTo>
                <a:moveTo>
                  <a:pt x="9190" y="54"/>
                </a:moveTo>
                <a:lnTo>
                  <a:pt x="9190" y="0"/>
                </a:lnTo>
                <a:lnTo>
                  <a:pt x="9349" y="0"/>
                </a:lnTo>
                <a:lnTo>
                  <a:pt x="9349" y="54"/>
                </a:lnTo>
                <a:lnTo>
                  <a:pt x="9190" y="54"/>
                </a:lnTo>
                <a:moveTo>
                  <a:pt x="8926" y="54"/>
                </a:moveTo>
                <a:lnTo>
                  <a:pt x="8926" y="0"/>
                </a:lnTo>
                <a:lnTo>
                  <a:pt x="9084" y="0"/>
                </a:lnTo>
                <a:lnTo>
                  <a:pt x="9084" y="54"/>
                </a:lnTo>
                <a:lnTo>
                  <a:pt x="8926" y="54"/>
                </a:lnTo>
                <a:moveTo>
                  <a:pt x="8661" y="54"/>
                </a:moveTo>
                <a:lnTo>
                  <a:pt x="8661" y="0"/>
                </a:lnTo>
                <a:lnTo>
                  <a:pt x="8820" y="0"/>
                </a:lnTo>
                <a:lnTo>
                  <a:pt x="8820" y="54"/>
                </a:lnTo>
                <a:lnTo>
                  <a:pt x="8661" y="54"/>
                </a:lnTo>
                <a:moveTo>
                  <a:pt x="8396" y="54"/>
                </a:moveTo>
                <a:lnTo>
                  <a:pt x="8396" y="0"/>
                </a:lnTo>
                <a:lnTo>
                  <a:pt x="8555" y="0"/>
                </a:lnTo>
                <a:lnTo>
                  <a:pt x="8555" y="54"/>
                </a:lnTo>
                <a:lnTo>
                  <a:pt x="8396" y="54"/>
                </a:lnTo>
                <a:moveTo>
                  <a:pt x="8131" y="54"/>
                </a:moveTo>
                <a:lnTo>
                  <a:pt x="8131" y="0"/>
                </a:lnTo>
                <a:lnTo>
                  <a:pt x="8290" y="0"/>
                </a:lnTo>
                <a:lnTo>
                  <a:pt x="8290" y="54"/>
                </a:lnTo>
                <a:lnTo>
                  <a:pt x="8131" y="54"/>
                </a:lnTo>
                <a:moveTo>
                  <a:pt x="7866" y="54"/>
                </a:moveTo>
                <a:lnTo>
                  <a:pt x="7866" y="0"/>
                </a:lnTo>
                <a:lnTo>
                  <a:pt x="8025" y="0"/>
                </a:lnTo>
                <a:lnTo>
                  <a:pt x="8025" y="54"/>
                </a:lnTo>
                <a:lnTo>
                  <a:pt x="7866" y="54"/>
                </a:lnTo>
                <a:moveTo>
                  <a:pt x="7602" y="54"/>
                </a:moveTo>
                <a:lnTo>
                  <a:pt x="7602" y="0"/>
                </a:lnTo>
                <a:lnTo>
                  <a:pt x="7760" y="0"/>
                </a:lnTo>
                <a:lnTo>
                  <a:pt x="7760" y="54"/>
                </a:lnTo>
                <a:lnTo>
                  <a:pt x="7602" y="54"/>
                </a:lnTo>
                <a:moveTo>
                  <a:pt x="7337" y="54"/>
                </a:moveTo>
                <a:lnTo>
                  <a:pt x="7337" y="0"/>
                </a:lnTo>
                <a:lnTo>
                  <a:pt x="7496" y="0"/>
                </a:lnTo>
                <a:lnTo>
                  <a:pt x="7496" y="54"/>
                </a:lnTo>
                <a:lnTo>
                  <a:pt x="7337" y="54"/>
                </a:lnTo>
                <a:moveTo>
                  <a:pt x="7072" y="54"/>
                </a:moveTo>
                <a:lnTo>
                  <a:pt x="7072" y="0"/>
                </a:lnTo>
                <a:lnTo>
                  <a:pt x="7231" y="0"/>
                </a:lnTo>
                <a:lnTo>
                  <a:pt x="7231" y="54"/>
                </a:lnTo>
                <a:lnTo>
                  <a:pt x="7072" y="54"/>
                </a:lnTo>
                <a:moveTo>
                  <a:pt x="6807" y="54"/>
                </a:moveTo>
                <a:lnTo>
                  <a:pt x="6807" y="0"/>
                </a:lnTo>
                <a:lnTo>
                  <a:pt x="6966" y="0"/>
                </a:lnTo>
                <a:lnTo>
                  <a:pt x="6966" y="54"/>
                </a:lnTo>
                <a:lnTo>
                  <a:pt x="6807" y="54"/>
                </a:lnTo>
                <a:moveTo>
                  <a:pt x="6542" y="54"/>
                </a:moveTo>
                <a:lnTo>
                  <a:pt x="6542" y="0"/>
                </a:lnTo>
                <a:lnTo>
                  <a:pt x="6701" y="0"/>
                </a:lnTo>
                <a:lnTo>
                  <a:pt x="6701" y="54"/>
                </a:lnTo>
                <a:lnTo>
                  <a:pt x="6542" y="54"/>
                </a:lnTo>
                <a:moveTo>
                  <a:pt x="6278" y="54"/>
                </a:moveTo>
                <a:lnTo>
                  <a:pt x="6278" y="0"/>
                </a:lnTo>
                <a:lnTo>
                  <a:pt x="6436" y="0"/>
                </a:lnTo>
                <a:lnTo>
                  <a:pt x="6436" y="54"/>
                </a:lnTo>
                <a:lnTo>
                  <a:pt x="6278" y="54"/>
                </a:lnTo>
                <a:moveTo>
                  <a:pt x="6013" y="54"/>
                </a:moveTo>
                <a:lnTo>
                  <a:pt x="6013" y="0"/>
                </a:lnTo>
                <a:lnTo>
                  <a:pt x="6172" y="0"/>
                </a:lnTo>
                <a:lnTo>
                  <a:pt x="6172" y="54"/>
                </a:lnTo>
                <a:lnTo>
                  <a:pt x="6013" y="54"/>
                </a:lnTo>
                <a:moveTo>
                  <a:pt x="5748" y="54"/>
                </a:moveTo>
                <a:lnTo>
                  <a:pt x="5748" y="0"/>
                </a:lnTo>
                <a:lnTo>
                  <a:pt x="5907" y="0"/>
                </a:lnTo>
                <a:lnTo>
                  <a:pt x="5907" y="54"/>
                </a:lnTo>
                <a:lnTo>
                  <a:pt x="5748" y="54"/>
                </a:lnTo>
                <a:moveTo>
                  <a:pt x="5483" y="54"/>
                </a:moveTo>
                <a:lnTo>
                  <a:pt x="5483" y="0"/>
                </a:lnTo>
                <a:lnTo>
                  <a:pt x="5642" y="0"/>
                </a:lnTo>
                <a:lnTo>
                  <a:pt x="5642" y="54"/>
                </a:lnTo>
                <a:lnTo>
                  <a:pt x="5483" y="54"/>
                </a:lnTo>
                <a:moveTo>
                  <a:pt x="5218" y="54"/>
                </a:moveTo>
                <a:lnTo>
                  <a:pt x="5218" y="0"/>
                </a:lnTo>
                <a:lnTo>
                  <a:pt x="5377" y="0"/>
                </a:lnTo>
                <a:lnTo>
                  <a:pt x="5377" y="54"/>
                </a:lnTo>
                <a:lnTo>
                  <a:pt x="5218" y="54"/>
                </a:lnTo>
                <a:moveTo>
                  <a:pt x="4954" y="54"/>
                </a:moveTo>
                <a:lnTo>
                  <a:pt x="4954" y="0"/>
                </a:lnTo>
                <a:lnTo>
                  <a:pt x="5112" y="0"/>
                </a:lnTo>
                <a:lnTo>
                  <a:pt x="5112" y="54"/>
                </a:lnTo>
                <a:lnTo>
                  <a:pt x="4954" y="54"/>
                </a:lnTo>
                <a:moveTo>
                  <a:pt x="4689" y="54"/>
                </a:moveTo>
                <a:lnTo>
                  <a:pt x="4689" y="0"/>
                </a:lnTo>
                <a:lnTo>
                  <a:pt x="4848" y="0"/>
                </a:lnTo>
                <a:lnTo>
                  <a:pt x="4848" y="54"/>
                </a:lnTo>
                <a:lnTo>
                  <a:pt x="4689" y="54"/>
                </a:lnTo>
                <a:moveTo>
                  <a:pt x="4424" y="54"/>
                </a:moveTo>
                <a:lnTo>
                  <a:pt x="4424" y="0"/>
                </a:lnTo>
                <a:lnTo>
                  <a:pt x="4583" y="0"/>
                </a:lnTo>
                <a:lnTo>
                  <a:pt x="4583" y="54"/>
                </a:lnTo>
                <a:lnTo>
                  <a:pt x="4424" y="54"/>
                </a:lnTo>
                <a:moveTo>
                  <a:pt x="4159" y="54"/>
                </a:moveTo>
                <a:lnTo>
                  <a:pt x="4159" y="0"/>
                </a:lnTo>
                <a:lnTo>
                  <a:pt x="4318" y="0"/>
                </a:lnTo>
                <a:lnTo>
                  <a:pt x="4318" y="54"/>
                </a:lnTo>
                <a:lnTo>
                  <a:pt x="4159" y="54"/>
                </a:lnTo>
                <a:moveTo>
                  <a:pt x="3894" y="54"/>
                </a:moveTo>
                <a:lnTo>
                  <a:pt x="3894" y="0"/>
                </a:lnTo>
                <a:lnTo>
                  <a:pt x="4053" y="0"/>
                </a:lnTo>
                <a:lnTo>
                  <a:pt x="4053" y="54"/>
                </a:lnTo>
                <a:lnTo>
                  <a:pt x="3894" y="54"/>
                </a:lnTo>
                <a:moveTo>
                  <a:pt x="3630" y="54"/>
                </a:moveTo>
                <a:lnTo>
                  <a:pt x="3630" y="0"/>
                </a:lnTo>
                <a:lnTo>
                  <a:pt x="3788" y="0"/>
                </a:lnTo>
                <a:lnTo>
                  <a:pt x="3788" y="54"/>
                </a:lnTo>
                <a:lnTo>
                  <a:pt x="3630" y="54"/>
                </a:lnTo>
                <a:moveTo>
                  <a:pt x="3365" y="54"/>
                </a:moveTo>
                <a:lnTo>
                  <a:pt x="3365" y="0"/>
                </a:lnTo>
                <a:lnTo>
                  <a:pt x="3524" y="0"/>
                </a:lnTo>
                <a:lnTo>
                  <a:pt x="3524" y="54"/>
                </a:lnTo>
                <a:lnTo>
                  <a:pt x="3365" y="54"/>
                </a:lnTo>
                <a:moveTo>
                  <a:pt x="3100" y="54"/>
                </a:moveTo>
                <a:lnTo>
                  <a:pt x="3100" y="0"/>
                </a:lnTo>
                <a:lnTo>
                  <a:pt x="3259" y="0"/>
                </a:lnTo>
                <a:lnTo>
                  <a:pt x="3259" y="54"/>
                </a:lnTo>
                <a:lnTo>
                  <a:pt x="3100" y="54"/>
                </a:lnTo>
                <a:moveTo>
                  <a:pt x="2835" y="54"/>
                </a:moveTo>
                <a:lnTo>
                  <a:pt x="2835" y="0"/>
                </a:lnTo>
                <a:lnTo>
                  <a:pt x="2994" y="0"/>
                </a:lnTo>
                <a:lnTo>
                  <a:pt x="2994" y="54"/>
                </a:lnTo>
                <a:lnTo>
                  <a:pt x="2835" y="54"/>
                </a:lnTo>
                <a:moveTo>
                  <a:pt x="2570" y="54"/>
                </a:moveTo>
                <a:lnTo>
                  <a:pt x="2570" y="0"/>
                </a:lnTo>
                <a:lnTo>
                  <a:pt x="2729" y="0"/>
                </a:lnTo>
                <a:lnTo>
                  <a:pt x="2729" y="54"/>
                </a:lnTo>
                <a:lnTo>
                  <a:pt x="2570" y="54"/>
                </a:lnTo>
                <a:moveTo>
                  <a:pt x="2306" y="54"/>
                </a:moveTo>
                <a:lnTo>
                  <a:pt x="2306" y="0"/>
                </a:lnTo>
                <a:lnTo>
                  <a:pt x="2464" y="0"/>
                </a:lnTo>
                <a:lnTo>
                  <a:pt x="2464" y="54"/>
                </a:lnTo>
                <a:lnTo>
                  <a:pt x="2306" y="54"/>
                </a:lnTo>
                <a:moveTo>
                  <a:pt x="2041" y="54"/>
                </a:moveTo>
                <a:lnTo>
                  <a:pt x="2041" y="0"/>
                </a:lnTo>
                <a:lnTo>
                  <a:pt x="2200" y="0"/>
                </a:lnTo>
                <a:lnTo>
                  <a:pt x="2200" y="54"/>
                </a:lnTo>
                <a:lnTo>
                  <a:pt x="2041" y="54"/>
                </a:lnTo>
                <a:moveTo>
                  <a:pt x="1776" y="54"/>
                </a:moveTo>
                <a:lnTo>
                  <a:pt x="1776" y="0"/>
                </a:lnTo>
                <a:lnTo>
                  <a:pt x="1935" y="0"/>
                </a:lnTo>
                <a:lnTo>
                  <a:pt x="1935" y="54"/>
                </a:lnTo>
                <a:lnTo>
                  <a:pt x="1776" y="54"/>
                </a:lnTo>
                <a:moveTo>
                  <a:pt x="1511" y="54"/>
                </a:moveTo>
                <a:lnTo>
                  <a:pt x="1511" y="0"/>
                </a:lnTo>
                <a:lnTo>
                  <a:pt x="1670" y="0"/>
                </a:lnTo>
                <a:lnTo>
                  <a:pt x="1670" y="54"/>
                </a:lnTo>
                <a:lnTo>
                  <a:pt x="1511" y="54"/>
                </a:lnTo>
                <a:moveTo>
                  <a:pt x="1246" y="54"/>
                </a:moveTo>
                <a:lnTo>
                  <a:pt x="1246" y="0"/>
                </a:lnTo>
                <a:lnTo>
                  <a:pt x="1405" y="0"/>
                </a:lnTo>
                <a:lnTo>
                  <a:pt x="1405" y="54"/>
                </a:lnTo>
                <a:lnTo>
                  <a:pt x="1246" y="54"/>
                </a:lnTo>
                <a:moveTo>
                  <a:pt x="982" y="54"/>
                </a:moveTo>
                <a:lnTo>
                  <a:pt x="982" y="0"/>
                </a:lnTo>
                <a:lnTo>
                  <a:pt x="1140" y="0"/>
                </a:lnTo>
                <a:lnTo>
                  <a:pt x="1140" y="54"/>
                </a:lnTo>
                <a:lnTo>
                  <a:pt x="982" y="54"/>
                </a:lnTo>
                <a:moveTo>
                  <a:pt x="717" y="54"/>
                </a:moveTo>
                <a:lnTo>
                  <a:pt x="717" y="0"/>
                </a:lnTo>
                <a:lnTo>
                  <a:pt x="876" y="0"/>
                </a:lnTo>
                <a:lnTo>
                  <a:pt x="876" y="54"/>
                </a:lnTo>
                <a:lnTo>
                  <a:pt x="717" y="54"/>
                </a:lnTo>
                <a:moveTo>
                  <a:pt x="452" y="54"/>
                </a:moveTo>
                <a:lnTo>
                  <a:pt x="452" y="0"/>
                </a:lnTo>
                <a:lnTo>
                  <a:pt x="611" y="0"/>
                </a:lnTo>
                <a:lnTo>
                  <a:pt x="611" y="54"/>
                </a:lnTo>
                <a:lnTo>
                  <a:pt x="452" y="54"/>
                </a:lnTo>
                <a:moveTo>
                  <a:pt x="187" y="54"/>
                </a:moveTo>
                <a:cubicBezTo>
                  <a:pt x="186" y="54"/>
                  <a:pt x="184" y="54"/>
                  <a:pt x="183" y="54"/>
                </a:cubicBezTo>
                <a:lnTo>
                  <a:pt x="182" y="0"/>
                </a:lnTo>
                <a:cubicBezTo>
                  <a:pt x="184" y="0"/>
                  <a:pt x="185" y="0"/>
                  <a:pt x="187" y="0"/>
                </a:cubicBezTo>
                <a:lnTo>
                  <a:pt x="346" y="0"/>
                </a:lnTo>
                <a:lnTo>
                  <a:pt x="346" y="54"/>
                </a:lnTo>
                <a:lnTo>
                  <a:pt x="187" y="54"/>
                </a:lnTo>
                <a:moveTo>
                  <a:pt x="37" y="116"/>
                </a:moveTo>
                <a:lnTo>
                  <a:pt x="0" y="78"/>
                </a:lnTo>
                <a:cubicBezTo>
                  <a:pt x="20" y="58"/>
                  <a:pt x="43" y="42"/>
                  <a:pt x="68" y="28"/>
                </a:cubicBezTo>
                <a:lnTo>
                  <a:pt x="92" y="76"/>
                </a:lnTo>
                <a:cubicBezTo>
                  <a:pt x="72" y="87"/>
                  <a:pt x="54" y="100"/>
                  <a:pt x="37" y="116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655200" y="5046120"/>
            <a:ext cx="10881720" cy="718560"/>
          </a:xfrm>
          <a:custGeom>
            <a:avLst/>
            <a:gdLst/>
            <a:ahLst/>
            <a:rect l="0" t="0" r="r" b="b"/>
            <a:pathLst>
              <a:path w="30227" h="1996">
                <a:moveTo>
                  <a:pt x="561" y="0"/>
                </a:moveTo>
                <a:lnTo>
                  <a:pt x="720" y="0"/>
                </a:lnTo>
                <a:lnTo>
                  <a:pt x="720" y="117"/>
                </a:lnTo>
                <a:lnTo>
                  <a:pt x="561" y="117"/>
                </a:lnTo>
                <a:lnTo>
                  <a:pt x="561" y="0"/>
                </a:lnTo>
                <a:moveTo>
                  <a:pt x="826" y="0"/>
                </a:moveTo>
                <a:lnTo>
                  <a:pt x="985" y="0"/>
                </a:lnTo>
                <a:lnTo>
                  <a:pt x="985" y="117"/>
                </a:lnTo>
                <a:lnTo>
                  <a:pt x="826" y="117"/>
                </a:lnTo>
                <a:lnTo>
                  <a:pt x="826" y="0"/>
                </a:lnTo>
                <a:moveTo>
                  <a:pt x="1091" y="0"/>
                </a:moveTo>
                <a:lnTo>
                  <a:pt x="1249" y="0"/>
                </a:lnTo>
                <a:lnTo>
                  <a:pt x="1249" y="117"/>
                </a:lnTo>
                <a:lnTo>
                  <a:pt x="1091" y="117"/>
                </a:lnTo>
                <a:lnTo>
                  <a:pt x="1091" y="0"/>
                </a:lnTo>
                <a:moveTo>
                  <a:pt x="1355" y="0"/>
                </a:moveTo>
                <a:lnTo>
                  <a:pt x="1514" y="0"/>
                </a:lnTo>
                <a:lnTo>
                  <a:pt x="1514" y="117"/>
                </a:lnTo>
                <a:lnTo>
                  <a:pt x="1355" y="117"/>
                </a:lnTo>
                <a:lnTo>
                  <a:pt x="1355" y="0"/>
                </a:lnTo>
                <a:moveTo>
                  <a:pt x="1620" y="0"/>
                </a:moveTo>
                <a:lnTo>
                  <a:pt x="1779" y="0"/>
                </a:lnTo>
                <a:lnTo>
                  <a:pt x="1779" y="117"/>
                </a:lnTo>
                <a:lnTo>
                  <a:pt x="1620" y="117"/>
                </a:lnTo>
                <a:lnTo>
                  <a:pt x="1620" y="0"/>
                </a:lnTo>
                <a:moveTo>
                  <a:pt x="1885" y="0"/>
                </a:moveTo>
                <a:lnTo>
                  <a:pt x="2044" y="0"/>
                </a:lnTo>
                <a:lnTo>
                  <a:pt x="2044" y="117"/>
                </a:lnTo>
                <a:lnTo>
                  <a:pt x="1885" y="117"/>
                </a:lnTo>
                <a:lnTo>
                  <a:pt x="1885" y="0"/>
                </a:lnTo>
                <a:moveTo>
                  <a:pt x="2150" y="0"/>
                </a:moveTo>
                <a:lnTo>
                  <a:pt x="2309" y="0"/>
                </a:lnTo>
                <a:lnTo>
                  <a:pt x="2309" y="117"/>
                </a:lnTo>
                <a:lnTo>
                  <a:pt x="2150" y="117"/>
                </a:lnTo>
                <a:lnTo>
                  <a:pt x="2150" y="0"/>
                </a:lnTo>
                <a:moveTo>
                  <a:pt x="2415" y="0"/>
                </a:moveTo>
                <a:lnTo>
                  <a:pt x="2573" y="0"/>
                </a:lnTo>
                <a:lnTo>
                  <a:pt x="2573" y="117"/>
                </a:lnTo>
                <a:lnTo>
                  <a:pt x="2415" y="117"/>
                </a:lnTo>
                <a:lnTo>
                  <a:pt x="2415" y="0"/>
                </a:lnTo>
                <a:moveTo>
                  <a:pt x="2679" y="0"/>
                </a:moveTo>
                <a:lnTo>
                  <a:pt x="2838" y="0"/>
                </a:lnTo>
                <a:lnTo>
                  <a:pt x="2838" y="117"/>
                </a:lnTo>
                <a:lnTo>
                  <a:pt x="2679" y="117"/>
                </a:lnTo>
                <a:lnTo>
                  <a:pt x="2679" y="0"/>
                </a:lnTo>
                <a:moveTo>
                  <a:pt x="2944" y="0"/>
                </a:moveTo>
                <a:lnTo>
                  <a:pt x="3103" y="0"/>
                </a:lnTo>
                <a:lnTo>
                  <a:pt x="3103" y="117"/>
                </a:lnTo>
                <a:lnTo>
                  <a:pt x="2944" y="117"/>
                </a:lnTo>
                <a:lnTo>
                  <a:pt x="2944" y="0"/>
                </a:lnTo>
                <a:moveTo>
                  <a:pt x="3209" y="0"/>
                </a:moveTo>
                <a:lnTo>
                  <a:pt x="3368" y="0"/>
                </a:lnTo>
                <a:lnTo>
                  <a:pt x="3368" y="117"/>
                </a:lnTo>
                <a:lnTo>
                  <a:pt x="3209" y="117"/>
                </a:lnTo>
                <a:lnTo>
                  <a:pt x="3209" y="0"/>
                </a:lnTo>
                <a:moveTo>
                  <a:pt x="3474" y="0"/>
                </a:moveTo>
                <a:lnTo>
                  <a:pt x="3633" y="0"/>
                </a:lnTo>
                <a:lnTo>
                  <a:pt x="3633" y="117"/>
                </a:lnTo>
                <a:lnTo>
                  <a:pt x="3474" y="117"/>
                </a:lnTo>
                <a:lnTo>
                  <a:pt x="3474" y="0"/>
                </a:lnTo>
                <a:moveTo>
                  <a:pt x="3739" y="0"/>
                </a:moveTo>
                <a:lnTo>
                  <a:pt x="3897" y="0"/>
                </a:lnTo>
                <a:lnTo>
                  <a:pt x="3897" y="117"/>
                </a:lnTo>
                <a:lnTo>
                  <a:pt x="3739" y="117"/>
                </a:lnTo>
                <a:lnTo>
                  <a:pt x="3739" y="0"/>
                </a:lnTo>
                <a:moveTo>
                  <a:pt x="4003" y="0"/>
                </a:moveTo>
                <a:lnTo>
                  <a:pt x="4162" y="0"/>
                </a:lnTo>
                <a:lnTo>
                  <a:pt x="4162" y="117"/>
                </a:lnTo>
                <a:lnTo>
                  <a:pt x="4003" y="117"/>
                </a:lnTo>
                <a:lnTo>
                  <a:pt x="4003" y="0"/>
                </a:lnTo>
                <a:moveTo>
                  <a:pt x="4268" y="0"/>
                </a:moveTo>
                <a:lnTo>
                  <a:pt x="4427" y="0"/>
                </a:lnTo>
                <a:lnTo>
                  <a:pt x="4427" y="117"/>
                </a:lnTo>
                <a:lnTo>
                  <a:pt x="4268" y="117"/>
                </a:lnTo>
                <a:lnTo>
                  <a:pt x="4268" y="0"/>
                </a:lnTo>
                <a:moveTo>
                  <a:pt x="4533" y="0"/>
                </a:moveTo>
                <a:lnTo>
                  <a:pt x="4692" y="0"/>
                </a:lnTo>
                <a:lnTo>
                  <a:pt x="4692" y="117"/>
                </a:lnTo>
                <a:lnTo>
                  <a:pt x="4533" y="117"/>
                </a:lnTo>
                <a:lnTo>
                  <a:pt x="4533" y="0"/>
                </a:lnTo>
                <a:moveTo>
                  <a:pt x="4798" y="0"/>
                </a:moveTo>
                <a:lnTo>
                  <a:pt x="4957" y="0"/>
                </a:lnTo>
                <a:lnTo>
                  <a:pt x="4957" y="117"/>
                </a:lnTo>
                <a:lnTo>
                  <a:pt x="4798" y="117"/>
                </a:lnTo>
                <a:lnTo>
                  <a:pt x="4798" y="0"/>
                </a:lnTo>
                <a:moveTo>
                  <a:pt x="5063" y="0"/>
                </a:moveTo>
                <a:lnTo>
                  <a:pt x="5221" y="0"/>
                </a:lnTo>
                <a:lnTo>
                  <a:pt x="5221" y="117"/>
                </a:lnTo>
                <a:lnTo>
                  <a:pt x="5063" y="117"/>
                </a:lnTo>
                <a:lnTo>
                  <a:pt x="5063" y="0"/>
                </a:lnTo>
                <a:moveTo>
                  <a:pt x="5327" y="0"/>
                </a:moveTo>
                <a:lnTo>
                  <a:pt x="5486" y="0"/>
                </a:lnTo>
                <a:lnTo>
                  <a:pt x="5486" y="117"/>
                </a:lnTo>
                <a:lnTo>
                  <a:pt x="5327" y="117"/>
                </a:lnTo>
                <a:lnTo>
                  <a:pt x="5327" y="0"/>
                </a:lnTo>
                <a:moveTo>
                  <a:pt x="5592" y="0"/>
                </a:moveTo>
                <a:lnTo>
                  <a:pt x="5751" y="0"/>
                </a:lnTo>
                <a:lnTo>
                  <a:pt x="5751" y="117"/>
                </a:lnTo>
                <a:lnTo>
                  <a:pt x="5592" y="117"/>
                </a:lnTo>
                <a:lnTo>
                  <a:pt x="5592" y="0"/>
                </a:lnTo>
                <a:moveTo>
                  <a:pt x="5857" y="0"/>
                </a:moveTo>
                <a:lnTo>
                  <a:pt x="6016" y="0"/>
                </a:lnTo>
                <a:lnTo>
                  <a:pt x="6016" y="117"/>
                </a:lnTo>
                <a:lnTo>
                  <a:pt x="5857" y="117"/>
                </a:lnTo>
                <a:lnTo>
                  <a:pt x="5857" y="0"/>
                </a:lnTo>
                <a:moveTo>
                  <a:pt x="6122" y="0"/>
                </a:moveTo>
                <a:lnTo>
                  <a:pt x="6281" y="0"/>
                </a:lnTo>
                <a:lnTo>
                  <a:pt x="6281" y="117"/>
                </a:lnTo>
                <a:lnTo>
                  <a:pt x="6122" y="117"/>
                </a:lnTo>
                <a:lnTo>
                  <a:pt x="6122" y="0"/>
                </a:lnTo>
                <a:moveTo>
                  <a:pt x="6387" y="0"/>
                </a:moveTo>
                <a:lnTo>
                  <a:pt x="6545" y="0"/>
                </a:lnTo>
                <a:lnTo>
                  <a:pt x="6545" y="117"/>
                </a:lnTo>
                <a:lnTo>
                  <a:pt x="6387" y="117"/>
                </a:lnTo>
                <a:lnTo>
                  <a:pt x="6387" y="0"/>
                </a:lnTo>
                <a:moveTo>
                  <a:pt x="6651" y="0"/>
                </a:moveTo>
                <a:lnTo>
                  <a:pt x="6810" y="0"/>
                </a:lnTo>
                <a:lnTo>
                  <a:pt x="6810" y="117"/>
                </a:lnTo>
                <a:lnTo>
                  <a:pt x="6651" y="117"/>
                </a:lnTo>
                <a:lnTo>
                  <a:pt x="6651" y="0"/>
                </a:lnTo>
                <a:moveTo>
                  <a:pt x="6916" y="0"/>
                </a:moveTo>
                <a:lnTo>
                  <a:pt x="7075" y="0"/>
                </a:lnTo>
                <a:lnTo>
                  <a:pt x="7075" y="117"/>
                </a:lnTo>
                <a:lnTo>
                  <a:pt x="6916" y="117"/>
                </a:lnTo>
                <a:lnTo>
                  <a:pt x="6916" y="0"/>
                </a:lnTo>
                <a:moveTo>
                  <a:pt x="7181" y="0"/>
                </a:moveTo>
                <a:lnTo>
                  <a:pt x="7340" y="0"/>
                </a:lnTo>
                <a:lnTo>
                  <a:pt x="7340" y="117"/>
                </a:lnTo>
                <a:lnTo>
                  <a:pt x="7181" y="117"/>
                </a:lnTo>
                <a:lnTo>
                  <a:pt x="7181" y="0"/>
                </a:lnTo>
                <a:moveTo>
                  <a:pt x="7446" y="0"/>
                </a:moveTo>
                <a:lnTo>
                  <a:pt x="7605" y="0"/>
                </a:lnTo>
                <a:lnTo>
                  <a:pt x="7605" y="117"/>
                </a:lnTo>
                <a:lnTo>
                  <a:pt x="7446" y="117"/>
                </a:lnTo>
                <a:lnTo>
                  <a:pt x="7446" y="0"/>
                </a:lnTo>
                <a:moveTo>
                  <a:pt x="7711" y="0"/>
                </a:moveTo>
                <a:lnTo>
                  <a:pt x="7869" y="0"/>
                </a:lnTo>
                <a:lnTo>
                  <a:pt x="7869" y="117"/>
                </a:lnTo>
                <a:lnTo>
                  <a:pt x="7711" y="117"/>
                </a:lnTo>
                <a:lnTo>
                  <a:pt x="7711" y="0"/>
                </a:lnTo>
                <a:moveTo>
                  <a:pt x="7975" y="0"/>
                </a:moveTo>
                <a:lnTo>
                  <a:pt x="8134" y="0"/>
                </a:lnTo>
                <a:lnTo>
                  <a:pt x="8134" y="117"/>
                </a:lnTo>
                <a:lnTo>
                  <a:pt x="7975" y="117"/>
                </a:lnTo>
                <a:lnTo>
                  <a:pt x="7975" y="0"/>
                </a:lnTo>
                <a:moveTo>
                  <a:pt x="8240" y="0"/>
                </a:moveTo>
                <a:lnTo>
                  <a:pt x="8399" y="0"/>
                </a:lnTo>
                <a:lnTo>
                  <a:pt x="8399" y="117"/>
                </a:lnTo>
                <a:lnTo>
                  <a:pt x="8240" y="117"/>
                </a:lnTo>
                <a:lnTo>
                  <a:pt x="8240" y="0"/>
                </a:lnTo>
                <a:moveTo>
                  <a:pt x="8505" y="0"/>
                </a:moveTo>
                <a:lnTo>
                  <a:pt x="8664" y="0"/>
                </a:lnTo>
                <a:lnTo>
                  <a:pt x="8664" y="117"/>
                </a:lnTo>
                <a:lnTo>
                  <a:pt x="8505" y="117"/>
                </a:lnTo>
                <a:lnTo>
                  <a:pt x="8505" y="0"/>
                </a:lnTo>
                <a:moveTo>
                  <a:pt x="8770" y="0"/>
                </a:moveTo>
                <a:lnTo>
                  <a:pt x="8929" y="0"/>
                </a:lnTo>
                <a:lnTo>
                  <a:pt x="8929" y="117"/>
                </a:lnTo>
                <a:lnTo>
                  <a:pt x="8770" y="117"/>
                </a:lnTo>
                <a:lnTo>
                  <a:pt x="8770" y="0"/>
                </a:lnTo>
                <a:moveTo>
                  <a:pt x="9035" y="0"/>
                </a:moveTo>
                <a:lnTo>
                  <a:pt x="9193" y="0"/>
                </a:lnTo>
                <a:lnTo>
                  <a:pt x="9193" y="117"/>
                </a:lnTo>
                <a:lnTo>
                  <a:pt x="9035" y="117"/>
                </a:lnTo>
                <a:lnTo>
                  <a:pt x="9035" y="0"/>
                </a:lnTo>
                <a:moveTo>
                  <a:pt x="9299" y="0"/>
                </a:moveTo>
                <a:lnTo>
                  <a:pt x="9458" y="0"/>
                </a:lnTo>
                <a:lnTo>
                  <a:pt x="9458" y="117"/>
                </a:lnTo>
                <a:lnTo>
                  <a:pt x="9299" y="117"/>
                </a:lnTo>
                <a:lnTo>
                  <a:pt x="9299" y="0"/>
                </a:lnTo>
                <a:moveTo>
                  <a:pt x="9564" y="0"/>
                </a:moveTo>
                <a:lnTo>
                  <a:pt x="9723" y="0"/>
                </a:lnTo>
                <a:lnTo>
                  <a:pt x="9723" y="117"/>
                </a:lnTo>
                <a:lnTo>
                  <a:pt x="9564" y="117"/>
                </a:lnTo>
                <a:lnTo>
                  <a:pt x="9564" y="0"/>
                </a:lnTo>
                <a:moveTo>
                  <a:pt x="9829" y="0"/>
                </a:moveTo>
                <a:lnTo>
                  <a:pt x="9988" y="0"/>
                </a:lnTo>
                <a:lnTo>
                  <a:pt x="9988" y="117"/>
                </a:lnTo>
                <a:lnTo>
                  <a:pt x="9829" y="117"/>
                </a:lnTo>
                <a:lnTo>
                  <a:pt x="9829" y="0"/>
                </a:lnTo>
                <a:moveTo>
                  <a:pt x="10094" y="0"/>
                </a:moveTo>
                <a:lnTo>
                  <a:pt x="10253" y="0"/>
                </a:lnTo>
                <a:lnTo>
                  <a:pt x="10253" y="117"/>
                </a:lnTo>
                <a:lnTo>
                  <a:pt x="10094" y="117"/>
                </a:lnTo>
                <a:lnTo>
                  <a:pt x="10094" y="0"/>
                </a:lnTo>
                <a:moveTo>
                  <a:pt x="10359" y="0"/>
                </a:moveTo>
                <a:lnTo>
                  <a:pt x="10517" y="0"/>
                </a:lnTo>
                <a:lnTo>
                  <a:pt x="10517" y="117"/>
                </a:lnTo>
                <a:lnTo>
                  <a:pt x="10359" y="117"/>
                </a:lnTo>
                <a:lnTo>
                  <a:pt x="10359" y="0"/>
                </a:lnTo>
                <a:moveTo>
                  <a:pt x="10624" y="0"/>
                </a:moveTo>
                <a:lnTo>
                  <a:pt x="10782" y="0"/>
                </a:lnTo>
                <a:lnTo>
                  <a:pt x="10782" y="117"/>
                </a:lnTo>
                <a:lnTo>
                  <a:pt x="10624" y="117"/>
                </a:lnTo>
                <a:lnTo>
                  <a:pt x="10624" y="0"/>
                </a:lnTo>
                <a:moveTo>
                  <a:pt x="10888" y="0"/>
                </a:moveTo>
                <a:lnTo>
                  <a:pt x="11047" y="0"/>
                </a:lnTo>
                <a:lnTo>
                  <a:pt x="11047" y="117"/>
                </a:lnTo>
                <a:lnTo>
                  <a:pt x="10888" y="117"/>
                </a:lnTo>
                <a:lnTo>
                  <a:pt x="10888" y="0"/>
                </a:lnTo>
                <a:moveTo>
                  <a:pt x="11153" y="0"/>
                </a:moveTo>
                <a:lnTo>
                  <a:pt x="11312" y="0"/>
                </a:lnTo>
                <a:lnTo>
                  <a:pt x="11312" y="117"/>
                </a:lnTo>
                <a:lnTo>
                  <a:pt x="11153" y="117"/>
                </a:lnTo>
                <a:lnTo>
                  <a:pt x="11153" y="0"/>
                </a:lnTo>
                <a:moveTo>
                  <a:pt x="11418" y="0"/>
                </a:moveTo>
                <a:lnTo>
                  <a:pt x="11577" y="0"/>
                </a:lnTo>
                <a:lnTo>
                  <a:pt x="11577" y="117"/>
                </a:lnTo>
                <a:lnTo>
                  <a:pt x="11418" y="117"/>
                </a:lnTo>
                <a:lnTo>
                  <a:pt x="11418" y="0"/>
                </a:lnTo>
                <a:moveTo>
                  <a:pt x="11683" y="0"/>
                </a:moveTo>
                <a:lnTo>
                  <a:pt x="11841" y="0"/>
                </a:lnTo>
                <a:lnTo>
                  <a:pt x="11841" y="117"/>
                </a:lnTo>
                <a:lnTo>
                  <a:pt x="11683" y="117"/>
                </a:lnTo>
                <a:lnTo>
                  <a:pt x="11683" y="0"/>
                </a:lnTo>
                <a:moveTo>
                  <a:pt x="11948" y="0"/>
                </a:moveTo>
                <a:lnTo>
                  <a:pt x="12106" y="0"/>
                </a:lnTo>
                <a:lnTo>
                  <a:pt x="12106" y="117"/>
                </a:lnTo>
                <a:lnTo>
                  <a:pt x="11948" y="117"/>
                </a:lnTo>
                <a:lnTo>
                  <a:pt x="11948" y="0"/>
                </a:lnTo>
                <a:moveTo>
                  <a:pt x="12212" y="0"/>
                </a:moveTo>
                <a:lnTo>
                  <a:pt x="12371" y="0"/>
                </a:lnTo>
                <a:lnTo>
                  <a:pt x="12371" y="117"/>
                </a:lnTo>
                <a:lnTo>
                  <a:pt x="12212" y="117"/>
                </a:lnTo>
                <a:lnTo>
                  <a:pt x="12212" y="0"/>
                </a:lnTo>
                <a:moveTo>
                  <a:pt x="12477" y="0"/>
                </a:moveTo>
                <a:lnTo>
                  <a:pt x="12636" y="0"/>
                </a:lnTo>
                <a:lnTo>
                  <a:pt x="12636" y="117"/>
                </a:lnTo>
                <a:lnTo>
                  <a:pt x="12477" y="117"/>
                </a:lnTo>
                <a:lnTo>
                  <a:pt x="12477" y="0"/>
                </a:lnTo>
                <a:moveTo>
                  <a:pt x="12742" y="0"/>
                </a:moveTo>
                <a:lnTo>
                  <a:pt x="12901" y="0"/>
                </a:lnTo>
                <a:lnTo>
                  <a:pt x="12901" y="117"/>
                </a:lnTo>
                <a:lnTo>
                  <a:pt x="12742" y="117"/>
                </a:lnTo>
                <a:lnTo>
                  <a:pt x="12742" y="0"/>
                </a:lnTo>
                <a:moveTo>
                  <a:pt x="13007" y="0"/>
                </a:moveTo>
                <a:lnTo>
                  <a:pt x="13165" y="0"/>
                </a:lnTo>
                <a:lnTo>
                  <a:pt x="13165" y="117"/>
                </a:lnTo>
                <a:lnTo>
                  <a:pt x="13007" y="117"/>
                </a:lnTo>
                <a:lnTo>
                  <a:pt x="13007" y="0"/>
                </a:lnTo>
                <a:moveTo>
                  <a:pt x="13272" y="0"/>
                </a:moveTo>
                <a:lnTo>
                  <a:pt x="13431" y="0"/>
                </a:lnTo>
                <a:lnTo>
                  <a:pt x="13431" y="117"/>
                </a:lnTo>
                <a:lnTo>
                  <a:pt x="13272" y="117"/>
                </a:lnTo>
                <a:lnTo>
                  <a:pt x="13272" y="0"/>
                </a:lnTo>
                <a:moveTo>
                  <a:pt x="13537" y="0"/>
                </a:moveTo>
                <a:lnTo>
                  <a:pt x="13696" y="0"/>
                </a:lnTo>
                <a:lnTo>
                  <a:pt x="13696" y="117"/>
                </a:lnTo>
                <a:lnTo>
                  <a:pt x="13537" y="117"/>
                </a:lnTo>
                <a:lnTo>
                  <a:pt x="13537" y="0"/>
                </a:lnTo>
                <a:moveTo>
                  <a:pt x="13802" y="0"/>
                </a:moveTo>
                <a:lnTo>
                  <a:pt x="13961" y="0"/>
                </a:lnTo>
                <a:lnTo>
                  <a:pt x="13961" y="117"/>
                </a:lnTo>
                <a:lnTo>
                  <a:pt x="13802" y="117"/>
                </a:lnTo>
                <a:lnTo>
                  <a:pt x="13802" y="0"/>
                </a:lnTo>
                <a:moveTo>
                  <a:pt x="14067" y="0"/>
                </a:moveTo>
                <a:lnTo>
                  <a:pt x="14226" y="0"/>
                </a:lnTo>
                <a:lnTo>
                  <a:pt x="14226" y="117"/>
                </a:lnTo>
                <a:lnTo>
                  <a:pt x="14067" y="117"/>
                </a:lnTo>
                <a:lnTo>
                  <a:pt x="14067" y="0"/>
                </a:lnTo>
                <a:moveTo>
                  <a:pt x="14332" y="0"/>
                </a:moveTo>
                <a:lnTo>
                  <a:pt x="14491" y="0"/>
                </a:lnTo>
                <a:lnTo>
                  <a:pt x="14491" y="117"/>
                </a:lnTo>
                <a:lnTo>
                  <a:pt x="14332" y="117"/>
                </a:lnTo>
                <a:lnTo>
                  <a:pt x="14332" y="0"/>
                </a:lnTo>
                <a:moveTo>
                  <a:pt x="14597" y="0"/>
                </a:moveTo>
                <a:lnTo>
                  <a:pt x="14755" y="0"/>
                </a:lnTo>
                <a:lnTo>
                  <a:pt x="14755" y="117"/>
                </a:lnTo>
                <a:lnTo>
                  <a:pt x="14597" y="117"/>
                </a:lnTo>
                <a:lnTo>
                  <a:pt x="14597" y="0"/>
                </a:lnTo>
                <a:moveTo>
                  <a:pt x="14861" y="0"/>
                </a:moveTo>
                <a:lnTo>
                  <a:pt x="15020" y="0"/>
                </a:lnTo>
                <a:lnTo>
                  <a:pt x="15020" y="117"/>
                </a:lnTo>
                <a:lnTo>
                  <a:pt x="14861" y="117"/>
                </a:lnTo>
                <a:lnTo>
                  <a:pt x="14861" y="0"/>
                </a:lnTo>
                <a:moveTo>
                  <a:pt x="15126" y="0"/>
                </a:moveTo>
                <a:lnTo>
                  <a:pt x="15285" y="0"/>
                </a:lnTo>
                <a:lnTo>
                  <a:pt x="15285" y="117"/>
                </a:lnTo>
                <a:lnTo>
                  <a:pt x="15126" y="117"/>
                </a:lnTo>
                <a:lnTo>
                  <a:pt x="15126" y="0"/>
                </a:lnTo>
                <a:moveTo>
                  <a:pt x="15391" y="0"/>
                </a:moveTo>
                <a:lnTo>
                  <a:pt x="15550" y="0"/>
                </a:lnTo>
                <a:lnTo>
                  <a:pt x="15550" y="117"/>
                </a:lnTo>
                <a:lnTo>
                  <a:pt x="15391" y="117"/>
                </a:lnTo>
                <a:lnTo>
                  <a:pt x="15391" y="0"/>
                </a:lnTo>
                <a:moveTo>
                  <a:pt x="15656" y="0"/>
                </a:moveTo>
                <a:lnTo>
                  <a:pt x="15815" y="0"/>
                </a:lnTo>
                <a:lnTo>
                  <a:pt x="15815" y="117"/>
                </a:lnTo>
                <a:lnTo>
                  <a:pt x="15656" y="117"/>
                </a:lnTo>
                <a:lnTo>
                  <a:pt x="15656" y="0"/>
                </a:lnTo>
                <a:moveTo>
                  <a:pt x="15921" y="0"/>
                </a:moveTo>
                <a:lnTo>
                  <a:pt x="16079" y="0"/>
                </a:lnTo>
                <a:lnTo>
                  <a:pt x="16079" y="117"/>
                </a:lnTo>
                <a:lnTo>
                  <a:pt x="15921" y="117"/>
                </a:lnTo>
                <a:lnTo>
                  <a:pt x="15921" y="0"/>
                </a:lnTo>
                <a:moveTo>
                  <a:pt x="16185" y="0"/>
                </a:moveTo>
                <a:lnTo>
                  <a:pt x="16344" y="0"/>
                </a:lnTo>
                <a:lnTo>
                  <a:pt x="16344" y="117"/>
                </a:lnTo>
                <a:lnTo>
                  <a:pt x="16185" y="117"/>
                </a:lnTo>
                <a:lnTo>
                  <a:pt x="16185" y="0"/>
                </a:lnTo>
                <a:moveTo>
                  <a:pt x="16450" y="0"/>
                </a:moveTo>
                <a:lnTo>
                  <a:pt x="16609" y="0"/>
                </a:lnTo>
                <a:lnTo>
                  <a:pt x="16609" y="117"/>
                </a:lnTo>
                <a:lnTo>
                  <a:pt x="16450" y="117"/>
                </a:lnTo>
                <a:lnTo>
                  <a:pt x="16450" y="0"/>
                </a:lnTo>
                <a:moveTo>
                  <a:pt x="16715" y="0"/>
                </a:moveTo>
                <a:lnTo>
                  <a:pt x="16874" y="0"/>
                </a:lnTo>
                <a:lnTo>
                  <a:pt x="16874" y="117"/>
                </a:lnTo>
                <a:lnTo>
                  <a:pt x="16715" y="117"/>
                </a:lnTo>
                <a:lnTo>
                  <a:pt x="16715" y="0"/>
                </a:lnTo>
                <a:moveTo>
                  <a:pt x="16980" y="0"/>
                </a:moveTo>
                <a:lnTo>
                  <a:pt x="17139" y="0"/>
                </a:lnTo>
                <a:lnTo>
                  <a:pt x="17139" y="117"/>
                </a:lnTo>
                <a:lnTo>
                  <a:pt x="16980" y="117"/>
                </a:lnTo>
                <a:lnTo>
                  <a:pt x="16980" y="0"/>
                </a:lnTo>
                <a:moveTo>
                  <a:pt x="17245" y="0"/>
                </a:moveTo>
                <a:lnTo>
                  <a:pt x="17403" y="0"/>
                </a:lnTo>
                <a:lnTo>
                  <a:pt x="17403" y="117"/>
                </a:lnTo>
                <a:lnTo>
                  <a:pt x="17245" y="117"/>
                </a:lnTo>
                <a:lnTo>
                  <a:pt x="17245" y="0"/>
                </a:lnTo>
                <a:moveTo>
                  <a:pt x="17509" y="0"/>
                </a:moveTo>
                <a:lnTo>
                  <a:pt x="17668" y="0"/>
                </a:lnTo>
                <a:lnTo>
                  <a:pt x="17668" y="117"/>
                </a:lnTo>
                <a:lnTo>
                  <a:pt x="17509" y="117"/>
                </a:lnTo>
                <a:lnTo>
                  <a:pt x="17509" y="0"/>
                </a:lnTo>
                <a:moveTo>
                  <a:pt x="17774" y="0"/>
                </a:moveTo>
                <a:lnTo>
                  <a:pt x="17933" y="0"/>
                </a:lnTo>
                <a:lnTo>
                  <a:pt x="17933" y="117"/>
                </a:lnTo>
                <a:lnTo>
                  <a:pt x="17774" y="117"/>
                </a:lnTo>
                <a:lnTo>
                  <a:pt x="17774" y="0"/>
                </a:lnTo>
                <a:moveTo>
                  <a:pt x="18039" y="0"/>
                </a:moveTo>
                <a:lnTo>
                  <a:pt x="18198" y="0"/>
                </a:lnTo>
                <a:lnTo>
                  <a:pt x="18198" y="117"/>
                </a:lnTo>
                <a:lnTo>
                  <a:pt x="18039" y="117"/>
                </a:lnTo>
                <a:lnTo>
                  <a:pt x="18039" y="0"/>
                </a:lnTo>
                <a:moveTo>
                  <a:pt x="18304" y="0"/>
                </a:moveTo>
                <a:lnTo>
                  <a:pt x="18463" y="0"/>
                </a:lnTo>
                <a:lnTo>
                  <a:pt x="18463" y="117"/>
                </a:lnTo>
                <a:lnTo>
                  <a:pt x="18304" y="117"/>
                </a:lnTo>
                <a:lnTo>
                  <a:pt x="18304" y="0"/>
                </a:lnTo>
                <a:moveTo>
                  <a:pt x="18569" y="0"/>
                </a:moveTo>
                <a:lnTo>
                  <a:pt x="18727" y="0"/>
                </a:lnTo>
                <a:lnTo>
                  <a:pt x="18727" y="117"/>
                </a:lnTo>
                <a:lnTo>
                  <a:pt x="18569" y="117"/>
                </a:lnTo>
                <a:lnTo>
                  <a:pt x="18569" y="0"/>
                </a:lnTo>
                <a:moveTo>
                  <a:pt x="18833" y="0"/>
                </a:moveTo>
                <a:lnTo>
                  <a:pt x="18992" y="0"/>
                </a:lnTo>
                <a:lnTo>
                  <a:pt x="18992" y="117"/>
                </a:lnTo>
                <a:lnTo>
                  <a:pt x="18833" y="117"/>
                </a:lnTo>
                <a:lnTo>
                  <a:pt x="18833" y="0"/>
                </a:lnTo>
                <a:moveTo>
                  <a:pt x="19098" y="0"/>
                </a:moveTo>
                <a:lnTo>
                  <a:pt x="19257" y="0"/>
                </a:lnTo>
                <a:lnTo>
                  <a:pt x="19257" y="117"/>
                </a:lnTo>
                <a:lnTo>
                  <a:pt x="19098" y="117"/>
                </a:lnTo>
                <a:lnTo>
                  <a:pt x="19098" y="0"/>
                </a:lnTo>
                <a:moveTo>
                  <a:pt x="19363" y="0"/>
                </a:moveTo>
                <a:lnTo>
                  <a:pt x="19522" y="0"/>
                </a:lnTo>
                <a:lnTo>
                  <a:pt x="19522" y="117"/>
                </a:lnTo>
                <a:lnTo>
                  <a:pt x="19363" y="117"/>
                </a:lnTo>
                <a:lnTo>
                  <a:pt x="19363" y="0"/>
                </a:lnTo>
                <a:moveTo>
                  <a:pt x="19628" y="0"/>
                </a:moveTo>
                <a:lnTo>
                  <a:pt x="19787" y="0"/>
                </a:lnTo>
                <a:lnTo>
                  <a:pt x="19787" y="117"/>
                </a:lnTo>
                <a:lnTo>
                  <a:pt x="19628" y="117"/>
                </a:lnTo>
                <a:lnTo>
                  <a:pt x="19628" y="0"/>
                </a:lnTo>
                <a:moveTo>
                  <a:pt x="19893" y="0"/>
                </a:moveTo>
                <a:lnTo>
                  <a:pt x="20051" y="0"/>
                </a:lnTo>
                <a:lnTo>
                  <a:pt x="20051" y="117"/>
                </a:lnTo>
                <a:lnTo>
                  <a:pt x="19893" y="117"/>
                </a:lnTo>
                <a:lnTo>
                  <a:pt x="19893" y="0"/>
                </a:lnTo>
                <a:moveTo>
                  <a:pt x="20157" y="0"/>
                </a:moveTo>
                <a:lnTo>
                  <a:pt x="20316" y="0"/>
                </a:lnTo>
                <a:lnTo>
                  <a:pt x="20316" y="117"/>
                </a:lnTo>
                <a:lnTo>
                  <a:pt x="20157" y="117"/>
                </a:lnTo>
                <a:lnTo>
                  <a:pt x="20157" y="0"/>
                </a:lnTo>
                <a:moveTo>
                  <a:pt x="20422" y="0"/>
                </a:moveTo>
                <a:lnTo>
                  <a:pt x="20581" y="0"/>
                </a:lnTo>
                <a:lnTo>
                  <a:pt x="20581" y="117"/>
                </a:lnTo>
                <a:lnTo>
                  <a:pt x="20422" y="117"/>
                </a:lnTo>
                <a:lnTo>
                  <a:pt x="20422" y="0"/>
                </a:lnTo>
                <a:moveTo>
                  <a:pt x="20687" y="0"/>
                </a:moveTo>
                <a:lnTo>
                  <a:pt x="20846" y="0"/>
                </a:lnTo>
                <a:lnTo>
                  <a:pt x="20846" y="117"/>
                </a:lnTo>
                <a:lnTo>
                  <a:pt x="20687" y="117"/>
                </a:lnTo>
                <a:lnTo>
                  <a:pt x="20687" y="0"/>
                </a:lnTo>
                <a:moveTo>
                  <a:pt x="20952" y="0"/>
                </a:moveTo>
                <a:lnTo>
                  <a:pt x="21111" y="0"/>
                </a:lnTo>
                <a:lnTo>
                  <a:pt x="21111" y="117"/>
                </a:lnTo>
                <a:lnTo>
                  <a:pt x="20952" y="117"/>
                </a:lnTo>
                <a:lnTo>
                  <a:pt x="20952" y="0"/>
                </a:lnTo>
                <a:moveTo>
                  <a:pt x="21217" y="0"/>
                </a:moveTo>
                <a:lnTo>
                  <a:pt x="21375" y="0"/>
                </a:lnTo>
                <a:lnTo>
                  <a:pt x="21375" y="117"/>
                </a:lnTo>
                <a:lnTo>
                  <a:pt x="21217" y="117"/>
                </a:lnTo>
                <a:lnTo>
                  <a:pt x="21217" y="0"/>
                </a:lnTo>
                <a:moveTo>
                  <a:pt x="21481" y="0"/>
                </a:moveTo>
                <a:lnTo>
                  <a:pt x="21640" y="0"/>
                </a:lnTo>
                <a:lnTo>
                  <a:pt x="21640" y="117"/>
                </a:lnTo>
                <a:lnTo>
                  <a:pt x="21481" y="117"/>
                </a:lnTo>
                <a:lnTo>
                  <a:pt x="21481" y="0"/>
                </a:lnTo>
                <a:moveTo>
                  <a:pt x="21746" y="0"/>
                </a:moveTo>
                <a:lnTo>
                  <a:pt x="21905" y="0"/>
                </a:lnTo>
                <a:lnTo>
                  <a:pt x="21905" y="117"/>
                </a:lnTo>
                <a:lnTo>
                  <a:pt x="21746" y="117"/>
                </a:lnTo>
                <a:lnTo>
                  <a:pt x="21746" y="0"/>
                </a:lnTo>
                <a:moveTo>
                  <a:pt x="22011" y="0"/>
                </a:moveTo>
                <a:lnTo>
                  <a:pt x="22170" y="0"/>
                </a:lnTo>
                <a:lnTo>
                  <a:pt x="22170" y="117"/>
                </a:lnTo>
                <a:lnTo>
                  <a:pt x="22011" y="117"/>
                </a:lnTo>
                <a:lnTo>
                  <a:pt x="22011" y="0"/>
                </a:lnTo>
                <a:moveTo>
                  <a:pt x="22276" y="0"/>
                </a:moveTo>
                <a:lnTo>
                  <a:pt x="22435" y="0"/>
                </a:lnTo>
                <a:lnTo>
                  <a:pt x="22435" y="117"/>
                </a:lnTo>
                <a:lnTo>
                  <a:pt x="22276" y="117"/>
                </a:lnTo>
                <a:lnTo>
                  <a:pt x="22276" y="0"/>
                </a:lnTo>
                <a:moveTo>
                  <a:pt x="22541" y="0"/>
                </a:moveTo>
                <a:lnTo>
                  <a:pt x="22699" y="0"/>
                </a:lnTo>
                <a:lnTo>
                  <a:pt x="22699" y="117"/>
                </a:lnTo>
                <a:lnTo>
                  <a:pt x="22541" y="117"/>
                </a:lnTo>
                <a:lnTo>
                  <a:pt x="22541" y="0"/>
                </a:lnTo>
                <a:moveTo>
                  <a:pt x="22805" y="0"/>
                </a:moveTo>
                <a:lnTo>
                  <a:pt x="22964" y="0"/>
                </a:lnTo>
                <a:lnTo>
                  <a:pt x="22964" y="117"/>
                </a:lnTo>
                <a:lnTo>
                  <a:pt x="22805" y="117"/>
                </a:lnTo>
                <a:lnTo>
                  <a:pt x="22805" y="0"/>
                </a:lnTo>
                <a:moveTo>
                  <a:pt x="23070" y="0"/>
                </a:moveTo>
                <a:lnTo>
                  <a:pt x="23229" y="0"/>
                </a:lnTo>
                <a:lnTo>
                  <a:pt x="23229" y="117"/>
                </a:lnTo>
                <a:lnTo>
                  <a:pt x="23070" y="117"/>
                </a:lnTo>
                <a:lnTo>
                  <a:pt x="23070" y="0"/>
                </a:lnTo>
                <a:moveTo>
                  <a:pt x="23335" y="0"/>
                </a:moveTo>
                <a:lnTo>
                  <a:pt x="23494" y="0"/>
                </a:lnTo>
                <a:lnTo>
                  <a:pt x="23494" y="117"/>
                </a:lnTo>
                <a:lnTo>
                  <a:pt x="23335" y="117"/>
                </a:lnTo>
                <a:lnTo>
                  <a:pt x="23335" y="0"/>
                </a:lnTo>
                <a:moveTo>
                  <a:pt x="23600" y="0"/>
                </a:moveTo>
                <a:lnTo>
                  <a:pt x="23759" y="0"/>
                </a:lnTo>
                <a:lnTo>
                  <a:pt x="23759" y="117"/>
                </a:lnTo>
                <a:lnTo>
                  <a:pt x="23600" y="117"/>
                </a:lnTo>
                <a:lnTo>
                  <a:pt x="23600" y="0"/>
                </a:lnTo>
                <a:moveTo>
                  <a:pt x="23865" y="0"/>
                </a:moveTo>
                <a:lnTo>
                  <a:pt x="24023" y="0"/>
                </a:lnTo>
                <a:lnTo>
                  <a:pt x="24023" y="117"/>
                </a:lnTo>
                <a:lnTo>
                  <a:pt x="23865" y="117"/>
                </a:lnTo>
                <a:lnTo>
                  <a:pt x="23865" y="0"/>
                </a:lnTo>
                <a:moveTo>
                  <a:pt x="24130" y="0"/>
                </a:moveTo>
                <a:lnTo>
                  <a:pt x="24288" y="0"/>
                </a:lnTo>
                <a:lnTo>
                  <a:pt x="24288" y="117"/>
                </a:lnTo>
                <a:lnTo>
                  <a:pt x="24130" y="117"/>
                </a:lnTo>
                <a:lnTo>
                  <a:pt x="24130" y="0"/>
                </a:lnTo>
                <a:moveTo>
                  <a:pt x="24394" y="0"/>
                </a:moveTo>
                <a:lnTo>
                  <a:pt x="24553" y="0"/>
                </a:lnTo>
                <a:lnTo>
                  <a:pt x="24553" y="117"/>
                </a:lnTo>
                <a:lnTo>
                  <a:pt x="24394" y="117"/>
                </a:lnTo>
                <a:lnTo>
                  <a:pt x="24394" y="0"/>
                </a:lnTo>
                <a:moveTo>
                  <a:pt x="24659" y="0"/>
                </a:moveTo>
                <a:lnTo>
                  <a:pt x="24818" y="0"/>
                </a:lnTo>
                <a:lnTo>
                  <a:pt x="24818" y="117"/>
                </a:lnTo>
                <a:lnTo>
                  <a:pt x="24659" y="117"/>
                </a:lnTo>
                <a:lnTo>
                  <a:pt x="24659" y="0"/>
                </a:lnTo>
                <a:moveTo>
                  <a:pt x="24924" y="0"/>
                </a:moveTo>
                <a:lnTo>
                  <a:pt x="25083" y="0"/>
                </a:lnTo>
                <a:lnTo>
                  <a:pt x="25083" y="117"/>
                </a:lnTo>
                <a:lnTo>
                  <a:pt x="24924" y="117"/>
                </a:lnTo>
                <a:lnTo>
                  <a:pt x="24924" y="0"/>
                </a:lnTo>
                <a:moveTo>
                  <a:pt x="25189" y="0"/>
                </a:moveTo>
                <a:lnTo>
                  <a:pt x="25347" y="0"/>
                </a:lnTo>
                <a:lnTo>
                  <a:pt x="25347" y="117"/>
                </a:lnTo>
                <a:lnTo>
                  <a:pt x="25189" y="117"/>
                </a:lnTo>
                <a:lnTo>
                  <a:pt x="25189" y="0"/>
                </a:lnTo>
                <a:moveTo>
                  <a:pt x="25454" y="0"/>
                </a:moveTo>
                <a:lnTo>
                  <a:pt x="25612" y="0"/>
                </a:lnTo>
                <a:lnTo>
                  <a:pt x="25612" y="117"/>
                </a:lnTo>
                <a:lnTo>
                  <a:pt x="25454" y="117"/>
                </a:lnTo>
                <a:lnTo>
                  <a:pt x="25454" y="0"/>
                </a:lnTo>
                <a:moveTo>
                  <a:pt x="25718" y="0"/>
                </a:moveTo>
                <a:lnTo>
                  <a:pt x="25877" y="0"/>
                </a:lnTo>
                <a:lnTo>
                  <a:pt x="25877" y="117"/>
                </a:lnTo>
                <a:lnTo>
                  <a:pt x="25718" y="117"/>
                </a:lnTo>
                <a:lnTo>
                  <a:pt x="25718" y="0"/>
                </a:lnTo>
                <a:moveTo>
                  <a:pt x="25983" y="0"/>
                </a:moveTo>
                <a:lnTo>
                  <a:pt x="26142" y="0"/>
                </a:lnTo>
                <a:lnTo>
                  <a:pt x="26142" y="117"/>
                </a:lnTo>
                <a:lnTo>
                  <a:pt x="25983" y="117"/>
                </a:lnTo>
                <a:lnTo>
                  <a:pt x="25983" y="0"/>
                </a:lnTo>
                <a:moveTo>
                  <a:pt x="26248" y="0"/>
                </a:moveTo>
                <a:lnTo>
                  <a:pt x="26407" y="0"/>
                </a:lnTo>
                <a:lnTo>
                  <a:pt x="26407" y="117"/>
                </a:lnTo>
                <a:lnTo>
                  <a:pt x="26248" y="117"/>
                </a:lnTo>
                <a:lnTo>
                  <a:pt x="26248" y="0"/>
                </a:lnTo>
                <a:moveTo>
                  <a:pt x="26513" y="0"/>
                </a:moveTo>
                <a:lnTo>
                  <a:pt x="26671" y="0"/>
                </a:lnTo>
                <a:lnTo>
                  <a:pt x="26671" y="117"/>
                </a:lnTo>
                <a:lnTo>
                  <a:pt x="26513" y="117"/>
                </a:lnTo>
                <a:lnTo>
                  <a:pt x="26513" y="0"/>
                </a:lnTo>
                <a:moveTo>
                  <a:pt x="26778" y="0"/>
                </a:moveTo>
                <a:lnTo>
                  <a:pt x="26936" y="0"/>
                </a:lnTo>
                <a:lnTo>
                  <a:pt x="26936" y="117"/>
                </a:lnTo>
                <a:lnTo>
                  <a:pt x="26778" y="117"/>
                </a:lnTo>
                <a:lnTo>
                  <a:pt x="26778" y="0"/>
                </a:lnTo>
                <a:moveTo>
                  <a:pt x="27042" y="0"/>
                </a:moveTo>
                <a:lnTo>
                  <a:pt x="27201" y="0"/>
                </a:lnTo>
                <a:lnTo>
                  <a:pt x="27201" y="117"/>
                </a:lnTo>
                <a:lnTo>
                  <a:pt x="27042" y="117"/>
                </a:lnTo>
                <a:lnTo>
                  <a:pt x="27042" y="0"/>
                </a:lnTo>
                <a:moveTo>
                  <a:pt x="27307" y="0"/>
                </a:moveTo>
                <a:lnTo>
                  <a:pt x="27466" y="0"/>
                </a:lnTo>
                <a:lnTo>
                  <a:pt x="27466" y="117"/>
                </a:lnTo>
                <a:lnTo>
                  <a:pt x="27307" y="117"/>
                </a:lnTo>
                <a:lnTo>
                  <a:pt x="27307" y="0"/>
                </a:lnTo>
                <a:moveTo>
                  <a:pt x="27572" y="0"/>
                </a:moveTo>
                <a:lnTo>
                  <a:pt x="27731" y="0"/>
                </a:lnTo>
                <a:lnTo>
                  <a:pt x="27731" y="117"/>
                </a:lnTo>
                <a:lnTo>
                  <a:pt x="27572" y="117"/>
                </a:lnTo>
                <a:lnTo>
                  <a:pt x="27572" y="0"/>
                </a:lnTo>
                <a:moveTo>
                  <a:pt x="27837" y="0"/>
                </a:moveTo>
                <a:lnTo>
                  <a:pt x="27996" y="0"/>
                </a:lnTo>
                <a:lnTo>
                  <a:pt x="27996" y="117"/>
                </a:lnTo>
                <a:lnTo>
                  <a:pt x="27837" y="117"/>
                </a:lnTo>
                <a:lnTo>
                  <a:pt x="27837" y="0"/>
                </a:lnTo>
                <a:moveTo>
                  <a:pt x="28102" y="0"/>
                </a:moveTo>
                <a:lnTo>
                  <a:pt x="28260" y="0"/>
                </a:lnTo>
                <a:lnTo>
                  <a:pt x="28260" y="117"/>
                </a:lnTo>
                <a:lnTo>
                  <a:pt x="28102" y="117"/>
                </a:lnTo>
                <a:lnTo>
                  <a:pt x="28102" y="0"/>
                </a:lnTo>
                <a:moveTo>
                  <a:pt x="28366" y="0"/>
                </a:moveTo>
                <a:lnTo>
                  <a:pt x="28525" y="0"/>
                </a:lnTo>
                <a:lnTo>
                  <a:pt x="28525" y="117"/>
                </a:lnTo>
                <a:lnTo>
                  <a:pt x="28366" y="117"/>
                </a:lnTo>
                <a:lnTo>
                  <a:pt x="28366" y="0"/>
                </a:lnTo>
                <a:moveTo>
                  <a:pt x="28631" y="0"/>
                </a:moveTo>
                <a:lnTo>
                  <a:pt x="28790" y="0"/>
                </a:lnTo>
                <a:lnTo>
                  <a:pt x="28790" y="117"/>
                </a:lnTo>
                <a:lnTo>
                  <a:pt x="28631" y="117"/>
                </a:lnTo>
                <a:lnTo>
                  <a:pt x="28631" y="0"/>
                </a:lnTo>
                <a:moveTo>
                  <a:pt x="28896" y="0"/>
                </a:moveTo>
                <a:lnTo>
                  <a:pt x="29055" y="0"/>
                </a:lnTo>
                <a:lnTo>
                  <a:pt x="29055" y="117"/>
                </a:lnTo>
                <a:lnTo>
                  <a:pt x="28896" y="117"/>
                </a:lnTo>
                <a:lnTo>
                  <a:pt x="28896" y="0"/>
                </a:lnTo>
                <a:moveTo>
                  <a:pt x="29161" y="0"/>
                </a:moveTo>
                <a:lnTo>
                  <a:pt x="29320" y="0"/>
                </a:lnTo>
                <a:lnTo>
                  <a:pt x="29320" y="117"/>
                </a:lnTo>
                <a:lnTo>
                  <a:pt x="29161" y="117"/>
                </a:lnTo>
                <a:lnTo>
                  <a:pt x="29161" y="0"/>
                </a:lnTo>
                <a:moveTo>
                  <a:pt x="29426" y="0"/>
                </a:moveTo>
                <a:lnTo>
                  <a:pt x="29584" y="0"/>
                </a:lnTo>
                <a:lnTo>
                  <a:pt x="29584" y="117"/>
                </a:lnTo>
                <a:lnTo>
                  <a:pt x="29426" y="117"/>
                </a:lnTo>
                <a:lnTo>
                  <a:pt x="29426" y="0"/>
                </a:lnTo>
                <a:moveTo>
                  <a:pt x="29690" y="0"/>
                </a:moveTo>
                <a:lnTo>
                  <a:pt x="29849" y="0"/>
                </a:lnTo>
                <a:lnTo>
                  <a:pt x="29849" y="117"/>
                </a:lnTo>
                <a:lnTo>
                  <a:pt x="29690" y="117"/>
                </a:lnTo>
                <a:lnTo>
                  <a:pt x="29690" y="0"/>
                </a:lnTo>
                <a:moveTo>
                  <a:pt x="29960" y="2"/>
                </a:moveTo>
                <a:cubicBezTo>
                  <a:pt x="30029" y="9"/>
                  <a:pt x="30088" y="36"/>
                  <a:pt x="30138" y="85"/>
                </a:cubicBezTo>
                <a:lnTo>
                  <a:pt x="30056" y="168"/>
                </a:lnTo>
                <a:cubicBezTo>
                  <a:pt x="30026" y="138"/>
                  <a:pt x="29990" y="122"/>
                  <a:pt x="29948" y="117"/>
                </a:cubicBezTo>
                <a:lnTo>
                  <a:pt x="29960" y="2"/>
                </a:lnTo>
                <a:moveTo>
                  <a:pt x="30209" y="196"/>
                </a:moveTo>
                <a:cubicBezTo>
                  <a:pt x="30221" y="229"/>
                  <a:pt x="30227" y="262"/>
                  <a:pt x="30227" y="296"/>
                </a:cubicBezTo>
                <a:lnTo>
                  <a:pt x="30227" y="373"/>
                </a:lnTo>
                <a:lnTo>
                  <a:pt x="30110" y="373"/>
                </a:lnTo>
                <a:lnTo>
                  <a:pt x="30110" y="296"/>
                </a:lnTo>
                <a:cubicBezTo>
                  <a:pt x="30110" y="276"/>
                  <a:pt x="30107" y="255"/>
                  <a:pt x="30100" y="236"/>
                </a:cubicBezTo>
                <a:lnTo>
                  <a:pt x="30209" y="196"/>
                </a:lnTo>
                <a:moveTo>
                  <a:pt x="30227" y="479"/>
                </a:moveTo>
                <a:lnTo>
                  <a:pt x="30227" y="638"/>
                </a:lnTo>
                <a:lnTo>
                  <a:pt x="30110" y="638"/>
                </a:lnTo>
                <a:lnTo>
                  <a:pt x="30110" y="479"/>
                </a:lnTo>
                <a:lnTo>
                  <a:pt x="30227" y="479"/>
                </a:lnTo>
                <a:moveTo>
                  <a:pt x="30227" y="744"/>
                </a:moveTo>
                <a:lnTo>
                  <a:pt x="30227" y="903"/>
                </a:lnTo>
                <a:lnTo>
                  <a:pt x="30110" y="903"/>
                </a:lnTo>
                <a:lnTo>
                  <a:pt x="30110" y="744"/>
                </a:lnTo>
                <a:lnTo>
                  <a:pt x="30227" y="744"/>
                </a:lnTo>
                <a:moveTo>
                  <a:pt x="30227" y="1010"/>
                </a:moveTo>
                <a:lnTo>
                  <a:pt x="30227" y="1168"/>
                </a:lnTo>
                <a:lnTo>
                  <a:pt x="30110" y="1168"/>
                </a:lnTo>
                <a:lnTo>
                  <a:pt x="30110" y="1010"/>
                </a:lnTo>
                <a:lnTo>
                  <a:pt x="30227" y="1010"/>
                </a:lnTo>
                <a:moveTo>
                  <a:pt x="30227" y="1275"/>
                </a:moveTo>
                <a:lnTo>
                  <a:pt x="30227" y="1433"/>
                </a:lnTo>
                <a:lnTo>
                  <a:pt x="30110" y="1433"/>
                </a:lnTo>
                <a:lnTo>
                  <a:pt x="30110" y="1275"/>
                </a:lnTo>
                <a:lnTo>
                  <a:pt x="30227" y="1275"/>
                </a:lnTo>
                <a:moveTo>
                  <a:pt x="30227" y="1539"/>
                </a:moveTo>
                <a:lnTo>
                  <a:pt x="30227" y="1698"/>
                </a:lnTo>
                <a:lnTo>
                  <a:pt x="30110" y="1698"/>
                </a:lnTo>
                <a:lnTo>
                  <a:pt x="30110" y="1539"/>
                </a:lnTo>
                <a:lnTo>
                  <a:pt x="30227" y="1539"/>
                </a:lnTo>
                <a:moveTo>
                  <a:pt x="30199" y="1826"/>
                </a:moveTo>
                <a:cubicBezTo>
                  <a:pt x="30169" y="1889"/>
                  <a:pt x="30123" y="1935"/>
                  <a:pt x="30061" y="1966"/>
                </a:cubicBezTo>
                <a:lnTo>
                  <a:pt x="30010" y="1861"/>
                </a:lnTo>
                <a:cubicBezTo>
                  <a:pt x="30048" y="1843"/>
                  <a:pt x="30075" y="1814"/>
                  <a:pt x="30093" y="1776"/>
                </a:cubicBezTo>
                <a:lnTo>
                  <a:pt x="30199" y="1826"/>
                </a:lnTo>
                <a:moveTo>
                  <a:pt x="29933" y="1996"/>
                </a:moveTo>
                <a:cubicBezTo>
                  <a:pt x="29932" y="1996"/>
                  <a:pt x="29931" y="1996"/>
                  <a:pt x="29930" y="1996"/>
                </a:cubicBezTo>
                <a:lnTo>
                  <a:pt x="29774" y="1996"/>
                </a:lnTo>
                <a:lnTo>
                  <a:pt x="29774" y="1880"/>
                </a:lnTo>
                <a:lnTo>
                  <a:pt x="29931" y="1880"/>
                </a:lnTo>
                <a:lnTo>
                  <a:pt x="29932" y="1880"/>
                </a:lnTo>
                <a:lnTo>
                  <a:pt x="29933" y="1996"/>
                </a:lnTo>
                <a:moveTo>
                  <a:pt x="29668" y="1996"/>
                </a:moveTo>
                <a:lnTo>
                  <a:pt x="29509" y="1996"/>
                </a:lnTo>
                <a:lnTo>
                  <a:pt x="29509" y="1880"/>
                </a:lnTo>
                <a:lnTo>
                  <a:pt x="29668" y="1880"/>
                </a:lnTo>
                <a:lnTo>
                  <a:pt x="29668" y="1996"/>
                </a:lnTo>
                <a:moveTo>
                  <a:pt x="29403" y="1996"/>
                </a:moveTo>
                <a:lnTo>
                  <a:pt x="29245" y="1996"/>
                </a:lnTo>
                <a:lnTo>
                  <a:pt x="29245" y="1880"/>
                </a:lnTo>
                <a:lnTo>
                  <a:pt x="29403" y="1880"/>
                </a:lnTo>
                <a:lnTo>
                  <a:pt x="29403" y="1996"/>
                </a:lnTo>
                <a:moveTo>
                  <a:pt x="29139" y="1996"/>
                </a:moveTo>
                <a:lnTo>
                  <a:pt x="28980" y="1996"/>
                </a:lnTo>
                <a:lnTo>
                  <a:pt x="28980" y="1880"/>
                </a:lnTo>
                <a:lnTo>
                  <a:pt x="29139" y="1880"/>
                </a:lnTo>
                <a:lnTo>
                  <a:pt x="29139" y="1996"/>
                </a:lnTo>
                <a:moveTo>
                  <a:pt x="28874" y="1996"/>
                </a:moveTo>
                <a:lnTo>
                  <a:pt x="28715" y="1996"/>
                </a:lnTo>
                <a:lnTo>
                  <a:pt x="28715" y="1880"/>
                </a:lnTo>
                <a:lnTo>
                  <a:pt x="28874" y="1880"/>
                </a:lnTo>
                <a:lnTo>
                  <a:pt x="28874" y="1996"/>
                </a:lnTo>
                <a:moveTo>
                  <a:pt x="28609" y="1996"/>
                </a:moveTo>
                <a:lnTo>
                  <a:pt x="28450" y="1996"/>
                </a:lnTo>
                <a:lnTo>
                  <a:pt x="28450" y="1880"/>
                </a:lnTo>
                <a:lnTo>
                  <a:pt x="28609" y="1880"/>
                </a:lnTo>
                <a:lnTo>
                  <a:pt x="28609" y="1996"/>
                </a:lnTo>
                <a:moveTo>
                  <a:pt x="28344" y="1996"/>
                </a:moveTo>
                <a:lnTo>
                  <a:pt x="28185" y="1996"/>
                </a:lnTo>
                <a:lnTo>
                  <a:pt x="28185" y="1880"/>
                </a:lnTo>
                <a:lnTo>
                  <a:pt x="28344" y="1880"/>
                </a:lnTo>
                <a:lnTo>
                  <a:pt x="28344" y="1996"/>
                </a:lnTo>
                <a:moveTo>
                  <a:pt x="28079" y="1996"/>
                </a:moveTo>
                <a:lnTo>
                  <a:pt x="27921" y="1996"/>
                </a:lnTo>
                <a:lnTo>
                  <a:pt x="27921" y="1880"/>
                </a:lnTo>
                <a:lnTo>
                  <a:pt x="28079" y="1880"/>
                </a:lnTo>
                <a:lnTo>
                  <a:pt x="28079" y="1996"/>
                </a:lnTo>
                <a:moveTo>
                  <a:pt x="27815" y="1996"/>
                </a:moveTo>
                <a:lnTo>
                  <a:pt x="27656" y="1996"/>
                </a:lnTo>
                <a:lnTo>
                  <a:pt x="27656" y="1880"/>
                </a:lnTo>
                <a:lnTo>
                  <a:pt x="27815" y="1880"/>
                </a:lnTo>
                <a:lnTo>
                  <a:pt x="27815" y="1996"/>
                </a:lnTo>
                <a:moveTo>
                  <a:pt x="27550" y="1996"/>
                </a:moveTo>
                <a:lnTo>
                  <a:pt x="27391" y="1996"/>
                </a:lnTo>
                <a:lnTo>
                  <a:pt x="27391" y="1880"/>
                </a:lnTo>
                <a:lnTo>
                  <a:pt x="27550" y="1880"/>
                </a:lnTo>
                <a:lnTo>
                  <a:pt x="27550" y="1996"/>
                </a:lnTo>
                <a:moveTo>
                  <a:pt x="27285" y="1996"/>
                </a:moveTo>
                <a:lnTo>
                  <a:pt x="27126" y="1996"/>
                </a:lnTo>
                <a:lnTo>
                  <a:pt x="27126" y="1880"/>
                </a:lnTo>
                <a:lnTo>
                  <a:pt x="27285" y="1880"/>
                </a:lnTo>
                <a:lnTo>
                  <a:pt x="27285" y="1996"/>
                </a:lnTo>
                <a:moveTo>
                  <a:pt x="27020" y="1996"/>
                </a:moveTo>
                <a:lnTo>
                  <a:pt x="26861" y="1996"/>
                </a:lnTo>
                <a:lnTo>
                  <a:pt x="26861" y="1880"/>
                </a:lnTo>
                <a:lnTo>
                  <a:pt x="27020" y="1880"/>
                </a:lnTo>
                <a:lnTo>
                  <a:pt x="27020" y="1996"/>
                </a:lnTo>
                <a:moveTo>
                  <a:pt x="26755" y="1996"/>
                </a:moveTo>
                <a:lnTo>
                  <a:pt x="26597" y="1996"/>
                </a:lnTo>
                <a:lnTo>
                  <a:pt x="26597" y="1880"/>
                </a:lnTo>
                <a:lnTo>
                  <a:pt x="26755" y="1880"/>
                </a:lnTo>
                <a:lnTo>
                  <a:pt x="26755" y="1996"/>
                </a:lnTo>
                <a:moveTo>
                  <a:pt x="26490" y="1996"/>
                </a:moveTo>
                <a:lnTo>
                  <a:pt x="26332" y="1996"/>
                </a:lnTo>
                <a:lnTo>
                  <a:pt x="26332" y="1880"/>
                </a:lnTo>
                <a:lnTo>
                  <a:pt x="26490" y="1880"/>
                </a:lnTo>
                <a:lnTo>
                  <a:pt x="26490" y="1996"/>
                </a:lnTo>
                <a:moveTo>
                  <a:pt x="26226" y="1996"/>
                </a:moveTo>
                <a:lnTo>
                  <a:pt x="26067" y="1996"/>
                </a:lnTo>
                <a:lnTo>
                  <a:pt x="26067" y="1880"/>
                </a:lnTo>
                <a:lnTo>
                  <a:pt x="26226" y="1880"/>
                </a:lnTo>
                <a:lnTo>
                  <a:pt x="26226" y="1996"/>
                </a:lnTo>
                <a:moveTo>
                  <a:pt x="25961" y="1996"/>
                </a:moveTo>
                <a:lnTo>
                  <a:pt x="25802" y="1996"/>
                </a:lnTo>
                <a:lnTo>
                  <a:pt x="25802" y="1880"/>
                </a:lnTo>
                <a:lnTo>
                  <a:pt x="25961" y="1880"/>
                </a:lnTo>
                <a:lnTo>
                  <a:pt x="25961" y="1996"/>
                </a:lnTo>
                <a:moveTo>
                  <a:pt x="25696" y="1996"/>
                </a:moveTo>
                <a:lnTo>
                  <a:pt x="25537" y="1996"/>
                </a:lnTo>
                <a:lnTo>
                  <a:pt x="25537" y="1880"/>
                </a:lnTo>
                <a:lnTo>
                  <a:pt x="25696" y="1880"/>
                </a:lnTo>
                <a:lnTo>
                  <a:pt x="25696" y="1996"/>
                </a:lnTo>
                <a:moveTo>
                  <a:pt x="25431" y="1996"/>
                </a:moveTo>
                <a:lnTo>
                  <a:pt x="25273" y="1996"/>
                </a:lnTo>
                <a:lnTo>
                  <a:pt x="25273" y="1880"/>
                </a:lnTo>
                <a:lnTo>
                  <a:pt x="25431" y="1880"/>
                </a:lnTo>
                <a:lnTo>
                  <a:pt x="25431" y="1996"/>
                </a:lnTo>
                <a:moveTo>
                  <a:pt x="25166" y="1996"/>
                </a:moveTo>
                <a:lnTo>
                  <a:pt x="25008" y="1996"/>
                </a:lnTo>
                <a:lnTo>
                  <a:pt x="25008" y="1880"/>
                </a:lnTo>
                <a:lnTo>
                  <a:pt x="25166" y="1880"/>
                </a:lnTo>
                <a:lnTo>
                  <a:pt x="25166" y="1996"/>
                </a:lnTo>
                <a:moveTo>
                  <a:pt x="24902" y="1996"/>
                </a:moveTo>
                <a:lnTo>
                  <a:pt x="24743" y="1996"/>
                </a:lnTo>
                <a:lnTo>
                  <a:pt x="24743" y="1880"/>
                </a:lnTo>
                <a:lnTo>
                  <a:pt x="24902" y="1880"/>
                </a:lnTo>
                <a:lnTo>
                  <a:pt x="24902" y="1996"/>
                </a:lnTo>
                <a:moveTo>
                  <a:pt x="24637" y="1996"/>
                </a:moveTo>
                <a:lnTo>
                  <a:pt x="24478" y="1996"/>
                </a:lnTo>
                <a:lnTo>
                  <a:pt x="24478" y="1880"/>
                </a:lnTo>
                <a:lnTo>
                  <a:pt x="24637" y="1880"/>
                </a:lnTo>
                <a:lnTo>
                  <a:pt x="24637" y="1996"/>
                </a:lnTo>
                <a:moveTo>
                  <a:pt x="24372" y="1996"/>
                </a:moveTo>
                <a:lnTo>
                  <a:pt x="24213" y="1996"/>
                </a:lnTo>
                <a:lnTo>
                  <a:pt x="24213" y="1880"/>
                </a:lnTo>
                <a:lnTo>
                  <a:pt x="24372" y="1880"/>
                </a:lnTo>
                <a:lnTo>
                  <a:pt x="24372" y="1996"/>
                </a:lnTo>
                <a:moveTo>
                  <a:pt x="24107" y="1996"/>
                </a:moveTo>
                <a:lnTo>
                  <a:pt x="23948" y="1996"/>
                </a:lnTo>
                <a:lnTo>
                  <a:pt x="23948" y="1880"/>
                </a:lnTo>
                <a:lnTo>
                  <a:pt x="24107" y="1880"/>
                </a:lnTo>
                <a:lnTo>
                  <a:pt x="24107" y="1996"/>
                </a:lnTo>
                <a:moveTo>
                  <a:pt x="23842" y="1996"/>
                </a:moveTo>
                <a:lnTo>
                  <a:pt x="23684" y="1996"/>
                </a:lnTo>
                <a:lnTo>
                  <a:pt x="23684" y="1880"/>
                </a:lnTo>
                <a:lnTo>
                  <a:pt x="23842" y="1880"/>
                </a:lnTo>
                <a:lnTo>
                  <a:pt x="23842" y="1996"/>
                </a:lnTo>
                <a:moveTo>
                  <a:pt x="23578" y="1996"/>
                </a:moveTo>
                <a:lnTo>
                  <a:pt x="23419" y="1996"/>
                </a:lnTo>
                <a:lnTo>
                  <a:pt x="23419" y="1880"/>
                </a:lnTo>
                <a:lnTo>
                  <a:pt x="23578" y="1880"/>
                </a:lnTo>
                <a:lnTo>
                  <a:pt x="23578" y="1996"/>
                </a:lnTo>
                <a:moveTo>
                  <a:pt x="23313" y="1996"/>
                </a:moveTo>
                <a:lnTo>
                  <a:pt x="23154" y="1996"/>
                </a:lnTo>
                <a:lnTo>
                  <a:pt x="23154" y="1880"/>
                </a:lnTo>
                <a:lnTo>
                  <a:pt x="23313" y="1880"/>
                </a:lnTo>
                <a:lnTo>
                  <a:pt x="23313" y="1996"/>
                </a:lnTo>
                <a:moveTo>
                  <a:pt x="23048" y="1996"/>
                </a:moveTo>
                <a:lnTo>
                  <a:pt x="22889" y="1996"/>
                </a:lnTo>
                <a:lnTo>
                  <a:pt x="22889" y="1880"/>
                </a:lnTo>
                <a:lnTo>
                  <a:pt x="23048" y="1880"/>
                </a:lnTo>
                <a:lnTo>
                  <a:pt x="23048" y="1996"/>
                </a:lnTo>
                <a:moveTo>
                  <a:pt x="22783" y="1996"/>
                </a:moveTo>
                <a:lnTo>
                  <a:pt x="22624" y="1996"/>
                </a:lnTo>
                <a:lnTo>
                  <a:pt x="22624" y="1880"/>
                </a:lnTo>
                <a:lnTo>
                  <a:pt x="22783" y="1880"/>
                </a:lnTo>
                <a:lnTo>
                  <a:pt x="22783" y="1996"/>
                </a:lnTo>
                <a:moveTo>
                  <a:pt x="22518" y="1996"/>
                </a:moveTo>
                <a:lnTo>
                  <a:pt x="22360" y="1996"/>
                </a:lnTo>
                <a:lnTo>
                  <a:pt x="22360" y="1880"/>
                </a:lnTo>
                <a:lnTo>
                  <a:pt x="22518" y="1880"/>
                </a:lnTo>
                <a:lnTo>
                  <a:pt x="22518" y="1996"/>
                </a:lnTo>
                <a:moveTo>
                  <a:pt x="22254" y="1996"/>
                </a:moveTo>
                <a:lnTo>
                  <a:pt x="22095" y="1996"/>
                </a:lnTo>
                <a:lnTo>
                  <a:pt x="22095" y="1880"/>
                </a:lnTo>
                <a:lnTo>
                  <a:pt x="22254" y="1880"/>
                </a:lnTo>
                <a:lnTo>
                  <a:pt x="22254" y="1996"/>
                </a:lnTo>
                <a:moveTo>
                  <a:pt x="21989" y="1996"/>
                </a:moveTo>
                <a:lnTo>
                  <a:pt x="21830" y="1996"/>
                </a:lnTo>
                <a:lnTo>
                  <a:pt x="21830" y="1880"/>
                </a:lnTo>
                <a:lnTo>
                  <a:pt x="21989" y="1880"/>
                </a:lnTo>
                <a:lnTo>
                  <a:pt x="21989" y="1996"/>
                </a:lnTo>
                <a:moveTo>
                  <a:pt x="21724" y="1996"/>
                </a:moveTo>
                <a:lnTo>
                  <a:pt x="21565" y="1996"/>
                </a:lnTo>
                <a:lnTo>
                  <a:pt x="21565" y="1880"/>
                </a:lnTo>
                <a:lnTo>
                  <a:pt x="21724" y="1880"/>
                </a:lnTo>
                <a:lnTo>
                  <a:pt x="21724" y="1996"/>
                </a:lnTo>
                <a:moveTo>
                  <a:pt x="21459" y="1996"/>
                </a:moveTo>
                <a:lnTo>
                  <a:pt x="21300" y="1996"/>
                </a:lnTo>
                <a:lnTo>
                  <a:pt x="21300" y="1880"/>
                </a:lnTo>
                <a:lnTo>
                  <a:pt x="21459" y="1880"/>
                </a:lnTo>
                <a:lnTo>
                  <a:pt x="21459" y="1996"/>
                </a:lnTo>
                <a:moveTo>
                  <a:pt x="21194" y="1996"/>
                </a:moveTo>
                <a:lnTo>
                  <a:pt x="21036" y="1996"/>
                </a:lnTo>
                <a:lnTo>
                  <a:pt x="21036" y="1880"/>
                </a:lnTo>
                <a:lnTo>
                  <a:pt x="21194" y="1880"/>
                </a:lnTo>
                <a:lnTo>
                  <a:pt x="21194" y="1996"/>
                </a:lnTo>
                <a:moveTo>
                  <a:pt x="20930" y="1996"/>
                </a:moveTo>
                <a:lnTo>
                  <a:pt x="20771" y="1996"/>
                </a:lnTo>
                <a:lnTo>
                  <a:pt x="20771" y="1880"/>
                </a:lnTo>
                <a:lnTo>
                  <a:pt x="20930" y="1880"/>
                </a:lnTo>
                <a:lnTo>
                  <a:pt x="20930" y="1996"/>
                </a:lnTo>
                <a:moveTo>
                  <a:pt x="20665" y="1996"/>
                </a:moveTo>
                <a:lnTo>
                  <a:pt x="20506" y="1996"/>
                </a:lnTo>
                <a:lnTo>
                  <a:pt x="20506" y="1880"/>
                </a:lnTo>
                <a:lnTo>
                  <a:pt x="20665" y="1880"/>
                </a:lnTo>
                <a:lnTo>
                  <a:pt x="20665" y="1996"/>
                </a:lnTo>
                <a:moveTo>
                  <a:pt x="20400" y="1996"/>
                </a:moveTo>
                <a:lnTo>
                  <a:pt x="20241" y="1996"/>
                </a:lnTo>
                <a:lnTo>
                  <a:pt x="20241" y="1880"/>
                </a:lnTo>
                <a:lnTo>
                  <a:pt x="20400" y="1880"/>
                </a:lnTo>
                <a:lnTo>
                  <a:pt x="20400" y="1996"/>
                </a:lnTo>
                <a:moveTo>
                  <a:pt x="20135" y="1996"/>
                </a:moveTo>
                <a:lnTo>
                  <a:pt x="19976" y="1996"/>
                </a:lnTo>
                <a:lnTo>
                  <a:pt x="19976" y="1880"/>
                </a:lnTo>
                <a:lnTo>
                  <a:pt x="20135" y="1880"/>
                </a:lnTo>
                <a:lnTo>
                  <a:pt x="20135" y="1996"/>
                </a:lnTo>
                <a:moveTo>
                  <a:pt x="19870" y="1996"/>
                </a:moveTo>
                <a:lnTo>
                  <a:pt x="19712" y="1996"/>
                </a:lnTo>
                <a:lnTo>
                  <a:pt x="19712" y="1880"/>
                </a:lnTo>
                <a:lnTo>
                  <a:pt x="19870" y="1880"/>
                </a:lnTo>
                <a:lnTo>
                  <a:pt x="19870" y="1996"/>
                </a:lnTo>
                <a:moveTo>
                  <a:pt x="19606" y="1996"/>
                </a:moveTo>
                <a:lnTo>
                  <a:pt x="19447" y="1996"/>
                </a:lnTo>
                <a:lnTo>
                  <a:pt x="19447" y="1880"/>
                </a:lnTo>
                <a:lnTo>
                  <a:pt x="19606" y="1880"/>
                </a:lnTo>
                <a:lnTo>
                  <a:pt x="19606" y="1996"/>
                </a:lnTo>
                <a:moveTo>
                  <a:pt x="19341" y="1996"/>
                </a:moveTo>
                <a:lnTo>
                  <a:pt x="19182" y="1996"/>
                </a:lnTo>
                <a:lnTo>
                  <a:pt x="19182" y="1880"/>
                </a:lnTo>
                <a:lnTo>
                  <a:pt x="19341" y="1880"/>
                </a:lnTo>
                <a:lnTo>
                  <a:pt x="19341" y="1996"/>
                </a:lnTo>
                <a:moveTo>
                  <a:pt x="19076" y="1996"/>
                </a:moveTo>
                <a:lnTo>
                  <a:pt x="18917" y="1996"/>
                </a:lnTo>
                <a:lnTo>
                  <a:pt x="18917" y="1880"/>
                </a:lnTo>
                <a:lnTo>
                  <a:pt x="19076" y="1880"/>
                </a:lnTo>
                <a:lnTo>
                  <a:pt x="19076" y="1996"/>
                </a:lnTo>
                <a:moveTo>
                  <a:pt x="18811" y="1996"/>
                </a:moveTo>
                <a:lnTo>
                  <a:pt x="18652" y="1996"/>
                </a:lnTo>
                <a:lnTo>
                  <a:pt x="18652" y="1880"/>
                </a:lnTo>
                <a:lnTo>
                  <a:pt x="18811" y="1880"/>
                </a:lnTo>
                <a:lnTo>
                  <a:pt x="18811" y="1996"/>
                </a:lnTo>
                <a:moveTo>
                  <a:pt x="18546" y="1996"/>
                </a:moveTo>
                <a:lnTo>
                  <a:pt x="18388" y="1996"/>
                </a:lnTo>
                <a:lnTo>
                  <a:pt x="18388" y="1880"/>
                </a:lnTo>
                <a:lnTo>
                  <a:pt x="18546" y="1880"/>
                </a:lnTo>
                <a:lnTo>
                  <a:pt x="18546" y="1996"/>
                </a:lnTo>
                <a:moveTo>
                  <a:pt x="18282" y="1996"/>
                </a:moveTo>
                <a:lnTo>
                  <a:pt x="18123" y="1996"/>
                </a:lnTo>
                <a:lnTo>
                  <a:pt x="18123" y="1880"/>
                </a:lnTo>
                <a:lnTo>
                  <a:pt x="18282" y="1880"/>
                </a:lnTo>
                <a:lnTo>
                  <a:pt x="18282" y="1996"/>
                </a:lnTo>
                <a:moveTo>
                  <a:pt x="18017" y="1996"/>
                </a:moveTo>
                <a:lnTo>
                  <a:pt x="17858" y="1996"/>
                </a:lnTo>
                <a:lnTo>
                  <a:pt x="17858" y="1880"/>
                </a:lnTo>
                <a:lnTo>
                  <a:pt x="18017" y="1880"/>
                </a:lnTo>
                <a:lnTo>
                  <a:pt x="18017" y="1996"/>
                </a:lnTo>
                <a:moveTo>
                  <a:pt x="17752" y="1996"/>
                </a:moveTo>
                <a:lnTo>
                  <a:pt x="17593" y="1996"/>
                </a:lnTo>
                <a:lnTo>
                  <a:pt x="17593" y="1880"/>
                </a:lnTo>
                <a:lnTo>
                  <a:pt x="17752" y="1880"/>
                </a:lnTo>
                <a:lnTo>
                  <a:pt x="17752" y="1996"/>
                </a:lnTo>
                <a:moveTo>
                  <a:pt x="17487" y="1996"/>
                </a:moveTo>
                <a:lnTo>
                  <a:pt x="17328" y="1996"/>
                </a:lnTo>
                <a:lnTo>
                  <a:pt x="17328" y="1880"/>
                </a:lnTo>
                <a:lnTo>
                  <a:pt x="17487" y="1880"/>
                </a:lnTo>
                <a:lnTo>
                  <a:pt x="17487" y="1996"/>
                </a:lnTo>
                <a:moveTo>
                  <a:pt x="17222" y="1996"/>
                </a:moveTo>
                <a:lnTo>
                  <a:pt x="17064" y="1996"/>
                </a:lnTo>
                <a:lnTo>
                  <a:pt x="17064" y="1880"/>
                </a:lnTo>
                <a:lnTo>
                  <a:pt x="17222" y="1880"/>
                </a:lnTo>
                <a:lnTo>
                  <a:pt x="17222" y="1996"/>
                </a:lnTo>
                <a:moveTo>
                  <a:pt x="16958" y="1996"/>
                </a:moveTo>
                <a:lnTo>
                  <a:pt x="16799" y="1996"/>
                </a:lnTo>
                <a:lnTo>
                  <a:pt x="16799" y="1880"/>
                </a:lnTo>
                <a:lnTo>
                  <a:pt x="16958" y="1880"/>
                </a:lnTo>
                <a:lnTo>
                  <a:pt x="16958" y="1996"/>
                </a:lnTo>
                <a:moveTo>
                  <a:pt x="16693" y="1996"/>
                </a:moveTo>
                <a:lnTo>
                  <a:pt x="16534" y="1996"/>
                </a:lnTo>
                <a:lnTo>
                  <a:pt x="16534" y="1880"/>
                </a:lnTo>
                <a:lnTo>
                  <a:pt x="16693" y="1880"/>
                </a:lnTo>
                <a:lnTo>
                  <a:pt x="16693" y="1996"/>
                </a:lnTo>
                <a:moveTo>
                  <a:pt x="16428" y="1996"/>
                </a:moveTo>
                <a:lnTo>
                  <a:pt x="16269" y="1996"/>
                </a:lnTo>
                <a:lnTo>
                  <a:pt x="16269" y="1880"/>
                </a:lnTo>
                <a:lnTo>
                  <a:pt x="16428" y="1880"/>
                </a:lnTo>
                <a:lnTo>
                  <a:pt x="16428" y="1996"/>
                </a:lnTo>
                <a:moveTo>
                  <a:pt x="16163" y="1996"/>
                </a:moveTo>
                <a:lnTo>
                  <a:pt x="16004" y="1996"/>
                </a:lnTo>
                <a:lnTo>
                  <a:pt x="16004" y="1880"/>
                </a:lnTo>
                <a:lnTo>
                  <a:pt x="16163" y="1880"/>
                </a:lnTo>
                <a:lnTo>
                  <a:pt x="16163" y="1996"/>
                </a:lnTo>
                <a:moveTo>
                  <a:pt x="15898" y="1996"/>
                </a:moveTo>
                <a:lnTo>
                  <a:pt x="15740" y="1996"/>
                </a:lnTo>
                <a:lnTo>
                  <a:pt x="15740" y="1880"/>
                </a:lnTo>
                <a:lnTo>
                  <a:pt x="15898" y="1880"/>
                </a:lnTo>
                <a:lnTo>
                  <a:pt x="15898" y="1996"/>
                </a:lnTo>
                <a:moveTo>
                  <a:pt x="15634" y="1996"/>
                </a:moveTo>
                <a:lnTo>
                  <a:pt x="15475" y="1996"/>
                </a:lnTo>
                <a:lnTo>
                  <a:pt x="15475" y="1880"/>
                </a:lnTo>
                <a:lnTo>
                  <a:pt x="15634" y="1880"/>
                </a:lnTo>
                <a:lnTo>
                  <a:pt x="15634" y="1996"/>
                </a:lnTo>
                <a:moveTo>
                  <a:pt x="15369" y="1996"/>
                </a:moveTo>
                <a:lnTo>
                  <a:pt x="15210" y="1996"/>
                </a:lnTo>
                <a:lnTo>
                  <a:pt x="15210" y="1880"/>
                </a:lnTo>
                <a:lnTo>
                  <a:pt x="15369" y="1880"/>
                </a:lnTo>
                <a:lnTo>
                  <a:pt x="15369" y="1996"/>
                </a:lnTo>
                <a:moveTo>
                  <a:pt x="15104" y="1996"/>
                </a:moveTo>
                <a:lnTo>
                  <a:pt x="14945" y="1996"/>
                </a:lnTo>
                <a:lnTo>
                  <a:pt x="14945" y="1880"/>
                </a:lnTo>
                <a:lnTo>
                  <a:pt x="15104" y="1880"/>
                </a:lnTo>
                <a:lnTo>
                  <a:pt x="15104" y="1996"/>
                </a:lnTo>
                <a:moveTo>
                  <a:pt x="14839" y="1996"/>
                </a:moveTo>
                <a:lnTo>
                  <a:pt x="14680" y="1996"/>
                </a:lnTo>
                <a:lnTo>
                  <a:pt x="14680" y="1880"/>
                </a:lnTo>
                <a:lnTo>
                  <a:pt x="14839" y="1880"/>
                </a:lnTo>
                <a:lnTo>
                  <a:pt x="14839" y="1996"/>
                </a:lnTo>
                <a:moveTo>
                  <a:pt x="14574" y="1996"/>
                </a:moveTo>
                <a:lnTo>
                  <a:pt x="14416" y="1996"/>
                </a:lnTo>
                <a:lnTo>
                  <a:pt x="14416" y="1880"/>
                </a:lnTo>
                <a:lnTo>
                  <a:pt x="14574" y="1880"/>
                </a:lnTo>
                <a:lnTo>
                  <a:pt x="14574" y="1996"/>
                </a:lnTo>
                <a:moveTo>
                  <a:pt x="14310" y="1996"/>
                </a:moveTo>
                <a:lnTo>
                  <a:pt x="14151" y="1996"/>
                </a:lnTo>
                <a:lnTo>
                  <a:pt x="14151" y="1880"/>
                </a:lnTo>
                <a:lnTo>
                  <a:pt x="14310" y="1880"/>
                </a:lnTo>
                <a:lnTo>
                  <a:pt x="14310" y="1996"/>
                </a:lnTo>
                <a:moveTo>
                  <a:pt x="14045" y="1996"/>
                </a:moveTo>
                <a:lnTo>
                  <a:pt x="13886" y="1996"/>
                </a:lnTo>
                <a:lnTo>
                  <a:pt x="13886" y="1880"/>
                </a:lnTo>
                <a:lnTo>
                  <a:pt x="14045" y="1880"/>
                </a:lnTo>
                <a:lnTo>
                  <a:pt x="14045" y="1996"/>
                </a:lnTo>
                <a:moveTo>
                  <a:pt x="13780" y="1996"/>
                </a:moveTo>
                <a:lnTo>
                  <a:pt x="13621" y="1996"/>
                </a:lnTo>
                <a:lnTo>
                  <a:pt x="13621" y="1880"/>
                </a:lnTo>
                <a:lnTo>
                  <a:pt x="13780" y="1880"/>
                </a:lnTo>
                <a:lnTo>
                  <a:pt x="13780" y="1996"/>
                </a:lnTo>
                <a:moveTo>
                  <a:pt x="13515" y="1996"/>
                </a:moveTo>
                <a:lnTo>
                  <a:pt x="13356" y="1996"/>
                </a:lnTo>
                <a:lnTo>
                  <a:pt x="13356" y="1880"/>
                </a:lnTo>
                <a:lnTo>
                  <a:pt x="13515" y="1880"/>
                </a:lnTo>
                <a:lnTo>
                  <a:pt x="13515" y="1996"/>
                </a:lnTo>
                <a:moveTo>
                  <a:pt x="13249" y="1996"/>
                </a:moveTo>
                <a:lnTo>
                  <a:pt x="13091" y="1996"/>
                </a:lnTo>
                <a:lnTo>
                  <a:pt x="13091" y="1880"/>
                </a:lnTo>
                <a:lnTo>
                  <a:pt x="13249" y="1880"/>
                </a:lnTo>
                <a:lnTo>
                  <a:pt x="13249" y="1996"/>
                </a:lnTo>
                <a:moveTo>
                  <a:pt x="12984" y="1996"/>
                </a:moveTo>
                <a:lnTo>
                  <a:pt x="12826" y="1996"/>
                </a:lnTo>
                <a:lnTo>
                  <a:pt x="12826" y="1880"/>
                </a:lnTo>
                <a:lnTo>
                  <a:pt x="12984" y="1880"/>
                </a:lnTo>
                <a:lnTo>
                  <a:pt x="12984" y="1996"/>
                </a:lnTo>
                <a:moveTo>
                  <a:pt x="12720" y="1996"/>
                </a:moveTo>
                <a:lnTo>
                  <a:pt x="12561" y="1996"/>
                </a:lnTo>
                <a:lnTo>
                  <a:pt x="12561" y="1880"/>
                </a:lnTo>
                <a:lnTo>
                  <a:pt x="12720" y="1880"/>
                </a:lnTo>
                <a:lnTo>
                  <a:pt x="12720" y="1996"/>
                </a:lnTo>
                <a:moveTo>
                  <a:pt x="12455" y="1996"/>
                </a:moveTo>
                <a:lnTo>
                  <a:pt x="12296" y="1996"/>
                </a:lnTo>
                <a:lnTo>
                  <a:pt x="12296" y="1880"/>
                </a:lnTo>
                <a:lnTo>
                  <a:pt x="12455" y="1880"/>
                </a:lnTo>
                <a:lnTo>
                  <a:pt x="12455" y="1996"/>
                </a:lnTo>
                <a:moveTo>
                  <a:pt x="12190" y="1996"/>
                </a:moveTo>
                <a:lnTo>
                  <a:pt x="12031" y="1996"/>
                </a:lnTo>
                <a:lnTo>
                  <a:pt x="12031" y="1880"/>
                </a:lnTo>
                <a:lnTo>
                  <a:pt x="12190" y="1880"/>
                </a:lnTo>
                <a:lnTo>
                  <a:pt x="12190" y="1996"/>
                </a:lnTo>
                <a:moveTo>
                  <a:pt x="11925" y="1996"/>
                </a:moveTo>
                <a:lnTo>
                  <a:pt x="11767" y="1996"/>
                </a:lnTo>
                <a:lnTo>
                  <a:pt x="11767" y="1880"/>
                </a:lnTo>
                <a:lnTo>
                  <a:pt x="11925" y="1880"/>
                </a:lnTo>
                <a:lnTo>
                  <a:pt x="11925" y="1996"/>
                </a:lnTo>
                <a:moveTo>
                  <a:pt x="11660" y="1996"/>
                </a:moveTo>
                <a:lnTo>
                  <a:pt x="11502" y="1996"/>
                </a:lnTo>
                <a:lnTo>
                  <a:pt x="11502" y="1880"/>
                </a:lnTo>
                <a:lnTo>
                  <a:pt x="11660" y="1880"/>
                </a:lnTo>
                <a:lnTo>
                  <a:pt x="11660" y="1996"/>
                </a:lnTo>
                <a:moveTo>
                  <a:pt x="11396" y="1996"/>
                </a:moveTo>
                <a:lnTo>
                  <a:pt x="11237" y="1996"/>
                </a:lnTo>
                <a:lnTo>
                  <a:pt x="11237" y="1880"/>
                </a:lnTo>
                <a:lnTo>
                  <a:pt x="11396" y="1880"/>
                </a:lnTo>
                <a:lnTo>
                  <a:pt x="11396" y="1996"/>
                </a:lnTo>
                <a:moveTo>
                  <a:pt x="11131" y="1996"/>
                </a:moveTo>
                <a:lnTo>
                  <a:pt x="10972" y="1996"/>
                </a:lnTo>
                <a:lnTo>
                  <a:pt x="10972" y="1880"/>
                </a:lnTo>
                <a:lnTo>
                  <a:pt x="11131" y="1880"/>
                </a:lnTo>
                <a:lnTo>
                  <a:pt x="11131" y="1996"/>
                </a:lnTo>
                <a:moveTo>
                  <a:pt x="10866" y="1996"/>
                </a:moveTo>
                <a:lnTo>
                  <a:pt x="10707" y="1996"/>
                </a:lnTo>
                <a:lnTo>
                  <a:pt x="10707" y="1880"/>
                </a:lnTo>
                <a:lnTo>
                  <a:pt x="10866" y="1880"/>
                </a:lnTo>
                <a:lnTo>
                  <a:pt x="10866" y="1996"/>
                </a:lnTo>
                <a:moveTo>
                  <a:pt x="10601" y="1996"/>
                </a:moveTo>
                <a:lnTo>
                  <a:pt x="10443" y="1996"/>
                </a:lnTo>
                <a:lnTo>
                  <a:pt x="10443" y="1880"/>
                </a:lnTo>
                <a:lnTo>
                  <a:pt x="10601" y="1880"/>
                </a:lnTo>
                <a:lnTo>
                  <a:pt x="10601" y="1996"/>
                </a:lnTo>
                <a:moveTo>
                  <a:pt x="10336" y="1996"/>
                </a:moveTo>
                <a:lnTo>
                  <a:pt x="10178" y="1996"/>
                </a:lnTo>
                <a:lnTo>
                  <a:pt x="10178" y="1880"/>
                </a:lnTo>
                <a:lnTo>
                  <a:pt x="10336" y="1880"/>
                </a:lnTo>
                <a:lnTo>
                  <a:pt x="10336" y="1996"/>
                </a:lnTo>
                <a:moveTo>
                  <a:pt x="10072" y="1996"/>
                </a:moveTo>
                <a:lnTo>
                  <a:pt x="9913" y="1996"/>
                </a:lnTo>
                <a:lnTo>
                  <a:pt x="9913" y="1880"/>
                </a:lnTo>
                <a:lnTo>
                  <a:pt x="10072" y="1880"/>
                </a:lnTo>
                <a:lnTo>
                  <a:pt x="10072" y="1996"/>
                </a:lnTo>
                <a:moveTo>
                  <a:pt x="9807" y="1996"/>
                </a:moveTo>
                <a:lnTo>
                  <a:pt x="9648" y="1996"/>
                </a:lnTo>
                <a:lnTo>
                  <a:pt x="9648" y="1880"/>
                </a:lnTo>
                <a:lnTo>
                  <a:pt x="9807" y="1880"/>
                </a:lnTo>
                <a:lnTo>
                  <a:pt x="9807" y="1996"/>
                </a:lnTo>
                <a:moveTo>
                  <a:pt x="9542" y="1996"/>
                </a:moveTo>
                <a:lnTo>
                  <a:pt x="9383" y="1996"/>
                </a:lnTo>
                <a:lnTo>
                  <a:pt x="9383" y="1880"/>
                </a:lnTo>
                <a:lnTo>
                  <a:pt x="9542" y="1880"/>
                </a:lnTo>
                <a:lnTo>
                  <a:pt x="9542" y="1996"/>
                </a:lnTo>
                <a:moveTo>
                  <a:pt x="9277" y="1996"/>
                </a:moveTo>
                <a:lnTo>
                  <a:pt x="9118" y="1996"/>
                </a:lnTo>
                <a:lnTo>
                  <a:pt x="9118" y="1880"/>
                </a:lnTo>
                <a:lnTo>
                  <a:pt x="9277" y="1880"/>
                </a:lnTo>
                <a:lnTo>
                  <a:pt x="9277" y="1996"/>
                </a:lnTo>
                <a:moveTo>
                  <a:pt x="9012" y="1996"/>
                </a:moveTo>
                <a:lnTo>
                  <a:pt x="8854" y="1996"/>
                </a:lnTo>
                <a:lnTo>
                  <a:pt x="8854" y="1880"/>
                </a:lnTo>
                <a:lnTo>
                  <a:pt x="9012" y="1880"/>
                </a:lnTo>
                <a:lnTo>
                  <a:pt x="9012" y="1996"/>
                </a:lnTo>
                <a:moveTo>
                  <a:pt x="8748" y="1996"/>
                </a:moveTo>
                <a:lnTo>
                  <a:pt x="8589" y="1996"/>
                </a:lnTo>
                <a:lnTo>
                  <a:pt x="8589" y="1880"/>
                </a:lnTo>
                <a:lnTo>
                  <a:pt x="8748" y="1880"/>
                </a:lnTo>
                <a:lnTo>
                  <a:pt x="8748" y="1996"/>
                </a:lnTo>
                <a:moveTo>
                  <a:pt x="8483" y="1996"/>
                </a:moveTo>
                <a:lnTo>
                  <a:pt x="8324" y="1996"/>
                </a:lnTo>
                <a:lnTo>
                  <a:pt x="8324" y="1880"/>
                </a:lnTo>
                <a:lnTo>
                  <a:pt x="8483" y="1880"/>
                </a:lnTo>
                <a:lnTo>
                  <a:pt x="8483" y="1996"/>
                </a:lnTo>
                <a:moveTo>
                  <a:pt x="8218" y="1996"/>
                </a:moveTo>
                <a:lnTo>
                  <a:pt x="8059" y="1996"/>
                </a:lnTo>
                <a:lnTo>
                  <a:pt x="8059" y="1880"/>
                </a:lnTo>
                <a:lnTo>
                  <a:pt x="8218" y="1880"/>
                </a:lnTo>
                <a:lnTo>
                  <a:pt x="8218" y="1996"/>
                </a:lnTo>
                <a:moveTo>
                  <a:pt x="7953" y="1996"/>
                </a:moveTo>
                <a:lnTo>
                  <a:pt x="7794" y="1996"/>
                </a:lnTo>
                <a:lnTo>
                  <a:pt x="7794" y="1880"/>
                </a:lnTo>
                <a:lnTo>
                  <a:pt x="7953" y="1880"/>
                </a:lnTo>
                <a:lnTo>
                  <a:pt x="7953" y="1996"/>
                </a:lnTo>
                <a:moveTo>
                  <a:pt x="7688" y="1996"/>
                </a:moveTo>
                <a:lnTo>
                  <a:pt x="7530" y="1996"/>
                </a:lnTo>
                <a:lnTo>
                  <a:pt x="7530" y="1880"/>
                </a:lnTo>
                <a:lnTo>
                  <a:pt x="7688" y="1880"/>
                </a:lnTo>
                <a:lnTo>
                  <a:pt x="7688" y="1996"/>
                </a:lnTo>
                <a:moveTo>
                  <a:pt x="7424" y="1996"/>
                </a:moveTo>
                <a:lnTo>
                  <a:pt x="7265" y="1996"/>
                </a:lnTo>
                <a:lnTo>
                  <a:pt x="7265" y="1880"/>
                </a:lnTo>
                <a:lnTo>
                  <a:pt x="7424" y="1880"/>
                </a:lnTo>
                <a:lnTo>
                  <a:pt x="7424" y="1996"/>
                </a:lnTo>
                <a:moveTo>
                  <a:pt x="7159" y="1996"/>
                </a:moveTo>
                <a:lnTo>
                  <a:pt x="7000" y="1996"/>
                </a:lnTo>
                <a:lnTo>
                  <a:pt x="7000" y="1880"/>
                </a:lnTo>
                <a:lnTo>
                  <a:pt x="7159" y="1880"/>
                </a:lnTo>
                <a:lnTo>
                  <a:pt x="7159" y="1996"/>
                </a:lnTo>
                <a:moveTo>
                  <a:pt x="6894" y="1996"/>
                </a:moveTo>
                <a:lnTo>
                  <a:pt x="6735" y="1996"/>
                </a:lnTo>
                <a:lnTo>
                  <a:pt x="6735" y="1880"/>
                </a:lnTo>
                <a:lnTo>
                  <a:pt x="6894" y="1880"/>
                </a:lnTo>
                <a:lnTo>
                  <a:pt x="6894" y="1996"/>
                </a:lnTo>
                <a:moveTo>
                  <a:pt x="6629" y="1996"/>
                </a:moveTo>
                <a:lnTo>
                  <a:pt x="6470" y="1996"/>
                </a:lnTo>
                <a:lnTo>
                  <a:pt x="6470" y="1880"/>
                </a:lnTo>
                <a:lnTo>
                  <a:pt x="6629" y="1880"/>
                </a:lnTo>
                <a:lnTo>
                  <a:pt x="6629" y="1996"/>
                </a:lnTo>
                <a:moveTo>
                  <a:pt x="6364" y="1996"/>
                </a:moveTo>
                <a:lnTo>
                  <a:pt x="6206" y="1996"/>
                </a:lnTo>
                <a:lnTo>
                  <a:pt x="6206" y="1880"/>
                </a:lnTo>
                <a:lnTo>
                  <a:pt x="6364" y="1880"/>
                </a:lnTo>
                <a:lnTo>
                  <a:pt x="6364" y="1996"/>
                </a:lnTo>
                <a:moveTo>
                  <a:pt x="6100" y="1996"/>
                </a:moveTo>
                <a:lnTo>
                  <a:pt x="5941" y="1996"/>
                </a:lnTo>
                <a:lnTo>
                  <a:pt x="5941" y="1880"/>
                </a:lnTo>
                <a:lnTo>
                  <a:pt x="6100" y="1880"/>
                </a:lnTo>
                <a:lnTo>
                  <a:pt x="6100" y="1996"/>
                </a:lnTo>
                <a:moveTo>
                  <a:pt x="5835" y="1996"/>
                </a:moveTo>
                <a:lnTo>
                  <a:pt x="5676" y="1996"/>
                </a:lnTo>
                <a:lnTo>
                  <a:pt x="5676" y="1880"/>
                </a:lnTo>
                <a:lnTo>
                  <a:pt x="5835" y="1880"/>
                </a:lnTo>
                <a:lnTo>
                  <a:pt x="5835" y="1996"/>
                </a:lnTo>
                <a:moveTo>
                  <a:pt x="5570" y="1996"/>
                </a:moveTo>
                <a:lnTo>
                  <a:pt x="5411" y="1996"/>
                </a:lnTo>
                <a:lnTo>
                  <a:pt x="5411" y="1880"/>
                </a:lnTo>
                <a:lnTo>
                  <a:pt x="5570" y="1880"/>
                </a:lnTo>
                <a:lnTo>
                  <a:pt x="5570" y="1996"/>
                </a:lnTo>
                <a:moveTo>
                  <a:pt x="5305" y="1996"/>
                </a:moveTo>
                <a:lnTo>
                  <a:pt x="5146" y="1996"/>
                </a:lnTo>
                <a:lnTo>
                  <a:pt x="5146" y="1880"/>
                </a:lnTo>
                <a:lnTo>
                  <a:pt x="5305" y="1880"/>
                </a:lnTo>
                <a:lnTo>
                  <a:pt x="5305" y="1996"/>
                </a:lnTo>
                <a:moveTo>
                  <a:pt x="5040" y="1996"/>
                </a:moveTo>
                <a:lnTo>
                  <a:pt x="4882" y="1996"/>
                </a:lnTo>
                <a:lnTo>
                  <a:pt x="4882" y="1880"/>
                </a:lnTo>
                <a:lnTo>
                  <a:pt x="5040" y="1880"/>
                </a:lnTo>
                <a:lnTo>
                  <a:pt x="5040" y="1996"/>
                </a:lnTo>
                <a:moveTo>
                  <a:pt x="4776" y="1996"/>
                </a:moveTo>
                <a:lnTo>
                  <a:pt x="4617" y="1996"/>
                </a:lnTo>
                <a:lnTo>
                  <a:pt x="4617" y="1880"/>
                </a:lnTo>
                <a:lnTo>
                  <a:pt x="4776" y="1880"/>
                </a:lnTo>
                <a:lnTo>
                  <a:pt x="4776" y="1996"/>
                </a:lnTo>
                <a:moveTo>
                  <a:pt x="4511" y="1996"/>
                </a:moveTo>
                <a:lnTo>
                  <a:pt x="4352" y="1996"/>
                </a:lnTo>
                <a:lnTo>
                  <a:pt x="4352" y="1880"/>
                </a:lnTo>
                <a:lnTo>
                  <a:pt x="4511" y="1880"/>
                </a:lnTo>
                <a:lnTo>
                  <a:pt x="4511" y="1996"/>
                </a:lnTo>
                <a:moveTo>
                  <a:pt x="4246" y="1996"/>
                </a:moveTo>
                <a:lnTo>
                  <a:pt x="4087" y="1996"/>
                </a:lnTo>
                <a:lnTo>
                  <a:pt x="4087" y="1880"/>
                </a:lnTo>
                <a:lnTo>
                  <a:pt x="4246" y="1880"/>
                </a:lnTo>
                <a:lnTo>
                  <a:pt x="4246" y="1996"/>
                </a:lnTo>
                <a:moveTo>
                  <a:pt x="3981" y="1996"/>
                </a:moveTo>
                <a:lnTo>
                  <a:pt x="3822" y="1996"/>
                </a:lnTo>
                <a:lnTo>
                  <a:pt x="3822" y="1880"/>
                </a:lnTo>
                <a:lnTo>
                  <a:pt x="3981" y="1880"/>
                </a:lnTo>
                <a:lnTo>
                  <a:pt x="3981" y="1996"/>
                </a:lnTo>
                <a:moveTo>
                  <a:pt x="3716" y="1996"/>
                </a:moveTo>
                <a:lnTo>
                  <a:pt x="3558" y="1996"/>
                </a:lnTo>
                <a:lnTo>
                  <a:pt x="3558" y="1880"/>
                </a:lnTo>
                <a:lnTo>
                  <a:pt x="3716" y="1880"/>
                </a:lnTo>
                <a:lnTo>
                  <a:pt x="3716" y="1996"/>
                </a:lnTo>
                <a:moveTo>
                  <a:pt x="3452" y="1996"/>
                </a:moveTo>
                <a:lnTo>
                  <a:pt x="3293" y="1996"/>
                </a:lnTo>
                <a:lnTo>
                  <a:pt x="3293" y="1880"/>
                </a:lnTo>
                <a:lnTo>
                  <a:pt x="3452" y="1880"/>
                </a:lnTo>
                <a:lnTo>
                  <a:pt x="3452" y="1996"/>
                </a:lnTo>
                <a:moveTo>
                  <a:pt x="3187" y="1996"/>
                </a:moveTo>
                <a:lnTo>
                  <a:pt x="3028" y="1996"/>
                </a:lnTo>
                <a:lnTo>
                  <a:pt x="3028" y="1880"/>
                </a:lnTo>
                <a:lnTo>
                  <a:pt x="3187" y="1880"/>
                </a:lnTo>
                <a:lnTo>
                  <a:pt x="3187" y="1996"/>
                </a:lnTo>
                <a:moveTo>
                  <a:pt x="2922" y="1996"/>
                </a:moveTo>
                <a:lnTo>
                  <a:pt x="2763" y="1996"/>
                </a:lnTo>
                <a:lnTo>
                  <a:pt x="2763" y="1880"/>
                </a:lnTo>
                <a:lnTo>
                  <a:pt x="2922" y="1880"/>
                </a:lnTo>
                <a:lnTo>
                  <a:pt x="2922" y="1996"/>
                </a:lnTo>
                <a:moveTo>
                  <a:pt x="2657" y="1996"/>
                </a:moveTo>
                <a:lnTo>
                  <a:pt x="2498" y="1996"/>
                </a:lnTo>
                <a:lnTo>
                  <a:pt x="2498" y="1880"/>
                </a:lnTo>
                <a:lnTo>
                  <a:pt x="2657" y="1880"/>
                </a:lnTo>
                <a:lnTo>
                  <a:pt x="2657" y="1996"/>
                </a:lnTo>
                <a:moveTo>
                  <a:pt x="2392" y="1996"/>
                </a:moveTo>
                <a:lnTo>
                  <a:pt x="2234" y="1996"/>
                </a:lnTo>
                <a:lnTo>
                  <a:pt x="2234" y="1880"/>
                </a:lnTo>
                <a:lnTo>
                  <a:pt x="2392" y="1880"/>
                </a:lnTo>
                <a:lnTo>
                  <a:pt x="2392" y="1996"/>
                </a:lnTo>
                <a:moveTo>
                  <a:pt x="2128" y="1996"/>
                </a:moveTo>
                <a:lnTo>
                  <a:pt x="1969" y="1996"/>
                </a:lnTo>
                <a:lnTo>
                  <a:pt x="1969" y="1880"/>
                </a:lnTo>
                <a:lnTo>
                  <a:pt x="2128" y="1880"/>
                </a:lnTo>
                <a:lnTo>
                  <a:pt x="2128" y="1996"/>
                </a:lnTo>
                <a:moveTo>
                  <a:pt x="1863" y="1996"/>
                </a:moveTo>
                <a:lnTo>
                  <a:pt x="1704" y="1996"/>
                </a:lnTo>
                <a:lnTo>
                  <a:pt x="1704" y="1880"/>
                </a:lnTo>
                <a:lnTo>
                  <a:pt x="1863" y="1880"/>
                </a:lnTo>
                <a:lnTo>
                  <a:pt x="1863" y="1996"/>
                </a:lnTo>
                <a:moveTo>
                  <a:pt x="1598" y="1996"/>
                </a:moveTo>
                <a:lnTo>
                  <a:pt x="1439" y="1996"/>
                </a:lnTo>
                <a:lnTo>
                  <a:pt x="1439" y="1880"/>
                </a:lnTo>
                <a:lnTo>
                  <a:pt x="1598" y="1880"/>
                </a:lnTo>
                <a:lnTo>
                  <a:pt x="1598" y="1996"/>
                </a:lnTo>
                <a:moveTo>
                  <a:pt x="1333" y="1996"/>
                </a:moveTo>
                <a:lnTo>
                  <a:pt x="1174" y="1996"/>
                </a:lnTo>
                <a:lnTo>
                  <a:pt x="1174" y="1880"/>
                </a:lnTo>
                <a:lnTo>
                  <a:pt x="1333" y="1880"/>
                </a:lnTo>
                <a:lnTo>
                  <a:pt x="1333" y="1996"/>
                </a:lnTo>
                <a:moveTo>
                  <a:pt x="1068" y="1996"/>
                </a:moveTo>
                <a:lnTo>
                  <a:pt x="910" y="1996"/>
                </a:lnTo>
                <a:lnTo>
                  <a:pt x="910" y="1880"/>
                </a:lnTo>
                <a:lnTo>
                  <a:pt x="1068" y="1880"/>
                </a:lnTo>
                <a:lnTo>
                  <a:pt x="1068" y="1996"/>
                </a:lnTo>
                <a:moveTo>
                  <a:pt x="804" y="1996"/>
                </a:moveTo>
                <a:lnTo>
                  <a:pt x="645" y="1996"/>
                </a:lnTo>
                <a:lnTo>
                  <a:pt x="645" y="1880"/>
                </a:lnTo>
                <a:lnTo>
                  <a:pt x="804" y="1880"/>
                </a:lnTo>
                <a:lnTo>
                  <a:pt x="804" y="1996"/>
                </a:lnTo>
                <a:moveTo>
                  <a:pt x="539" y="1996"/>
                </a:moveTo>
                <a:lnTo>
                  <a:pt x="380" y="1996"/>
                </a:lnTo>
                <a:lnTo>
                  <a:pt x="380" y="1880"/>
                </a:lnTo>
                <a:lnTo>
                  <a:pt x="539" y="1880"/>
                </a:lnTo>
                <a:lnTo>
                  <a:pt x="539" y="1996"/>
                </a:lnTo>
                <a:moveTo>
                  <a:pt x="270" y="1995"/>
                </a:moveTo>
                <a:cubicBezTo>
                  <a:pt x="201" y="1989"/>
                  <a:pt x="141" y="1962"/>
                  <a:pt x="91" y="1914"/>
                </a:cubicBezTo>
                <a:lnTo>
                  <a:pt x="172" y="1830"/>
                </a:lnTo>
                <a:cubicBezTo>
                  <a:pt x="202" y="1859"/>
                  <a:pt x="238" y="1875"/>
                  <a:pt x="280" y="1879"/>
                </a:cubicBezTo>
                <a:lnTo>
                  <a:pt x="270" y="1995"/>
                </a:lnTo>
                <a:moveTo>
                  <a:pt x="18" y="1803"/>
                </a:moveTo>
                <a:cubicBezTo>
                  <a:pt x="6" y="1770"/>
                  <a:pt x="0" y="1735"/>
                  <a:pt x="0" y="1700"/>
                </a:cubicBezTo>
                <a:lnTo>
                  <a:pt x="0" y="1626"/>
                </a:lnTo>
                <a:lnTo>
                  <a:pt x="116" y="1626"/>
                </a:lnTo>
                <a:lnTo>
                  <a:pt x="116" y="1700"/>
                </a:lnTo>
                <a:cubicBezTo>
                  <a:pt x="116" y="1721"/>
                  <a:pt x="120" y="1742"/>
                  <a:pt x="128" y="1762"/>
                </a:cubicBezTo>
                <a:lnTo>
                  <a:pt x="18" y="1803"/>
                </a:lnTo>
                <a:moveTo>
                  <a:pt x="0" y="1520"/>
                </a:moveTo>
                <a:lnTo>
                  <a:pt x="0" y="1361"/>
                </a:lnTo>
                <a:lnTo>
                  <a:pt x="116" y="1361"/>
                </a:lnTo>
                <a:lnTo>
                  <a:pt x="116" y="1520"/>
                </a:lnTo>
                <a:lnTo>
                  <a:pt x="0" y="1520"/>
                </a:lnTo>
                <a:moveTo>
                  <a:pt x="0" y="1255"/>
                </a:moveTo>
                <a:lnTo>
                  <a:pt x="0" y="1096"/>
                </a:lnTo>
                <a:lnTo>
                  <a:pt x="116" y="1096"/>
                </a:lnTo>
                <a:lnTo>
                  <a:pt x="116" y="1255"/>
                </a:lnTo>
                <a:lnTo>
                  <a:pt x="0" y="1255"/>
                </a:lnTo>
                <a:moveTo>
                  <a:pt x="0" y="990"/>
                </a:moveTo>
                <a:lnTo>
                  <a:pt x="0" y="830"/>
                </a:lnTo>
                <a:lnTo>
                  <a:pt x="116" y="830"/>
                </a:lnTo>
                <a:lnTo>
                  <a:pt x="116" y="990"/>
                </a:lnTo>
                <a:lnTo>
                  <a:pt x="0" y="990"/>
                </a:lnTo>
                <a:moveTo>
                  <a:pt x="0" y="724"/>
                </a:moveTo>
                <a:lnTo>
                  <a:pt x="0" y="565"/>
                </a:lnTo>
                <a:lnTo>
                  <a:pt x="116" y="565"/>
                </a:lnTo>
                <a:lnTo>
                  <a:pt x="116" y="724"/>
                </a:lnTo>
                <a:lnTo>
                  <a:pt x="0" y="724"/>
                </a:lnTo>
                <a:moveTo>
                  <a:pt x="0" y="459"/>
                </a:moveTo>
                <a:lnTo>
                  <a:pt x="0" y="301"/>
                </a:lnTo>
                <a:lnTo>
                  <a:pt x="116" y="301"/>
                </a:lnTo>
                <a:lnTo>
                  <a:pt x="116" y="459"/>
                </a:lnTo>
                <a:lnTo>
                  <a:pt x="0" y="459"/>
                </a:lnTo>
                <a:moveTo>
                  <a:pt x="27" y="173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5"/>
                  <a:pt x="150" y="183"/>
                  <a:pt x="133" y="222"/>
                </a:cubicBezTo>
                <a:lnTo>
                  <a:pt x="27" y="173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7"/>
                </a:lnTo>
                <a:lnTo>
                  <a:pt x="296" y="117"/>
                </a:lnTo>
                <a:cubicBezTo>
                  <a:pt x="295" y="117"/>
                  <a:pt x="294" y="117"/>
                  <a:pt x="293" y="117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655200" y="5046120"/>
            <a:ext cx="10881720" cy="718560"/>
          </a:xfrm>
          <a:custGeom>
            <a:avLst/>
            <a:gdLst/>
            <a:ahLst/>
            <a:rect l="0" t="0" r="r" b="b"/>
            <a:pathLst>
              <a:path w="30227" h="1996">
                <a:moveTo>
                  <a:pt x="561" y="0"/>
                </a:moveTo>
                <a:lnTo>
                  <a:pt x="720" y="0"/>
                </a:lnTo>
                <a:lnTo>
                  <a:pt x="720" y="117"/>
                </a:lnTo>
                <a:lnTo>
                  <a:pt x="561" y="117"/>
                </a:lnTo>
                <a:lnTo>
                  <a:pt x="561" y="0"/>
                </a:lnTo>
                <a:moveTo>
                  <a:pt x="826" y="0"/>
                </a:moveTo>
                <a:lnTo>
                  <a:pt x="985" y="0"/>
                </a:lnTo>
                <a:lnTo>
                  <a:pt x="985" y="117"/>
                </a:lnTo>
                <a:lnTo>
                  <a:pt x="826" y="117"/>
                </a:lnTo>
                <a:lnTo>
                  <a:pt x="826" y="0"/>
                </a:lnTo>
                <a:moveTo>
                  <a:pt x="1091" y="0"/>
                </a:moveTo>
                <a:lnTo>
                  <a:pt x="1249" y="0"/>
                </a:lnTo>
                <a:lnTo>
                  <a:pt x="1249" y="117"/>
                </a:lnTo>
                <a:lnTo>
                  <a:pt x="1091" y="117"/>
                </a:lnTo>
                <a:lnTo>
                  <a:pt x="1091" y="0"/>
                </a:lnTo>
                <a:moveTo>
                  <a:pt x="1355" y="0"/>
                </a:moveTo>
                <a:lnTo>
                  <a:pt x="1514" y="0"/>
                </a:lnTo>
                <a:lnTo>
                  <a:pt x="1514" y="117"/>
                </a:lnTo>
                <a:lnTo>
                  <a:pt x="1355" y="117"/>
                </a:lnTo>
                <a:lnTo>
                  <a:pt x="1355" y="0"/>
                </a:lnTo>
                <a:moveTo>
                  <a:pt x="1620" y="0"/>
                </a:moveTo>
                <a:lnTo>
                  <a:pt x="1779" y="0"/>
                </a:lnTo>
                <a:lnTo>
                  <a:pt x="1779" y="117"/>
                </a:lnTo>
                <a:lnTo>
                  <a:pt x="1620" y="117"/>
                </a:lnTo>
                <a:lnTo>
                  <a:pt x="1620" y="0"/>
                </a:lnTo>
                <a:moveTo>
                  <a:pt x="1885" y="0"/>
                </a:moveTo>
                <a:lnTo>
                  <a:pt x="2044" y="0"/>
                </a:lnTo>
                <a:lnTo>
                  <a:pt x="2044" y="117"/>
                </a:lnTo>
                <a:lnTo>
                  <a:pt x="1885" y="117"/>
                </a:lnTo>
                <a:lnTo>
                  <a:pt x="1885" y="0"/>
                </a:lnTo>
                <a:moveTo>
                  <a:pt x="2150" y="0"/>
                </a:moveTo>
                <a:lnTo>
                  <a:pt x="2309" y="0"/>
                </a:lnTo>
                <a:lnTo>
                  <a:pt x="2309" y="117"/>
                </a:lnTo>
                <a:lnTo>
                  <a:pt x="2150" y="117"/>
                </a:lnTo>
                <a:lnTo>
                  <a:pt x="2150" y="0"/>
                </a:lnTo>
                <a:moveTo>
                  <a:pt x="2415" y="0"/>
                </a:moveTo>
                <a:lnTo>
                  <a:pt x="2573" y="0"/>
                </a:lnTo>
                <a:lnTo>
                  <a:pt x="2573" y="117"/>
                </a:lnTo>
                <a:lnTo>
                  <a:pt x="2415" y="117"/>
                </a:lnTo>
                <a:lnTo>
                  <a:pt x="2415" y="0"/>
                </a:lnTo>
                <a:moveTo>
                  <a:pt x="2679" y="0"/>
                </a:moveTo>
                <a:lnTo>
                  <a:pt x="2838" y="0"/>
                </a:lnTo>
                <a:lnTo>
                  <a:pt x="2838" y="117"/>
                </a:lnTo>
                <a:lnTo>
                  <a:pt x="2679" y="117"/>
                </a:lnTo>
                <a:lnTo>
                  <a:pt x="2679" y="0"/>
                </a:lnTo>
                <a:moveTo>
                  <a:pt x="2944" y="0"/>
                </a:moveTo>
                <a:lnTo>
                  <a:pt x="3103" y="0"/>
                </a:lnTo>
                <a:lnTo>
                  <a:pt x="3103" y="117"/>
                </a:lnTo>
                <a:lnTo>
                  <a:pt x="2944" y="117"/>
                </a:lnTo>
                <a:lnTo>
                  <a:pt x="2944" y="0"/>
                </a:lnTo>
                <a:moveTo>
                  <a:pt x="3209" y="0"/>
                </a:moveTo>
                <a:lnTo>
                  <a:pt x="3368" y="0"/>
                </a:lnTo>
                <a:lnTo>
                  <a:pt x="3368" y="117"/>
                </a:lnTo>
                <a:lnTo>
                  <a:pt x="3209" y="117"/>
                </a:lnTo>
                <a:lnTo>
                  <a:pt x="3209" y="0"/>
                </a:lnTo>
                <a:moveTo>
                  <a:pt x="3474" y="0"/>
                </a:moveTo>
                <a:lnTo>
                  <a:pt x="3633" y="0"/>
                </a:lnTo>
                <a:lnTo>
                  <a:pt x="3633" y="117"/>
                </a:lnTo>
                <a:lnTo>
                  <a:pt x="3474" y="117"/>
                </a:lnTo>
                <a:lnTo>
                  <a:pt x="3474" y="0"/>
                </a:lnTo>
                <a:moveTo>
                  <a:pt x="3739" y="0"/>
                </a:moveTo>
                <a:lnTo>
                  <a:pt x="3897" y="0"/>
                </a:lnTo>
                <a:lnTo>
                  <a:pt x="3897" y="117"/>
                </a:lnTo>
                <a:lnTo>
                  <a:pt x="3739" y="117"/>
                </a:lnTo>
                <a:lnTo>
                  <a:pt x="3739" y="0"/>
                </a:lnTo>
                <a:moveTo>
                  <a:pt x="4003" y="0"/>
                </a:moveTo>
                <a:lnTo>
                  <a:pt x="4162" y="0"/>
                </a:lnTo>
                <a:lnTo>
                  <a:pt x="4162" y="117"/>
                </a:lnTo>
                <a:lnTo>
                  <a:pt x="4003" y="117"/>
                </a:lnTo>
                <a:lnTo>
                  <a:pt x="4003" y="0"/>
                </a:lnTo>
                <a:moveTo>
                  <a:pt x="4268" y="0"/>
                </a:moveTo>
                <a:lnTo>
                  <a:pt x="4427" y="0"/>
                </a:lnTo>
                <a:lnTo>
                  <a:pt x="4427" y="117"/>
                </a:lnTo>
                <a:lnTo>
                  <a:pt x="4268" y="117"/>
                </a:lnTo>
                <a:lnTo>
                  <a:pt x="4268" y="0"/>
                </a:lnTo>
                <a:moveTo>
                  <a:pt x="4533" y="0"/>
                </a:moveTo>
                <a:lnTo>
                  <a:pt x="4692" y="0"/>
                </a:lnTo>
                <a:lnTo>
                  <a:pt x="4692" y="117"/>
                </a:lnTo>
                <a:lnTo>
                  <a:pt x="4533" y="117"/>
                </a:lnTo>
                <a:lnTo>
                  <a:pt x="4533" y="0"/>
                </a:lnTo>
                <a:moveTo>
                  <a:pt x="4798" y="0"/>
                </a:moveTo>
                <a:lnTo>
                  <a:pt x="4957" y="0"/>
                </a:lnTo>
                <a:lnTo>
                  <a:pt x="4957" y="117"/>
                </a:lnTo>
                <a:lnTo>
                  <a:pt x="4798" y="117"/>
                </a:lnTo>
                <a:lnTo>
                  <a:pt x="4798" y="0"/>
                </a:lnTo>
                <a:moveTo>
                  <a:pt x="5063" y="0"/>
                </a:moveTo>
                <a:lnTo>
                  <a:pt x="5221" y="0"/>
                </a:lnTo>
                <a:lnTo>
                  <a:pt x="5221" y="117"/>
                </a:lnTo>
                <a:lnTo>
                  <a:pt x="5063" y="117"/>
                </a:lnTo>
                <a:lnTo>
                  <a:pt x="5063" y="0"/>
                </a:lnTo>
                <a:moveTo>
                  <a:pt x="5327" y="0"/>
                </a:moveTo>
                <a:lnTo>
                  <a:pt x="5486" y="0"/>
                </a:lnTo>
                <a:lnTo>
                  <a:pt x="5486" y="117"/>
                </a:lnTo>
                <a:lnTo>
                  <a:pt x="5327" y="117"/>
                </a:lnTo>
                <a:lnTo>
                  <a:pt x="5327" y="0"/>
                </a:lnTo>
                <a:moveTo>
                  <a:pt x="5592" y="0"/>
                </a:moveTo>
                <a:lnTo>
                  <a:pt x="5751" y="0"/>
                </a:lnTo>
                <a:lnTo>
                  <a:pt x="5751" y="117"/>
                </a:lnTo>
                <a:lnTo>
                  <a:pt x="5592" y="117"/>
                </a:lnTo>
                <a:lnTo>
                  <a:pt x="5592" y="0"/>
                </a:lnTo>
                <a:moveTo>
                  <a:pt x="5857" y="0"/>
                </a:moveTo>
                <a:lnTo>
                  <a:pt x="6016" y="0"/>
                </a:lnTo>
                <a:lnTo>
                  <a:pt x="6016" y="117"/>
                </a:lnTo>
                <a:lnTo>
                  <a:pt x="5857" y="117"/>
                </a:lnTo>
                <a:lnTo>
                  <a:pt x="5857" y="0"/>
                </a:lnTo>
                <a:moveTo>
                  <a:pt x="6122" y="0"/>
                </a:moveTo>
                <a:lnTo>
                  <a:pt x="6281" y="0"/>
                </a:lnTo>
                <a:lnTo>
                  <a:pt x="6281" y="117"/>
                </a:lnTo>
                <a:lnTo>
                  <a:pt x="6122" y="117"/>
                </a:lnTo>
                <a:lnTo>
                  <a:pt x="6122" y="0"/>
                </a:lnTo>
                <a:moveTo>
                  <a:pt x="6387" y="0"/>
                </a:moveTo>
                <a:lnTo>
                  <a:pt x="6545" y="0"/>
                </a:lnTo>
                <a:lnTo>
                  <a:pt x="6545" y="117"/>
                </a:lnTo>
                <a:lnTo>
                  <a:pt x="6387" y="117"/>
                </a:lnTo>
                <a:lnTo>
                  <a:pt x="6387" y="0"/>
                </a:lnTo>
                <a:moveTo>
                  <a:pt x="6651" y="0"/>
                </a:moveTo>
                <a:lnTo>
                  <a:pt x="6810" y="0"/>
                </a:lnTo>
                <a:lnTo>
                  <a:pt x="6810" y="117"/>
                </a:lnTo>
                <a:lnTo>
                  <a:pt x="6651" y="117"/>
                </a:lnTo>
                <a:lnTo>
                  <a:pt x="6651" y="0"/>
                </a:lnTo>
                <a:moveTo>
                  <a:pt x="6916" y="0"/>
                </a:moveTo>
                <a:lnTo>
                  <a:pt x="7075" y="0"/>
                </a:lnTo>
                <a:lnTo>
                  <a:pt x="7075" y="117"/>
                </a:lnTo>
                <a:lnTo>
                  <a:pt x="6916" y="117"/>
                </a:lnTo>
                <a:lnTo>
                  <a:pt x="6916" y="0"/>
                </a:lnTo>
                <a:moveTo>
                  <a:pt x="7181" y="0"/>
                </a:moveTo>
                <a:lnTo>
                  <a:pt x="7340" y="0"/>
                </a:lnTo>
                <a:lnTo>
                  <a:pt x="7340" y="117"/>
                </a:lnTo>
                <a:lnTo>
                  <a:pt x="7181" y="117"/>
                </a:lnTo>
                <a:lnTo>
                  <a:pt x="7181" y="0"/>
                </a:lnTo>
                <a:moveTo>
                  <a:pt x="7446" y="0"/>
                </a:moveTo>
                <a:lnTo>
                  <a:pt x="7605" y="0"/>
                </a:lnTo>
                <a:lnTo>
                  <a:pt x="7605" y="117"/>
                </a:lnTo>
                <a:lnTo>
                  <a:pt x="7446" y="117"/>
                </a:lnTo>
                <a:lnTo>
                  <a:pt x="7446" y="0"/>
                </a:lnTo>
                <a:moveTo>
                  <a:pt x="7711" y="0"/>
                </a:moveTo>
                <a:lnTo>
                  <a:pt x="7869" y="0"/>
                </a:lnTo>
                <a:lnTo>
                  <a:pt x="7869" y="117"/>
                </a:lnTo>
                <a:lnTo>
                  <a:pt x="7711" y="117"/>
                </a:lnTo>
                <a:lnTo>
                  <a:pt x="7711" y="0"/>
                </a:lnTo>
                <a:moveTo>
                  <a:pt x="7975" y="0"/>
                </a:moveTo>
                <a:lnTo>
                  <a:pt x="8134" y="0"/>
                </a:lnTo>
                <a:lnTo>
                  <a:pt x="8134" y="117"/>
                </a:lnTo>
                <a:lnTo>
                  <a:pt x="7975" y="117"/>
                </a:lnTo>
                <a:lnTo>
                  <a:pt x="7975" y="0"/>
                </a:lnTo>
                <a:moveTo>
                  <a:pt x="8240" y="0"/>
                </a:moveTo>
                <a:lnTo>
                  <a:pt x="8399" y="0"/>
                </a:lnTo>
                <a:lnTo>
                  <a:pt x="8399" y="117"/>
                </a:lnTo>
                <a:lnTo>
                  <a:pt x="8240" y="117"/>
                </a:lnTo>
                <a:lnTo>
                  <a:pt x="8240" y="0"/>
                </a:lnTo>
                <a:moveTo>
                  <a:pt x="8505" y="0"/>
                </a:moveTo>
                <a:lnTo>
                  <a:pt x="8664" y="0"/>
                </a:lnTo>
                <a:lnTo>
                  <a:pt x="8664" y="117"/>
                </a:lnTo>
                <a:lnTo>
                  <a:pt x="8505" y="117"/>
                </a:lnTo>
                <a:lnTo>
                  <a:pt x="8505" y="0"/>
                </a:lnTo>
                <a:moveTo>
                  <a:pt x="8770" y="0"/>
                </a:moveTo>
                <a:lnTo>
                  <a:pt x="8929" y="0"/>
                </a:lnTo>
                <a:lnTo>
                  <a:pt x="8929" y="117"/>
                </a:lnTo>
                <a:lnTo>
                  <a:pt x="8770" y="117"/>
                </a:lnTo>
                <a:lnTo>
                  <a:pt x="8770" y="0"/>
                </a:lnTo>
                <a:moveTo>
                  <a:pt x="9035" y="0"/>
                </a:moveTo>
                <a:lnTo>
                  <a:pt x="9193" y="0"/>
                </a:lnTo>
                <a:lnTo>
                  <a:pt x="9193" y="117"/>
                </a:lnTo>
                <a:lnTo>
                  <a:pt x="9035" y="117"/>
                </a:lnTo>
                <a:lnTo>
                  <a:pt x="9035" y="0"/>
                </a:lnTo>
                <a:moveTo>
                  <a:pt x="9299" y="0"/>
                </a:moveTo>
                <a:lnTo>
                  <a:pt x="9458" y="0"/>
                </a:lnTo>
                <a:lnTo>
                  <a:pt x="9458" y="117"/>
                </a:lnTo>
                <a:lnTo>
                  <a:pt x="9299" y="117"/>
                </a:lnTo>
                <a:lnTo>
                  <a:pt x="9299" y="0"/>
                </a:lnTo>
                <a:moveTo>
                  <a:pt x="9564" y="0"/>
                </a:moveTo>
                <a:lnTo>
                  <a:pt x="9723" y="0"/>
                </a:lnTo>
                <a:lnTo>
                  <a:pt x="9723" y="117"/>
                </a:lnTo>
                <a:lnTo>
                  <a:pt x="9564" y="117"/>
                </a:lnTo>
                <a:lnTo>
                  <a:pt x="9564" y="0"/>
                </a:lnTo>
                <a:moveTo>
                  <a:pt x="9829" y="0"/>
                </a:moveTo>
                <a:lnTo>
                  <a:pt x="9988" y="0"/>
                </a:lnTo>
                <a:lnTo>
                  <a:pt x="9988" y="117"/>
                </a:lnTo>
                <a:lnTo>
                  <a:pt x="9829" y="117"/>
                </a:lnTo>
                <a:lnTo>
                  <a:pt x="9829" y="0"/>
                </a:lnTo>
                <a:moveTo>
                  <a:pt x="10094" y="0"/>
                </a:moveTo>
                <a:lnTo>
                  <a:pt x="10253" y="0"/>
                </a:lnTo>
                <a:lnTo>
                  <a:pt x="10253" y="117"/>
                </a:lnTo>
                <a:lnTo>
                  <a:pt x="10094" y="117"/>
                </a:lnTo>
                <a:lnTo>
                  <a:pt x="10094" y="0"/>
                </a:lnTo>
                <a:moveTo>
                  <a:pt x="10359" y="0"/>
                </a:moveTo>
                <a:lnTo>
                  <a:pt x="10517" y="0"/>
                </a:lnTo>
                <a:lnTo>
                  <a:pt x="10517" y="117"/>
                </a:lnTo>
                <a:lnTo>
                  <a:pt x="10359" y="117"/>
                </a:lnTo>
                <a:lnTo>
                  <a:pt x="10359" y="0"/>
                </a:lnTo>
                <a:moveTo>
                  <a:pt x="10624" y="0"/>
                </a:moveTo>
                <a:lnTo>
                  <a:pt x="10782" y="0"/>
                </a:lnTo>
                <a:lnTo>
                  <a:pt x="10782" y="117"/>
                </a:lnTo>
                <a:lnTo>
                  <a:pt x="10624" y="117"/>
                </a:lnTo>
                <a:lnTo>
                  <a:pt x="10624" y="0"/>
                </a:lnTo>
                <a:moveTo>
                  <a:pt x="10888" y="0"/>
                </a:moveTo>
                <a:lnTo>
                  <a:pt x="11047" y="0"/>
                </a:lnTo>
                <a:lnTo>
                  <a:pt x="11047" y="117"/>
                </a:lnTo>
                <a:lnTo>
                  <a:pt x="10888" y="117"/>
                </a:lnTo>
                <a:lnTo>
                  <a:pt x="10888" y="0"/>
                </a:lnTo>
                <a:moveTo>
                  <a:pt x="11153" y="0"/>
                </a:moveTo>
                <a:lnTo>
                  <a:pt x="11312" y="0"/>
                </a:lnTo>
                <a:lnTo>
                  <a:pt x="11312" y="117"/>
                </a:lnTo>
                <a:lnTo>
                  <a:pt x="11153" y="117"/>
                </a:lnTo>
                <a:lnTo>
                  <a:pt x="11153" y="0"/>
                </a:lnTo>
                <a:moveTo>
                  <a:pt x="11418" y="0"/>
                </a:moveTo>
                <a:lnTo>
                  <a:pt x="11577" y="0"/>
                </a:lnTo>
                <a:lnTo>
                  <a:pt x="11577" y="117"/>
                </a:lnTo>
                <a:lnTo>
                  <a:pt x="11418" y="117"/>
                </a:lnTo>
                <a:lnTo>
                  <a:pt x="11418" y="0"/>
                </a:lnTo>
                <a:moveTo>
                  <a:pt x="11683" y="0"/>
                </a:moveTo>
                <a:lnTo>
                  <a:pt x="11841" y="0"/>
                </a:lnTo>
                <a:lnTo>
                  <a:pt x="11841" y="117"/>
                </a:lnTo>
                <a:lnTo>
                  <a:pt x="11683" y="117"/>
                </a:lnTo>
                <a:lnTo>
                  <a:pt x="11683" y="0"/>
                </a:lnTo>
                <a:moveTo>
                  <a:pt x="11948" y="0"/>
                </a:moveTo>
                <a:lnTo>
                  <a:pt x="12106" y="0"/>
                </a:lnTo>
                <a:lnTo>
                  <a:pt x="12106" y="117"/>
                </a:lnTo>
                <a:lnTo>
                  <a:pt x="11948" y="117"/>
                </a:lnTo>
                <a:lnTo>
                  <a:pt x="11948" y="0"/>
                </a:lnTo>
                <a:moveTo>
                  <a:pt x="12212" y="0"/>
                </a:moveTo>
                <a:lnTo>
                  <a:pt x="12371" y="0"/>
                </a:lnTo>
                <a:lnTo>
                  <a:pt x="12371" y="117"/>
                </a:lnTo>
                <a:lnTo>
                  <a:pt x="12212" y="117"/>
                </a:lnTo>
                <a:lnTo>
                  <a:pt x="12212" y="0"/>
                </a:lnTo>
                <a:moveTo>
                  <a:pt x="12477" y="0"/>
                </a:moveTo>
                <a:lnTo>
                  <a:pt x="12636" y="0"/>
                </a:lnTo>
                <a:lnTo>
                  <a:pt x="12636" y="117"/>
                </a:lnTo>
                <a:lnTo>
                  <a:pt x="12477" y="117"/>
                </a:lnTo>
                <a:lnTo>
                  <a:pt x="12477" y="0"/>
                </a:lnTo>
                <a:moveTo>
                  <a:pt x="12742" y="0"/>
                </a:moveTo>
                <a:lnTo>
                  <a:pt x="12901" y="0"/>
                </a:lnTo>
                <a:lnTo>
                  <a:pt x="12901" y="117"/>
                </a:lnTo>
                <a:lnTo>
                  <a:pt x="12742" y="117"/>
                </a:lnTo>
                <a:lnTo>
                  <a:pt x="12742" y="0"/>
                </a:lnTo>
                <a:moveTo>
                  <a:pt x="13007" y="0"/>
                </a:moveTo>
                <a:lnTo>
                  <a:pt x="13165" y="0"/>
                </a:lnTo>
                <a:lnTo>
                  <a:pt x="13165" y="117"/>
                </a:lnTo>
                <a:lnTo>
                  <a:pt x="13007" y="117"/>
                </a:lnTo>
                <a:lnTo>
                  <a:pt x="13007" y="0"/>
                </a:lnTo>
                <a:moveTo>
                  <a:pt x="13272" y="0"/>
                </a:moveTo>
                <a:lnTo>
                  <a:pt x="13431" y="0"/>
                </a:lnTo>
                <a:lnTo>
                  <a:pt x="13431" y="117"/>
                </a:lnTo>
                <a:lnTo>
                  <a:pt x="13272" y="117"/>
                </a:lnTo>
                <a:lnTo>
                  <a:pt x="13272" y="0"/>
                </a:lnTo>
                <a:moveTo>
                  <a:pt x="13537" y="0"/>
                </a:moveTo>
                <a:lnTo>
                  <a:pt x="13696" y="0"/>
                </a:lnTo>
                <a:lnTo>
                  <a:pt x="13696" y="117"/>
                </a:lnTo>
                <a:lnTo>
                  <a:pt x="13537" y="117"/>
                </a:lnTo>
                <a:lnTo>
                  <a:pt x="13537" y="0"/>
                </a:lnTo>
                <a:moveTo>
                  <a:pt x="13802" y="0"/>
                </a:moveTo>
                <a:lnTo>
                  <a:pt x="13961" y="0"/>
                </a:lnTo>
                <a:lnTo>
                  <a:pt x="13961" y="117"/>
                </a:lnTo>
                <a:lnTo>
                  <a:pt x="13802" y="117"/>
                </a:lnTo>
                <a:lnTo>
                  <a:pt x="13802" y="0"/>
                </a:lnTo>
                <a:moveTo>
                  <a:pt x="14067" y="0"/>
                </a:moveTo>
                <a:lnTo>
                  <a:pt x="14226" y="0"/>
                </a:lnTo>
                <a:lnTo>
                  <a:pt x="14226" y="117"/>
                </a:lnTo>
                <a:lnTo>
                  <a:pt x="14067" y="117"/>
                </a:lnTo>
                <a:lnTo>
                  <a:pt x="14067" y="0"/>
                </a:lnTo>
                <a:moveTo>
                  <a:pt x="14332" y="0"/>
                </a:moveTo>
                <a:lnTo>
                  <a:pt x="14491" y="0"/>
                </a:lnTo>
                <a:lnTo>
                  <a:pt x="14491" y="117"/>
                </a:lnTo>
                <a:lnTo>
                  <a:pt x="14332" y="117"/>
                </a:lnTo>
                <a:lnTo>
                  <a:pt x="14332" y="0"/>
                </a:lnTo>
                <a:moveTo>
                  <a:pt x="14597" y="0"/>
                </a:moveTo>
                <a:lnTo>
                  <a:pt x="14755" y="0"/>
                </a:lnTo>
                <a:lnTo>
                  <a:pt x="14755" y="117"/>
                </a:lnTo>
                <a:lnTo>
                  <a:pt x="14597" y="117"/>
                </a:lnTo>
                <a:lnTo>
                  <a:pt x="14597" y="0"/>
                </a:lnTo>
                <a:moveTo>
                  <a:pt x="14861" y="0"/>
                </a:moveTo>
                <a:lnTo>
                  <a:pt x="15020" y="0"/>
                </a:lnTo>
                <a:lnTo>
                  <a:pt x="15020" y="117"/>
                </a:lnTo>
                <a:lnTo>
                  <a:pt x="14861" y="117"/>
                </a:lnTo>
                <a:lnTo>
                  <a:pt x="14861" y="0"/>
                </a:lnTo>
                <a:moveTo>
                  <a:pt x="15126" y="0"/>
                </a:moveTo>
                <a:lnTo>
                  <a:pt x="15285" y="0"/>
                </a:lnTo>
                <a:lnTo>
                  <a:pt x="15285" y="117"/>
                </a:lnTo>
                <a:lnTo>
                  <a:pt x="15126" y="117"/>
                </a:lnTo>
                <a:lnTo>
                  <a:pt x="15126" y="0"/>
                </a:lnTo>
                <a:moveTo>
                  <a:pt x="15391" y="0"/>
                </a:moveTo>
                <a:lnTo>
                  <a:pt x="15550" y="0"/>
                </a:lnTo>
                <a:lnTo>
                  <a:pt x="15550" y="117"/>
                </a:lnTo>
                <a:lnTo>
                  <a:pt x="15391" y="117"/>
                </a:lnTo>
                <a:lnTo>
                  <a:pt x="15391" y="0"/>
                </a:lnTo>
                <a:moveTo>
                  <a:pt x="15656" y="0"/>
                </a:moveTo>
                <a:lnTo>
                  <a:pt x="15815" y="0"/>
                </a:lnTo>
                <a:lnTo>
                  <a:pt x="15815" y="117"/>
                </a:lnTo>
                <a:lnTo>
                  <a:pt x="15656" y="117"/>
                </a:lnTo>
                <a:lnTo>
                  <a:pt x="15656" y="0"/>
                </a:lnTo>
                <a:moveTo>
                  <a:pt x="15921" y="0"/>
                </a:moveTo>
                <a:lnTo>
                  <a:pt x="16079" y="0"/>
                </a:lnTo>
                <a:lnTo>
                  <a:pt x="16079" y="117"/>
                </a:lnTo>
                <a:lnTo>
                  <a:pt x="15921" y="117"/>
                </a:lnTo>
                <a:lnTo>
                  <a:pt x="15921" y="0"/>
                </a:lnTo>
                <a:moveTo>
                  <a:pt x="16185" y="0"/>
                </a:moveTo>
                <a:lnTo>
                  <a:pt x="16344" y="0"/>
                </a:lnTo>
                <a:lnTo>
                  <a:pt x="16344" y="117"/>
                </a:lnTo>
                <a:lnTo>
                  <a:pt x="16185" y="117"/>
                </a:lnTo>
                <a:lnTo>
                  <a:pt x="16185" y="0"/>
                </a:lnTo>
                <a:moveTo>
                  <a:pt x="16450" y="0"/>
                </a:moveTo>
                <a:lnTo>
                  <a:pt x="16609" y="0"/>
                </a:lnTo>
                <a:lnTo>
                  <a:pt x="16609" y="117"/>
                </a:lnTo>
                <a:lnTo>
                  <a:pt x="16450" y="117"/>
                </a:lnTo>
                <a:lnTo>
                  <a:pt x="16450" y="0"/>
                </a:lnTo>
                <a:moveTo>
                  <a:pt x="16715" y="0"/>
                </a:moveTo>
                <a:lnTo>
                  <a:pt x="16874" y="0"/>
                </a:lnTo>
                <a:lnTo>
                  <a:pt x="16874" y="117"/>
                </a:lnTo>
                <a:lnTo>
                  <a:pt x="16715" y="117"/>
                </a:lnTo>
                <a:lnTo>
                  <a:pt x="16715" y="0"/>
                </a:lnTo>
                <a:moveTo>
                  <a:pt x="16980" y="0"/>
                </a:moveTo>
                <a:lnTo>
                  <a:pt x="17139" y="0"/>
                </a:lnTo>
                <a:lnTo>
                  <a:pt x="17139" y="117"/>
                </a:lnTo>
                <a:lnTo>
                  <a:pt x="16980" y="117"/>
                </a:lnTo>
                <a:lnTo>
                  <a:pt x="16980" y="0"/>
                </a:lnTo>
                <a:moveTo>
                  <a:pt x="17245" y="0"/>
                </a:moveTo>
                <a:lnTo>
                  <a:pt x="17403" y="0"/>
                </a:lnTo>
                <a:lnTo>
                  <a:pt x="17403" y="117"/>
                </a:lnTo>
                <a:lnTo>
                  <a:pt x="17245" y="117"/>
                </a:lnTo>
                <a:lnTo>
                  <a:pt x="17245" y="0"/>
                </a:lnTo>
                <a:moveTo>
                  <a:pt x="17509" y="0"/>
                </a:moveTo>
                <a:lnTo>
                  <a:pt x="17668" y="0"/>
                </a:lnTo>
                <a:lnTo>
                  <a:pt x="17668" y="117"/>
                </a:lnTo>
                <a:lnTo>
                  <a:pt x="17509" y="117"/>
                </a:lnTo>
                <a:lnTo>
                  <a:pt x="17509" y="0"/>
                </a:lnTo>
                <a:moveTo>
                  <a:pt x="17774" y="0"/>
                </a:moveTo>
                <a:lnTo>
                  <a:pt x="17933" y="0"/>
                </a:lnTo>
                <a:lnTo>
                  <a:pt x="17933" y="117"/>
                </a:lnTo>
                <a:lnTo>
                  <a:pt x="17774" y="117"/>
                </a:lnTo>
                <a:lnTo>
                  <a:pt x="17774" y="0"/>
                </a:lnTo>
                <a:moveTo>
                  <a:pt x="18039" y="0"/>
                </a:moveTo>
                <a:lnTo>
                  <a:pt x="18198" y="0"/>
                </a:lnTo>
                <a:lnTo>
                  <a:pt x="18198" y="117"/>
                </a:lnTo>
                <a:lnTo>
                  <a:pt x="18039" y="117"/>
                </a:lnTo>
                <a:lnTo>
                  <a:pt x="18039" y="0"/>
                </a:lnTo>
                <a:moveTo>
                  <a:pt x="18304" y="0"/>
                </a:moveTo>
                <a:lnTo>
                  <a:pt x="18463" y="0"/>
                </a:lnTo>
                <a:lnTo>
                  <a:pt x="18463" y="117"/>
                </a:lnTo>
                <a:lnTo>
                  <a:pt x="18304" y="117"/>
                </a:lnTo>
                <a:lnTo>
                  <a:pt x="18304" y="0"/>
                </a:lnTo>
                <a:moveTo>
                  <a:pt x="18569" y="0"/>
                </a:moveTo>
                <a:lnTo>
                  <a:pt x="18727" y="0"/>
                </a:lnTo>
                <a:lnTo>
                  <a:pt x="18727" y="117"/>
                </a:lnTo>
                <a:lnTo>
                  <a:pt x="18569" y="117"/>
                </a:lnTo>
                <a:lnTo>
                  <a:pt x="18569" y="0"/>
                </a:lnTo>
                <a:moveTo>
                  <a:pt x="18833" y="0"/>
                </a:moveTo>
                <a:lnTo>
                  <a:pt x="18992" y="0"/>
                </a:lnTo>
                <a:lnTo>
                  <a:pt x="18992" y="117"/>
                </a:lnTo>
                <a:lnTo>
                  <a:pt x="18833" y="117"/>
                </a:lnTo>
                <a:lnTo>
                  <a:pt x="18833" y="0"/>
                </a:lnTo>
                <a:moveTo>
                  <a:pt x="19098" y="0"/>
                </a:moveTo>
                <a:lnTo>
                  <a:pt x="19257" y="0"/>
                </a:lnTo>
                <a:lnTo>
                  <a:pt x="19257" y="117"/>
                </a:lnTo>
                <a:lnTo>
                  <a:pt x="19098" y="117"/>
                </a:lnTo>
                <a:lnTo>
                  <a:pt x="19098" y="0"/>
                </a:lnTo>
                <a:moveTo>
                  <a:pt x="19363" y="0"/>
                </a:moveTo>
                <a:lnTo>
                  <a:pt x="19522" y="0"/>
                </a:lnTo>
                <a:lnTo>
                  <a:pt x="19522" y="117"/>
                </a:lnTo>
                <a:lnTo>
                  <a:pt x="19363" y="117"/>
                </a:lnTo>
                <a:lnTo>
                  <a:pt x="19363" y="0"/>
                </a:lnTo>
                <a:moveTo>
                  <a:pt x="19628" y="0"/>
                </a:moveTo>
                <a:lnTo>
                  <a:pt x="19787" y="0"/>
                </a:lnTo>
                <a:lnTo>
                  <a:pt x="19787" y="117"/>
                </a:lnTo>
                <a:lnTo>
                  <a:pt x="19628" y="117"/>
                </a:lnTo>
                <a:lnTo>
                  <a:pt x="19628" y="0"/>
                </a:lnTo>
                <a:moveTo>
                  <a:pt x="19893" y="0"/>
                </a:moveTo>
                <a:lnTo>
                  <a:pt x="20051" y="0"/>
                </a:lnTo>
                <a:lnTo>
                  <a:pt x="20051" y="117"/>
                </a:lnTo>
                <a:lnTo>
                  <a:pt x="19893" y="117"/>
                </a:lnTo>
                <a:lnTo>
                  <a:pt x="19893" y="0"/>
                </a:lnTo>
                <a:moveTo>
                  <a:pt x="20157" y="0"/>
                </a:moveTo>
                <a:lnTo>
                  <a:pt x="20316" y="0"/>
                </a:lnTo>
                <a:lnTo>
                  <a:pt x="20316" y="117"/>
                </a:lnTo>
                <a:lnTo>
                  <a:pt x="20157" y="117"/>
                </a:lnTo>
                <a:lnTo>
                  <a:pt x="20157" y="0"/>
                </a:lnTo>
                <a:moveTo>
                  <a:pt x="20422" y="0"/>
                </a:moveTo>
                <a:lnTo>
                  <a:pt x="20581" y="0"/>
                </a:lnTo>
                <a:lnTo>
                  <a:pt x="20581" y="117"/>
                </a:lnTo>
                <a:lnTo>
                  <a:pt x="20422" y="117"/>
                </a:lnTo>
                <a:lnTo>
                  <a:pt x="20422" y="0"/>
                </a:lnTo>
                <a:moveTo>
                  <a:pt x="20687" y="0"/>
                </a:moveTo>
                <a:lnTo>
                  <a:pt x="20846" y="0"/>
                </a:lnTo>
                <a:lnTo>
                  <a:pt x="20846" y="117"/>
                </a:lnTo>
                <a:lnTo>
                  <a:pt x="20687" y="117"/>
                </a:lnTo>
                <a:lnTo>
                  <a:pt x="20687" y="0"/>
                </a:lnTo>
                <a:moveTo>
                  <a:pt x="20952" y="0"/>
                </a:moveTo>
                <a:lnTo>
                  <a:pt x="21111" y="0"/>
                </a:lnTo>
                <a:lnTo>
                  <a:pt x="21111" y="117"/>
                </a:lnTo>
                <a:lnTo>
                  <a:pt x="20952" y="117"/>
                </a:lnTo>
                <a:lnTo>
                  <a:pt x="20952" y="0"/>
                </a:lnTo>
                <a:moveTo>
                  <a:pt x="21217" y="0"/>
                </a:moveTo>
                <a:lnTo>
                  <a:pt x="21375" y="0"/>
                </a:lnTo>
                <a:lnTo>
                  <a:pt x="21375" y="117"/>
                </a:lnTo>
                <a:lnTo>
                  <a:pt x="21217" y="117"/>
                </a:lnTo>
                <a:lnTo>
                  <a:pt x="21217" y="0"/>
                </a:lnTo>
                <a:moveTo>
                  <a:pt x="21481" y="0"/>
                </a:moveTo>
                <a:lnTo>
                  <a:pt x="21640" y="0"/>
                </a:lnTo>
                <a:lnTo>
                  <a:pt x="21640" y="117"/>
                </a:lnTo>
                <a:lnTo>
                  <a:pt x="21481" y="117"/>
                </a:lnTo>
                <a:lnTo>
                  <a:pt x="21481" y="0"/>
                </a:lnTo>
                <a:moveTo>
                  <a:pt x="21746" y="0"/>
                </a:moveTo>
                <a:lnTo>
                  <a:pt x="21905" y="0"/>
                </a:lnTo>
                <a:lnTo>
                  <a:pt x="21905" y="117"/>
                </a:lnTo>
                <a:lnTo>
                  <a:pt x="21746" y="117"/>
                </a:lnTo>
                <a:lnTo>
                  <a:pt x="21746" y="0"/>
                </a:lnTo>
                <a:moveTo>
                  <a:pt x="22011" y="0"/>
                </a:moveTo>
                <a:lnTo>
                  <a:pt x="22170" y="0"/>
                </a:lnTo>
                <a:lnTo>
                  <a:pt x="22170" y="117"/>
                </a:lnTo>
                <a:lnTo>
                  <a:pt x="22011" y="117"/>
                </a:lnTo>
                <a:lnTo>
                  <a:pt x="22011" y="0"/>
                </a:lnTo>
                <a:moveTo>
                  <a:pt x="22276" y="0"/>
                </a:moveTo>
                <a:lnTo>
                  <a:pt x="22435" y="0"/>
                </a:lnTo>
                <a:lnTo>
                  <a:pt x="22435" y="117"/>
                </a:lnTo>
                <a:lnTo>
                  <a:pt x="22276" y="117"/>
                </a:lnTo>
                <a:lnTo>
                  <a:pt x="22276" y="0"/>
                </a:lnTo>
                <a:moveTo>
                  <a:pt x="22541" y="0"/>
                </a:moveTo>
                <a:lnTo>
                  <a:pt x="22699" y="0"/>
                </a:lnTo>
                <a:lnTo>
                  <a:pt x="22699" y="117"/>
                </a:lnTo>
                <a:lnTo>
                  <a:pt x="22541" y="117"/>
                </a:lnTo>
                <a:lnTo>
                  <a:pt x="22541" y="0"/>
                </a:lnTo>
                <a:moveTo>
                  <a:pt x="22805" y="0"/>
                </a:moveTo>
                <a:lnTo>
                  <a:pt x="22964" y="0"/>
                </a:lnTo>
                <a:lnTo>
                  <a:pt x="22964" y="117"/>
                </a:lnTo>
                <a:lnTo>
                  <a:pt x="22805" y="117"/>
                </a:lnTo>
                <a:lnTo>
                  <a:pt x="22805" y="0"/>
                </a:lnTo>
                <a:moveTo>
                  <a:pt x="23070" y="0"/>
                </a:moveTo>
                <a:lnTo>
                  <a:pt x="23229" y="0"/>
                </a:lnTo>
                <a:lnTo>
                  <a:pt x="23229" y="117"/>
                </a:lnTo>
                <a:lnTo>
                  <a:pt x="23070" y="117"/>
                </a:lnTo>
                <a:lnTo>
                  <a:pt x="23070" y="0"/>
                </a:lnTo>
                <a:moveTo>
                  <a:pt x="23335" y="0"/>
                </a:moveTo>
                <a:lnTo>
                  <a:pt x="23494" y="0"/>
                </a:lnTo>
                <a:lnTo>
                  <a:pt x="23494" y="117"/>
                </a:lnTo>
                <a:lnTo>
                  <a:pt x="23335" y="117"/>
                </a:lnTo>
                <a:lnTo>
                  <a:pt x="23335" y="0"/>
                </a:lnTo>
                <a:moveTo>
                  <a:pt x="23600" y="0"/>
                </a:moveTo>
                <a:lnTo>
                  <a:pt x="23759" y="0"/>
                </a:lnTo>
                <a:lnTo>
                  <a:pt x="23759" y="117"/>
                </a:lnTo>
                <a:lnTo>
                  <a:pt x="23600" y="117"/>
                </a:lnTo>
                <a:lnTo>
                  <a:pt x="23600" y="0"/>
                </a:lnTo>
                <a:moveTo>
                  <a:pt x="23865" y="0"/>
                </a:moveTo>
                <a:lnTo>
                  <a:pt x="24023" y="0"/>
                </a:lnTo>
                <a:lnTo>
                  <a:pt x="24023" y="117"/>
                </a:lnTo>
                <a:lnTo>
                  <a:pt x="23865" y="117"/>
                </a:lnTo>
                <a:lnTo>
                  <a:pt x="23865" y="0"/>
                </a:lnTo>
                <a:moveTo>
                  <a:pt x="24130" y="0"/>
                </a:moveTo>
                <a:lnTo>
                  <a:pt x="24288" y="0"/>
                </a:lnTo>
                <a:lnTo>
                  <a:pt x="24288" y="117"/>
                </a:lnTo>
                <a:lnTo>
                  <a:pt x="24130" y="117"/>
                </a:lnTo>
                <a:lnTo>
                  <a:pt x="24130" y="0"/>
                </a:lnTo>
                <a:moveTo>
                  <a:pt x="24394" y="0"/>
                </a:moveTo>
                <a:lnTo>
                  <a:pt x="24553" y="0"/>
                </a:lnTo>
                <a:lnTo>
                  <a:pt x="24553" y="117"/>
                </a:lnTo>
                <a:lnTo>
                  <a:pt x="24394" y="117"/>
                </a:lnTo>
                <a:lnTo>
                  <a:pt x="24394" y="0"/>
                </a:lnTo>
                <a:moveTo>
                  <a:pt x="24659" y="0"/>
                </a:moveTo>
                <a:lnTo>
                  <a:pt x="24818" y="0"/>
                </a:lnTo>
                <a:lnTo>
                  <a:pt x="24818" y="117"/>
                </a:lnTo>
                <a:lnTo>
                  <a:pt x="24659" y="117"/>
                </a:lnTo>
                <a:lnTo>
                  <a:pt x="24659" y="0"/>
                </a:lnTo>
                <a:moveTo>
                  <a:pt x="24924" y="0"/>
                </a:moveTo>
                <a:lnTo>
                  <a:pt x="25083" y="0"/>
                </a:lnTo>
                <a:lnTo>
                  <a:pt x="25083" y="117"/>
                </a:lnTo>
                <a:lnTo>
                  <a:pt x="24924" y="117"/>
                </a:lnTo>
                <a:lnTo>
                  <a:pt x="24924" y="0"/>
                </a:lnTo>
                <a:moveTo>
                  <a:pt x="25189" y="0"/>
                </a:moveTo>
                <a:lnTo>
                  <a:pt x="25347" y="0"/>
                </a:lnTo>
                <a:lnTo>
                  <a:pt x="25347" y="117"/>
                </a:lnTo>
                <a:lnTo>
                  <a:pt x="25189" y="117"/>
                </a:lnTo>
                <a:lnTo>
                  <a:pt x="25189" y="0"/>
                </a:lnTo>
                <a:moveTo>
                  <a:pt x="25454" y="0"/>
                </a:moveTo>
                <a:lnTo>
                  <a:pt x="25612" y="0"/>
                </a:lnTo>
                <a:lnTo>
                  <a:pt x="25612" y="117"/>
                </a:lnTo>
                <a:lnTo>
                  <a:pt x="25454" y="117"/>
                </a:lnTo>
                <a:lnTo>
                  <a:pt x="25454" y="0"/>
                </a:lnTo>
                <a:moveTo>
                  <a:pt x="25718" y="0"/>
                </a:moveTo>
                <a:lnTo>
                  <a:pt x="25877" y="0"/>
                </a:lnTo>
                <a:lnTo>
                  <a:pt x="25877" y="117"/>
                </a:lnTo>
                <a:lnTo>
                  <a:pt x="25718" y="117"/>
                </a:lnTo>
                <a:lnTo>
                  <a:pt x="25718" y="0"/>
                </a:lnTo>
                <a:moveTo>
                  <a:pt x="25983" y="0"/>
                </a:moveTo>
                <a:lnTo>
                  <a:pt x="26142" y="0"/>
                </a:lnTo>
                <a:lnTo>
                  <a:pt x="26142" y="117"/>
                </a:lnTo>
                <a:lnTo>
                  <a:pt x="25983" y="117"/>
                </a:lnTo>
                <a:lnTo>
                  <a:pt x="25983" y="0"/>
                </a:lnTo>
                <a:moveTo>
                  <a:pt x="26248" y="0"/>
                </a:moveTo>
                <a:lnTo>
                  <a:pt x="26407" y="0"/>
                </a:lnTo>
                <a:lnTo>
                  <a:pt x="26407" y="117"/>
                </a:lnTo>
                <a:lnTo>
                  <a:pt x="26248" y="117"/>
                </a:lnTo>
                <a:lnTo>
                  <a:pt x="26248" y="0"/>
                </a:lnTo>
                <a:moveTo>
                  <a:pt x="26513" y="0"/>
                </a:moveTo>
                <a:lnTo>
                  <a:pt x="26671" y="0"/>
                </a:lnTo>
                <a:lnTo>
                  <a:pt x="26671" y="117"/>
                </a:lnTo>
                <a:lnTo>
                  <a:pt x="26513" y="117"/>
                </a:lnTo>
                <a:lnTo>
                  <a:pt x="26513" y="0"/>
                </a:lnTo>
                <a:moveTo>
                  <a:pt x="26778" y="0"/>
                </a:moveTo>
                <a:lnTo>
                  <a:pt x="26936" y="0"/>
                </a:lnTo>
                <a:lnTo>
                  <a:pt x="26936" y="117"/>
                </a:lnTo>
                <a:lnTo>
                  <a:pt x="26778" y="117"/>
                </a:lnTo>
                <a:lnTo>
                  <a:pt x="26778" y="0"/>
                </a:lnTo>
                <a:moveTo>
                  <a:pt x="27042" y="0"/>
                </a:moveTo>
                <a:lnTo>
                  <a:pt x="27201" y="0"/>
                </a:lnTo>
                <a:lnTo>
                  <a:pt x="27201" y="117"/>
                </a:lnTo>
                <a:lnTo>
                  <a:pt x="27042" y="117"/>
                </a:lnTo>
                <a:lnTo>
                  <a:pt x="27042" y="0"/>
                </a:lnTo>
                <a:moveTo>
                  <a:pt x="27307" y="0"/>
                </a:moveTo>
                <a:lnTo>
                  <a:pt x="27466" y="0"/>
                </a:lnTo>
                <a:lnTo>
                  <a:pt x="27466" y="117"/>
                </a:lnTo>
                <a:lnTo>
                  <a:pt x="27307" y="117"/>
                </a:lnTo>
                <a:lnTo>
                  <a:pt x="27307" y="0"/>
                </a:lnTo>
                <a:moveTo>
                  <a:pt x="27572" y="0"/>
                </a:moveTo>
                <a:lnTo>
                  <a:pt x="27731" y="0"/>
                </a:lnTo>
                <a:lnTo>
                  <a:pt x="27731" y="117"/>
                </a:lnTo>
                <a:lnTo>
                  <a:pt x="27572" y="117"/>
                </a:lnTo>
                <a:lnTo>
                  <a:pt x="27572" y="0"/>
                </a:lnTo>
                <a:moveTo>
                  <a:pt x="27837" y="0"/>
                </a:moveTo>
                <a:lnTo>
                  <a:pt x="27996" y="0"/>
                </a:lnTo>
                <a:lnTo>
                  <a:pt x="27996" y="117"/>
                </a:lnTo>
                <a:lnTo>
                  <a:pt x="27837" y="117"/>
                </a:lnTo>
                <a:lnTo>
                  <a:pt x="27837" y="0"/>
                </a:lnTo>
                <a:moveTo>
                  <a:pt x="28102" y="0"/>
                </a:moveTo>
                <a:lnTo>
                  <a:pt x="28260" y="0"/>
                </a:lnTo>
                <a:lnTo>
                  <a:pt x="28260" y="117"/>
                </a:lnTo>
                <a:lnTo>
                  <a:pt x="28102" y="117"/>
                </a:lnTo>
                <a:lnTo>
                  <a:pt x="28102" y="0"/>
                </a:lnTo>
                <a:moveTo>
                  <a:pt x="28366" y="0"/>
                </a:moveTo>
                <a:lnTo>
                  <a:pt x="28525" y="0"/>
                </a:lnTo>
                <a:lnTo>
                  <a:pt x="28525" y="117"/>
                </a:lnTo>
                <a:lnTo>
                  <a:pt x="28366" y="117"/>
                </a:lnTo>
                <a:lnTo>
                  <a:pt x="28366" y="0"/>
                </a:lnTo>
                <a:moveTo>
                  <a:pt x="28631" y="0"/>
                </a:moveTo>
                <a:lnTo>
                  <a:pt x="28790" y="0"/>
                </a:lnTo>
                <a:lnTo>
                  <a:pt x="28790" y="117"/>
                </a:lnTo>
                <a:lnTo>
                  <a:pt x="28631" y="117"/>
                </a:lnTo>
                <a:lnTo>
                  <a:pt x="28631" y="0"/>
                </a:lnTo>
                <a:moveTo>
                  <a:pt x="28896" y="0"/>
                </a:moveTo>
                <a:lnTo>
                  <a:pt x="29055" y="0"/>
                </a:lnTo>
                <a:lnTo>
                  <a:pt x="29055" y="117"/>
                </a:lnTo>
                <a:lnTo>
                  <a:pt x="28896" y="117"/>
                </a:lnTo>
                <a:lnTo>
                  <a:pt x="28896" y="0"/>
                </a:lnTo>
                <a:moveTo>
                  <a:pt x="29161" y="0"/>
                </a:moveTo>
                <a:lnTo>
                  <a:pt x="29320" y="0"/>
                </a:lnTo>
                <a:lnTo>
                  <a:pt x="29320" y="117"/>
                </a:lnTo>
                <a:lnTo>
                  <a:pt x="29161" y="117"/>
                </a:lnTo>
                <a:lnTo>
                  <a:pt x="29161" y="0"/>
                </a:lnTo>
                <a:moveTo>
                  <a:pt x="29426" y="0"/>
                </a:moveTo>
                <a:lnTo>
                  <a:pt x="29584" y="0"/>
                </a:lnTo>
                <a:lnTo>
                  <a:pt x="29584" y="117"/>
                </a:lnTo>
                <a:lnTo>
                  <a:pt x="29426" y="117"/>
                </a:lnTo>
                <a:lnTo>
                  <a:pt x="29426" y="0"/>
                </a:lnTo>
                <a:moveTo>
                  <a:pt x="29690" y="0"/>
                </a:moveTo>
                <a:lnTo>
                  <a:pt x="29849" y="0"/>
                </a:lnTo>
                <a:lnTo>
                  <a:pt x="29849" y="117"/>
                </a:lnTo>
                <a:lnTo>
                  <a:pt x="29690" y="117"/>
                </a:lnTo>
                <a:lnTo>
                  <a:pt x="29690" y="0"/>
                </a:lnTo>
                <a:moveTo>
                  <a:pt x="29960" y="2"/>
                </a:moveTo>
                <a:cubicBezTo>
                  <a:pt x="30029" y="9"/>
                  <a:pt x="30088" y="36"/>
                  <a:pt x="30138" y="85"/>
                </a:cubicBezTo>
                <a:lnTo>
                  <a:pt x="30056" y="168"/>
                </a:lnTo>
                <a:cubicBezTo>
                  <a:pt x="30026" y="138"/>
                  <a:pt x="29990" y="122"/>
                  <a:pt x="29948" y="117"/>
                </a:cubicBezTo>
                <a:lnTo>
                  <a:pt x="29960" y="2"/>
                </a:lnTo>
                <a:moveTo>
                  <a:pt x="30209" y="196"/>
                </a:moveTo>
                <a:cubicBezTo>
                  <a:pt x="30221" y="229"/>
                  <a:pt x="30227" y="262"/>
                  <a:pt x="30227" y="296"/>
                </a:cubicBezTo>
                <a:lnTo>
                  <a:pt x="30227" y="373"/>
                </a:lnTo>
                <a:lnTo>
                  <a:pt x="30110" y="373"/>
                </a:lnTo>
                <a:lnTo>
                  <a:pt x="30110" y="296"/>
                </a:lnTo>
                <a:cubicBezTo>
                  <a:pt x="30110" y="276"/>
                  <a:pt x="30107" y="255"/>
                  <a:pt x="30100" y="236"/>
                </a:cubicBezTo>
                <a:lnTo>
                  <a:pt x="30209" y="196"/>
                </a:lnTo>
                <a:moveTo>
                  <a:pt x="30227" y="479"/>
                </a:moveTo>
                <a:lnTo>
                  <a:pt x="30227" y="638"/>
                </a:lnTo>
                <a:lnTo>
                  <a:pt x="30110" y="638"/>
                </a:lnTo>
                <a:lnTo>
                  <a:pt x="30110" y="479"/>
                </a:lnTo>
                <a:lnTo>
                  <a:pt x="30227" y="479"/>
                </a:lnTo>
                <a:moveTo>
                  <a:pt x="30227" y="744"/>
                </a:moveTo>
                <a:lnTo>
                  <a:pt x="30227" y="903"/>
                </a:lnTo>
                <a:lnTo>
                  <a:pt x="30110" y="903"/>
                </a:lnTo>
                <a:lnTo>
                  <a:pt x="30110" y="744"/>
                </a:lnTo>
                <a:lnTo>
                  <a:pt x="30227" y="744"/>
                </a:lnTo>
                <a:moveTo>
                  <a:pt x="30227" y="1010"/>
                </a:moveTo>
                <a:lnTo>
                  <a:pt x="30227" y="1168"/>
                </a:lnTo>
                <a:lnTo>
                  <a:pt x="30110" y="1168"/>
                </a:lnTo>
                <a:lnTo>
                  <a:pt x="30110" y="1010"/>
                </a:lnTo>
                <a:lnTo>
                  <a:pt x="30227" y="1010"/>
                </a:lnTo>
                <a:moveTo>
                  <a:pt x="30227" y="1275"/>
                </a:moveTo>
                <a:lnTo>
                  <a:pt x="30227" y="1433"/>
                </a:lnTo>
                <a:lnTo>
                  <a:pt x="30110" y="1433"/>
                </a:lnTo>
                <a:lnTo>
                  <a:pt x="30110" y="1275"/>
                </a:lnTo>
                <a:lnTo>
                  <a:pt x="30227" y="1275"/>
                </a:lnTo>
                <a:moveTo>
                  <a:pt x="30227" y="1539"/>
                </a:moveTo>
                <a:lnTo>
                  <a:pt x="30227" y="1698"/>
                </a:lnTo>
                <a:lnTo>
                  <a:pt x="30110" y="1698"/>
                </a:lnTo>
                <a:lnTo>
                  <a:pt x="30110" y="1539"/>
                </a:lnTo>
                <a:lnTo>
                  <a:pt x="30227" y="1539"/>
                </a:lnTo>
                <a:moveTo>
                  <a:pt x="30199" y="1826"/>
                </a:moveTo>
                <a:cubicBezTo>
                  <a:pt x="30169" y="1889"/>
                  <a:pt x="30123" y="1935"/>
                  <a:pt x="30061" y="1966"/>
                </a:cubicBezTo>
                <a:lnTo>
                  <a:pt x="30010" y="1861"/>
                </a:lnTo>
                <a:cubicBezTo>
                  <a:pt x="30048" y="1843"/>
                  <a:pt x="30075" y="1814"/>
                  <a:pt x="30093" y="1776"/>
                </a:cubicBezTo>
                <a:lnTo>
                  <a:pt x="30199" y="1826"/>
                </a:lnTo>
                <a:moveTo>
                  <a:pt x="29933" y="1996"/>
                </a:moveTo>
                <a:cubicBezTo>
                  <a:pt x="29932" y="1996"/>
                  <a:pt x="29931" y="1996"/>
                  <a:pt x="29930" y="1996"/>
                </a:cubicBezTo>
                <a:lnTo>
                  <a:pt x="29774" y="1996"/>
                </a:lnTo>
                <a:lnTo>
                  <a:pt x="29774" y="1880"/>
                </a:lnTo>
                <a:lnTo>
                  <a:pt x="29931" y="1880"/>
                </a:lnTo>
                <a:lnTo>
                  <a:pt x="29932" y="1880"/>
                </a:lnTo>
                <a:lnTo>
                  <a:pt x="29933" y="1996"/>
                </a:lnTo>
                <a:moveTo>
                  <a:pt x="29668" y="1996"/>
                </a:moveTo>
                <a:lnTo>
                  <a:pt x="29509" y="1996"/>
                </a:lnTo>
                <a:lnTo>
                  <a:pt x="29509" y="1880"/>
                </a:lnTo>
                <a:lnTo>
                  <a:pt x="29668" y="1880"/>
                </a:lnTo>
                <a:lnTo>
                  <a:pt x="29668" y="1996"/>
                </a:lnTo>
                <a:moveTo>
                  <a:pt x="29403" y="1996"/>
                </a:moveTo>
                <a:lnTo>
                  <a:pt x="29245" y="1996"/>
                </a:lnTo>
                <a:lnTo>
                  <a:pt x="29245" y="1880"/>
                </a:lnTo>
                <a:lnTo>
                  <a:pt x="29403" y="1880"/>
                </a:lnTo>
                <a:lnTo>
                  <a:pt x="29403" y="1996"/>
                </a:lnTo>
                <a:moveTo>
                  <a:pt x="29139" y="1996"/>
                </a:moveTo>
                <a:lnTo>
                  <a:pt x="28980" y="1996"/>
                </a:lnTo>
                <a:lnTo>
                  <a:pt x="28980" y="1880"/>
                </a:lnTo>
                <a:lnTo>
                  <a:pt x="29139" y="1880"/>
                </a:lnTo>
                <a:lnTo>
                  <a:pt x="29139" y="1996"/>
                </a:lnTo>
                <a:moveTo>
                  <a:pt x="28874" y="1996"/>
                </a:moveTo>
                <a:lnTo>
                  <a:pt x="28715" y="1996"/>
                </a:lnTo>
                <a:lnTo>
                  <a:pt x="28715" y="1880"/>
                </a:lnTo>
                <a:lnTo>
                  <a:pt x="28874" y="1880"/>
                </a:lnTo>
                <a:lnTo>
                  <a:pt x="28874" y="1996"/>
                </a:lnTo>
                <a:moveTo>
                  <a:pt x="28609" y="1996"/>
                </a:moveTo>
                <a:lnTo>
                  <a:pt x="28450" y="1996"/>
                </a:lnTo>
                <a:lnTo>
                  <a:pt x="28450" y="1880"/>
                </a:lnTo>
                <a:lnTo>
                  <a:pt x="28609" y="1880"/>
                </a:lnTo>
                <a:lnTo>
                  <a:pt x="28609" y="1996"/>
                </a:lnTo>
                <a:moveTo>
                  <a:pt x="28344" y="1996"/>
                </a:moveTo>
                <a:lnTo>
                  <a:pt x="28185" y="1996"/>
                </a:lnTo>
                <a:lnTo>
                  <a:pt x="28185" y="1880"/>
                </a:lnTo>
                <a:lnTo>
                  <a:pt x="28344" y="1880"/>
                </a:lnTo>
                <a:lnTo>
                  <a:pt x="28344" y="1996"/>
                </a:lnTo>
                <a:moveTo>
                  <a:pt x="28079" y="1996"/>
                </a:moveTo>
                <a:lnTo>
                  <a:pt x="27921" y="1996"/>
                </a:lnTo>
                <a:lnTo>
                  <a:pt x="27921" y="1880"/>
                </a:lnTo>
                <a:lnTo>
                  <a:pt x="28079" y="1880"/>
                </a:lnTo>
                <a:lnTo>
                  <a:pt x="28079" y="1996"/>
                </a:lnTo>
                <a:moveTo>
                  <a:pt x="27815" y="1996"/>
                </a:moveTo>
                <a:lnTo>
                  <a:pt x="27656" y="1996"/>
                </a:lnTo>
                <a:lnTo>
                  <a:pt x="27656" y="1880"/>
                </a:lnTo>
                <a:lnTo>
                  <a:pt x="27815" y="1880"/>
                </a:lnTo>
                <a:lnTo>
                  <a:pt x="27815" y="1996"/>
                </a:lnTo>
                <a:moveTo>
                  <a:pt x="27550" y="1996"/>
                </a:moveTo>
                <a:lnTo>
                  <a:pt x="27391" y="1996"/>
                </a:lnTo>
                <a:lnTo>
                  <a:pt x="27391" y="1880"/>
                </a:lnTo>
                <a:lnTo>
                  <a:pt x="27550" y="1880"/>
                </a:lnTo>
                <a:lnTo>
                  <a:pt x="27550" y="1996"/>
                </a:lnTo>
                <a:moveTo>
                  <a:pt x="27285" y="1996"/>
                </a:moveTo>
                <a:lnTo>
                  <a:pt x="27126" y="1996"/>
                </a:lnTo>
                <a:lnTo>
                  <a:pt x="27126" y="1880"/>
                </a:lnTo>
                <a:lnTo>
                  <a:pt x="27285" y="1880"/>
                </a:lnTo>
                <a:lnTo>
                  <a:pt x="27285" y="1996"/>
                </a:lnTo>
                <a:moveTo>
                  <a:pt x="27020" y="1996"/>
                </a:moveTo>
                <a:lnTo>
                  <a:pt x="26861" y="1996"/>
                </a:lnTo>
                <a:lnTo>
                  <a:pt x="26861" y="1880"/>
                </a:lnTo>
                <a:lnTo>
                  <a:pt x="27020" y="1880"/>
                </a:lnTo>
                <a:lnTo>
                  <a:pt x="27020" y="1996"/>
                </a:lnTo>
                <a:moveTo>
                  <a:pt x="26755" y="1996"/>
                </a:moveTo>
                <a:lnTo>
                  <a:pt x="26597" y="1996"/>
                </a:lnTo>
                <a:lnTo>
                  <a:pt x="26597" y="1880"/>
                </a:lnTo>
                <a:lnTo>
                  <a:pt x="26755" y="1880"/>
                </a:lnTo>
                <a:lnTo>
                  <a:pt x="26755" y="1996"/>
                </a:lnTo>
                <a:moveTo>
                  <a:pt x="26490" y="1996"/>
                </a:moveTo>
                <a:lnTo>
                  <a:pt x="26332" y="1996"/>
                </a:lnTo>
                <a:lnTo>
                  <a:pt x="26332" y="1880"/>
                </a:lnTo>
                <a:lnTo>
                  <a:pt x="26490" y="1880"/>
                </a:lnTo>
                <a:lnTo>
                  <a:pt x="26490" y="1996"/>
                </a:lnTo>
                <a:moveTo>
                  <a:pt x="26226" y="1996"/>
                </a:moveTo>
                <a:lnTo>
                  <a:pt x="26067" y="1996"/>
                </a:lnTo>
                <a:lnTo>
                  <a:pt x="26067" y="1880"/>
                </a:lnTo>
                <a:lnTo>
                  <a:pt x="26226" y="1880"/>
                </a:lnTo>
                <a:lnTo>
                  <a:pt x="26226" y="1996"/>
                </a:lnTo>
                <a:moveTo>
                  <a:pt x="25961" y="1996"/>
                </a:moveTo>
                <a:lnTo>
                  <a:pt x="25802" y="1996"/>
                </a:lnTo>
                <a:lnTo>
                  <a:pt x="25802" y="1880"/>
                </a:lnTo>
                <a:lnTo>
                  <a:pt x="25961" y="1880"/>
                </a:lnTo>
                <a:lnTo>
                  <a:pt x="25961" y="1996"/>
                </a:lnTo>
                <a:moveTo>
                  <a:pt x="25696" y="1996"/>
                </a:moveTo>
                <a:lnTo>
                  <a:pt x="25537" y="1996"/>
                </a:lnTo>
                <a:lnTo>
                  <a:pt x="25537" y="1880"/>
                </a:lnTo>
                <a:lnTo>
                  <a:pt x="25696" y="1880"/>
                </a:lnTo>
                <a:lnTo>
                  <a:pt x="25696" y="1996"/>
                </a:lnTo>
                <a:moveTo>
                  <a:pt x="25431" y="1996"/>
                </a:moveTo>
                <a:lnTo>
                  <a:pt x="25273" y="1996"/>
                </a:lnTo>
                <a:lnTo>
                  <a:pt x="25273" y="1880"/>
                </a:lnTo>
                <a:lnTo>
                  <a:pt x="25431" y="1880"/>
                </a:lnTo>
                <a:lnTo>
                  <a:pt x="25431" y="1996"/>
                </a:lnTo>
                <a:moveTo>
                  <a:pt x="25166" y="1996"/>
                </a:moveTo>
                <a:lnTo>
                  <a:pt x="25008" y="1996"/>
                </a:lnTo>
                <a:lnTo>
                  <a:pt x="25008" y="1880"/>
                </a:lnTo>
                <a:lnTo>
                  <a:pt x="25166" y="1880"/>
                </a:lnTo>
                <a:lnTo>
                  <a:pt x="25166" y="1996"/>
                </a:lnTo>
                <a:moveTo>
                  <a:pt x="24902" y="1996"/>
                </a:moveTo>
                <a:lnTo>
                  <a:pt x="24743" y="1996"/>
                </a:lnTo>
                <a:lnTo>
                  <a:pt x="24743" y="1880"/>
                </a:lnTo>
                <a:lnTo>
                  <a:pt x="24902" y="1880"/>
                </a:lnTo>
                <a:lnTo>
                  <a:pt x="24902" y="1996"/>
                </a:lnTo>
                <a:moveTo>
                  <a:pt x="24637" y="1996"/>
                </a:moveTo>
                <a:lnTo>
                  <a:pt x="24478" y="1996"/>
                </a:lnTo>
                <a:lnTo>
                  <a:pt x="24478" y="1880"/>
                </a:lnTo>
                <a:lnTo>
                  <a:pt x="24637" y="1880"/>
                </a:lnTo>
                <a:lnTo>
                  <a:pt x="24637" y="1996"/>
                </a:lnTo>
                <a:moveTo>
                  <a:pt x="24372" y="1996"/>
                </a:moveTo>
                <a:lnTo>
                  <a:pt x="24213" y="1996"/>
                </a:lnTo>
                <a:lnTo>
                  <a:pt x="24213" y="1880"/>
                </a:lnTo>
                <a:lnTo>
                  <a:pt x="24372" y="1880"/>
                </a:lnTo>
                <a:lnTo>
                  <a:pt x="24372" y="1996"/>
                </a:lnTo>
                <a:moveTo>
                  <a:pt x="24107" y="1996"/>
                </a:moveTo>
                <a:lnTo>
                  <a:pt x="23948" y="1996"/>
                </a:lnTo>
                <a:lnTo>
                  <a:pt x="23948" y="1880"/>
                </a:lnTo>
                <a:lnTo>
                  <a:pt x="24107" y="1880"/>
                </a:lnTo>
                <a:lnTo>
                  <a:pt x="24107" y="1996"/>
                </a:lnTo>
                <a:moveTo>
                  <a:pt x="23842" y="1996"/>
                </a:moveTo>
                <a:lnTo>
                  <a:pt x="23684" y="1996"/>
                </a:lnTo>
                <a:lnTo>
                  <a:pt x="23684" y="1880"/>
                </a:lnTo>
                <a:lnTo>
                  <a:pt x="23842" y="1880"/>
                </a:lnTo>
                <a:lnTo>
                  <a:pt x="23842" y="1996"/>
                </a:lnTo>
                <a:moveTo>
                  <a:pt x="23578" y="1996"/>
                </a:moveTo>
                <a:lnTo>
                  <a:pt x="23419" y="1996"/>
                </a:lnTo>
                <a:lnTo>
                  <a:pt x="23419" y="1880"/>
                </a:lnTo>
                <a:lnTo>
                  <a:pt x="23578" y="1880"/>
                </a:lnTo>
                <a:lnTo>
                  <a:pt x="23578" y="1996"/>
                </a:lnTo>
                <a:moveTo>
                  <a:pt x="23313" y="1996"/>
                </a:moveTo>
                <a:lnTo>
                  <a:pt x="23154" y="1996"/>
                </a:lnTo>
                <a:lnTo>
                  <a:pt x="23154" y="1880"/>
                </a:lnTo>
                <a:lnTo>
                  <a:pt x="23313" y="1880"/>
                </a:lnTo>
                <a:lnTo>
                  <a:pt x="23313" y="1996"/>
                </a:lnTo>
                <a:moveTo>
                  <a:pt x="23048" y="1996"/>
                </a:moveTo>
                <a:lnTo>
                  <a:pt x="22889" y="1996"/>
                </a:lnTo>
                <a:lnTo>
                  <a:pt x="22889" y="1880"/>
                </a:lnTo>
                <a:lnTo>
                  <a:pt x="23048" y="1880"/>
                </a:lnTo>
                <a:lnTo>
                  <a:pt x="23048" y="1996"/>
                </a:lnTo>
                <a:moveTo>
                  <a:pt x="22783" y="1996"/>
                </a:moveTo>
                <a:lnTo>
                  <a:pt x="22624" y="1996"/>
                </a:lnTo>
                <a:lnTo>
                  <a:pt x="22624" y="1880"/>
                </a:lnTo>
                <a:lnTo>
                  <a:pt x="22783" y="1880"/>
                </a:lnTo>
                <a:lnTo>
                  <a:pt x="22783" y="1996"/>
                </a:lnTo>
                <a:moveTo>
                  <a:pt x="22518" y="1996"/>
                </a:moveTo>
                <a:lnTo>
                  <a:pt x="22360" y="1996"/>
                </a:lnTo>
                <a:lnTo>
                  <a:pt x="22360" y="1880"/>
                </a:lnTo>
                <a:lnTo>
                  <a:pt x="22518" y="1880"/>
                </a:lnTo>
                <a:lnTo>
                  <a:pt x="22518" y="1996"/>
                </a:lnTo>
                <a:moveTo>
                  <a:pt x="22254" y="1996"/>
                </a:moveTo>
                <a:lnTo>
                  <a:pt x="22095" y="1996"/>
                </a:lnTo>
                <a:lnTo>
                  <a:pt x="22095" y="1880"/>
                </a:lnTo>
                <a:lnTo>
                  <a:pt x="22254" y="1880"/>
                </a:lnTo>
                <a:lnTo>
                  <a:pt x="22254" y="1996"/>
                </a:lnTo>
                <a:moveTo>
                  <a:pt x="21989" y="1996"/>
                </a:moveTo>
                <a:lnTo>
                  <a:pt x="21830" y="1996"/>
                </a:lnTo>
                <a:lnTo>
                  <a:pt x="21830" y="1880"/>
                </a:lnTo>
                <a:lnTo>
                  <a:pt x="21989" y="1880"/>
                </a:lnTo>
                <a:lnTo>
                  <a:pt x="21989" y="1996"/>
                </a:lnTo>
                <a:moveTo>
                  <a:pt x="21724" y="1996"/>
                </a:moveTo>
                <a:lnTo>
                  <a:pt x="21565" y="1996"/>
                </a:lnTo>
                <a:lnTo>
                  <a:pt x="21565" y="1880"/>
                </a:lnTo>
                <a:lnTo>
                  <a:pt x="21724" y="1880"/>
                </a:lnTo>
                <a:lnTo>
                  <a:pt x="21724" y="1996"/>
                </a:lnTo>
                <a:moveTo>
                  <a:pt x="21459" y="1996"/>
                </a:moveTo>
                <a:lnTo>
                  <a:pt x="21300" y="1996"/>
                </a:lnTo>
                <a:lnTo>
                  <a:pt x="21300" y="1880"/>
                </a:lnTo>
                <a:lnTo>
                  <a:pt x="21459" y="1880"/>
                </a:lnTo>
                <a:lnTo>
                  <a:pt x="21459" y="1996"/>
                </a:lnTo>
                <a:moveTo>
                  <a:pt x="21194" y="1996"/>
                </a:moveTo>
                <a:lnTo>
                  <a:pt x="21036" y="1996"/>
                </a:lnTo>
                <a:lnTo>
                  <a:pt x="21036" y="1880"/>
                </a:lnTo>
                <a:lnTo>
                  <a:pt x="21194" y="1880"/>
                </a:lnTo>
                <a:lnTo>
                  <a:pt x="21194" y="1996"/>
                </a:lnTo>
                <a:moveTo>
                  <a:pt x="20930" y="1996"/>
                </a:moveTo>
                <a:lnTo>
                  <a:pt x="20771" y="1996"/>
                </a:lnTo>
                <a:lnTo>
                  <a:pt x="20771" y="1880"/>
                </a:lnTo>
                <a:lnTo>
                  <a:pt x="20930" y="1880"/>
                </a:lnTo>
                <a:lnTo>
                  <a:pt x="20930" y="1996"/>
                </a:lnTo>
                <a:moveTo>
                  <a:pt x="20665" y="1996"/>
                </a:moveTo>
                <a:lnTo>
                  <a:pt x="20506" y="1996"/>
                </a:lnTo>
                <a:lnTo>
                  <a:pt x="20506" y="1880"/>
                </a:lnTo>
                <a:lnTo>
                  <a:pt x="20665" y="1880"/>
                </a:lnTo>
                <a:lnTo>
                  <a:pt x="20665" y="1996"/>
                </a:lnTo>
                <a:moveTo>
                  <a:pt x="20400" y="1996"/>
                </a:moveTo>
                <a:lnTo>
                  <a:pt x="20241" y="1996"/>
                </a:lnTo>
                <a:lnTo>
                  <a:pt x="20241" y="1880"/>
                </a:lnTo>
                <a:lnTo>
                  <a:pt x="20400" y="1880"/>
                </a:lnTo>
                <a:lnTo>
                  <a:pt x="20400" y="1996"/>
                </a:lnTo>
                <a:moveTo>
                  <a:pt x="20135" y="1996"/>
                </a:moveTo>
                <a:lnTo>
                  <a:pt x="19976" y="1996"/>
                </a:lnTo>
                <a:lnTo>
                  <a:pt x="19976" y="1880"/>
                </a:lnTo>
                <a:lnTo>
                  <a:pt x="20135" y="1880"/>
                </a:lnTo>
                <a:lnTo>
                  <a:pt x="20135" y="1996"/>
                </a:lnTo>
                <a:moveTo>
                  <a:pt x="19870" y="1996"/>
                </a:moveTo>
                <a:lnTo>
                  <a:pt x="19712" y="1996"/>
                </a:lnTo>
                <a:lnTo>
                  <a:pt x="19712" y="1880"/>
                </a:lnTo>
                <a:lnTo>
                  <a:pt x="19870" y="1880"/>
                </a:lnTo>
                <a:lnTo>
                  <a:pt x="19870" y="1996"/>
                </a:lnTo>
                <a:moveTo>
                  <a:pt x="19606" y="1996"/>
                </a:moveTo>
                <a:lnTo>
                  <a:pt x="19447" y="1996"/>
                </a:lnTo>
                <a:lnTo>
                  <a:pt x="19447" y="1880"/>
                </a:lnTo>
                <a:lnTo>
                  <a:pt x="19606" y="1880"/>
                </a:lnTo>
                <a:lnTo>
                  <a:pt x="19606" y="1996"/>
                </a:lnTo>
                <a:moveTo>
                  <a:pt x="19341" y="1996"/>
                </a:moveTo>
                <a:lnTo>
                  <a:pt x="19182" y="1996"/>
                </a:lnTo>
                <a:lnTo>
                  <a:pt x="19182" y="1880"/>
                </a:lnTo>
                <a:lnTo>
                  <a:pt x="19341" y="1880"/>
                </a:lnTo>
                <a:lnTo>
                  <a:pt x="19341" y="1996"/>
                </a:lnTo>
                <a:moveTo>
                  <a:pt x="19076" y="1996"/>
                </a:moveTo>
                <a:lnTo>
                  <a:pt x="18917" y="1996"/>
                </a:lnTo>
                <a:lnTo>
                  <a:pt x="18917" y="1880"/>
                </a:lnTo>
                <a:lnTo>
                  <a:pt x="19076" y="1880"/>
                </a:lnTo>
                <a:lnTo>
                  <a:pt x="19076" y="1996"/>
                </a:lnTo>
                <a:moveTo>
                  <a:pt x="18811" y="1996"/>
                </a:moveTo>
                <a:lnTo>
                  <a:pt x="18652" y="1996"/>
                </a:lnTo>
                <a:lnTo>
                  <a:pt x="18652" y="1880"/>
                </a:lnTo>
                <a:lnTo>
                  <a:pt x="18811" y="1880"/>
                </a:lnTo>
                <a:lnTo>
                  <a:pt x="18811" y="1996"/>
                </a:lnTo>
                <a:moveTo>
                  <a:pt x="18546" y="1996"/>
                </a:moveTo>
                <a:lnTo>
                  <a:pt x="18388" y="1996"/>
                </a:lnTo>
                <a:lnTo>
                  <a:pt x="18388" y="1880"/>
                </a:lnTo>
                <a:lnTo>
                  <a:pt x="18546" y="1880"/>
                </a:lnTo>
                <a:lnTo>
                  <a:pt x="18546" y="1996"/>
                </a:lnTo>
                <a:moveTo>
                  <a:pt x="18282" y="1996"/>
                </a:moveTo>
                <a:lnTo>
                  <a:pt x="18123" y="1996"/>
                </a:lnTo>
                <a:lnTo>
                  <a:pt x="18123" y="1880"/>
                </a:lnTo>
                <a:lnTo>
                  <a:pt x="18282" y="1880"/>
                </a:lnTo>
                <a:lnTo>
                  <a:pt x="18282" y="1996"/>
                </a:lnTo>
                <a:moveTo>
                  <a:pt x="18017" y="1996"/>
                </a:moveTo>
                <a:lnTo>
                  <a:pt x="17858" y="1996"/>
                </a:lnTo>
                <a:lnTo>
                  <a:pt x="17858" y="1880"/>
                </a:lnTo>
                <a:lnTo>
                  <a:pt x="18017" y="1880"/>
                </a:lnTo>
                <a:lnTo>
                  <a:pt x="18017" y="1996"/>
                </a:lnTo>
                <a:moveTo>
                  <a:pt x="17752" y="1996"/>
                </a:moveTo>
                <a:lnTo>
                  <a:pt x="17593" y="1996"/>
                </a:lnTo>
                <a:lnTo>
                  <a:pt x="17593" y="1880"/>
                </a:lnTo>
                <a:lnTo>
                  <a:pt x="17752" y="1880"/>
                </a:lnTo>
                <a:lnTo>
                  <a:pt x="17752" y="1996"/>
                </a:lnTo>
                <a:moveTo>
                  <a:pt x="17487" y="1996"/>
                </a:moveTo>
                <a:lnTo>
                  <a:pt x="17328" y="1996"/>
                </a:lnTo>
                <a:lnTo>
                  <a:pt x="17328" y="1880"/>
                </a:lnTo>
                <a:lnTo>
                  <a:pt x="17487" y="1880"/>
                </a:lnTo>
                <a:lnTo>
                  <a:pt x="17487" y="1996"/>
                </a:lnTo>
                <a:moveTo>
                  <a:pt x="17222" y="1996"/>
                </a:moveTo>
                <a:lnTo>
                  <a:pt x="17064" y="1996"/>
                </a:lnTo>
                <a:lnTo>
                  <a:pt x="17064" y="1880"/>
                </a:lnTo>
                <a:lnTo>
                  <a:pt x="17222" y="1880"/>
                </a:lnTo>
                <a:lnTo>
                  <a:pt x="17222" y="1996"/>
                </a:lnTo>
                <a:moveTo>
                  <a:pt x="16958" y="1996"/>
                </a:moveTo>
                <a:lnTo>
                  <a:pt x="16799" y="1996"/>
                </a:lnTo>
                <a:lnTo>
                  <a:pt x="16799" y="1880"/>
                </a:lnTo>
                <a:lnTo>
                  <a:pt x="16958" y="1880"/>
                </a:lnTo>
                <a:lnTo>
                  <a:pt x="16958" y="1996"/>
                </a:lnTo>
                <a:moveTo>
                  <a:pt x="16693" y="1996"/>
                </a:moveTo>
                <a:lnTo>
                  <a:pt x="16534" y="1996"/>
                </a:lnTo>
                <a:lnTo>
                  <a:pt x="16534" y="1880"/>
                </a:lnTo>
                <a:lnTo>
                  <a:pt x="16693" y="1880"/>
                </a:lnTo>
                <a:lnTo>
                  <a:pt x="16693" y="1996"/>
                </a:lnTo>
                <a:moveTo>
                  <a:pt x="16428" y="1996"/>
                </a:moveTo>
                <a:lnTo>
                  <a:pt x="16269" y="1996"/>
                </a:lnTo>
                <a:lnTo>
                  <a:pt x="16269" y="1880"/>
                </a:lnTo>
                <a:lnTo>
                  <a:pt x="16428" y="1880"/>
                </a:lnTo>
                <a:lnTo>
                  <a:pt x="16428" y="1996"/>
                </a:lnTo>
                <a:moveTo>
                  <a:pt x="16163" y="1996"/>
                </a:moveTo>
                <a:lnTo>
                  <a:pt x="16004" y="1996"/>
                </a:lnTo>
                <a:lnTo>
                  <a:pt x="16004" y="1880"/>
                </a:lnTo>
                <a:lnTo>
                  <a:pt x="16163" y="1880"/>
                </a:lnTo>
                <a:lnTo>
                  <a:pt x="16163" y="1996"/>
                </a:lnTo>
                <a:moveTo>
                  <a:pt x="15898" y="1996"/>
                </a:moveTo>
                <a:lnTo>
                  <a:pt x="15740" y="1996"/>
                </a:lnTo>
                <a:lnTo>
                  <a:pt x="15740" y="1880"/>
                </a:lnTo>
                <a:lnTo>
                  <a:pt x="15898" y="1880"/>
                </a:lnTo>
                <a:lnTo>
                  <a:pt x="15898" y="1996"/>
                </a:lnTo>
                <a:moveTo>
                  <a:pt x="15634" y="1996"/>
                </a:moveTo>
                <a:lnTo>
                  <a:pt x="15475" y="1996"/>
                </a:lnTo>
                <a:lnTo>
                  <a:pt x="15475" y="1880"/>
                </a:lnTo>
                <a:lnTo>
                  <a:pt x="15634" y="1880"/>
                </a:lnTo>
                <a:lnTo>
                  <a:pt x="15634" y="1996"/>
                </a:lnTo>
                <a:moveTo>
                  <a:pt x="15369" y="1996"/>
                </a:moveTo>
                <a:lnTo>
                  <a:pt x="15210" y="1996"/>
                </a:lnTo>
                <a:lnTo>
                  <a:pt x="15210" y="1880"/>
                </a:lnTo>
                <a:lnTo>
                  <a:pt x="15369" y="1880"/>
                </a:lnTo>
                <a:lnTo>
                  <a:pt x="15369" y="1996"/>
                </a:lnTo>
                <a:moveTo>
                  <a:pt x="15104" y="1996"/>
                </a:moveTo>
                <a:lnTo>
                  <a:pt x="14945" y="1996"/>
                </a:lnTo>
                <a:lnTo>
                  <a:pt x="14945" y="1880"/>
                </a:lnTo>
                <a:lnTo>
                  <a:pt x="15104" y="1880"/>
                </a:lnTo>
                <a:lnTo>
                  <a:pt x="15104" y="1996"/>
                </a:lnTo>
                <a:moveTo>
                  <a:pt x="14839" y="1996"/>
                </a:moveTo>
                <a:lnTo>
                  <a:pt x="14680" y="1996"/>
                </a:lnTo>
                <a:lnTo>
                  <a:pt x="14680" y="1880"/>
                </a:lnTo>
                <a:lnTo>
                  <a:pt x="14839" y="1880"/>
                </a:lnTo>
                <a:lnTo>
                  <a:pt x="14839" y="1996"/>
                </a:lnTo>
                <a:moveTo>
                  <a:pt x="14574" y="1996"/>
                </a:moveTo>
                <a:lnTo>
                  <a:pt x="14416" y="1996"/>
                </a:lnTo>
                <a:lnTo>
                  <a:pt x="14416" y="1880"/>
                </a:lnTo>
                <a:lnTo>
                  <a:pt x="14574" y="1880"/>
                </a:lnTo>
                <a:lnTo>
                  <a:pt x="14574" y="1996"/>
                </a:lnTo>
                <a:moveTo>
                  <a:pt x="14310" y="1996"/>
                </a:moveTo>
                <a:lnTo>
                  <a:pt x="14151" y="1996"/>
                </a:lnTo>
                <a:lnTo>
                  <a:pt x="14151" y="1880"/>
                </a:lnTo>
                <a:lnTo>
                  <a:pt x="14310" y="1880"/>
                </a:lnTo>
                <a:lnTo>
                  <a:pt x="14310" y="1996"/>
                </a:lnTo>
                <a:moveTo>
                  <a:pt x="14045" y="1996"/>
                </a:moveTo>
                <a:lnTo>
                  <a:pt x="13886" y="1996"/>
                </a:lnTo>
                <a:lnTo>
                  <a:pt x="13886" y="1880"/>
                </a:lnTo>
                <a:lnTo>
                  <a:pt x="14045" y="1880"/>
                </a:lnTo>
                <a:lnTo>
                  <a:pt x="14045" y="1996"/>
                </a:lnTo>
                <a:moveTo>
                  <a:pt x="13780" y="1996"/>
                </a:moveTo>
                <a:lnTo>
                  <a:pt x="13621" y="1996"/>
                </a:lnTo>
                <a:lnTo>
                  <a:pt x="13621" y="1880"/>
                </a:lnTo>
                <a:lnTo>
                  <a:pt x="13780" y="1880"/>
                </a:lnTo>
                <a:lnTo>
                  <a:pt x="13780" y="1996"/>
                </a:lnTo>
                <a:moveTo>
                  <a:pt x="13515" y="1996"/>
                </a:moveTo>
                <a:lnTo>
                  <a:pt x="13356" y="1996"/>
                </a:lnTo>
                <a:lnTo>
                  <a:pt x="13356" y="1880"/>
                </a:lnTo>
                <a:lnTo>
                  <a:pt x="13515" y="1880"/>
                </a:lnTo>
                <a:lnTo>
                  <a:pt x="13515" y="1996"/>
                </a:lnTo>
                <a:moveTo>
                  <a:pt x="13249" y="1996"/>
                </a:moveTo>
                <a:lnTo>
                  <a:pt x="13091" y="1996"/>
                </a:lnTo>
                <a:lnTo>
                  <a:pt x="13091" y="1880"/>
                </a:lnTo>
                <a:lnTo>
                  <a:pt x="13249" y="1880"/>
                </a:lnTo>
                <a:lnTo>
                  <a:pt x="13249" y="1996"/>
                </a:lnTo>
                <a:moveTo>
                  <a:pt x="12984" y="1996"/>
                </a:moveTo>
                <a:lnTo>
                  <a:pt x="12826" y="1996"/>
                </a:lnTo>
                <a:lnTo>
                  <a:pt x="12826" y="1880"/>
                </a:lnTo>
                <a:lnTo>
                  <a:pt x="12984" y="1880"/>
                </a:lnTo>
                <a:lnTo>
                  <a:pt x="12984" y="1996"/>
                </a:lnTo>
                <a:moveTo>
                  <a:pt x="12720" y="1996"/>
                </a:moveTo>
                <a:lnTo>
                  <a:pt x="12561" y="1996"/>
                </a:lnTo>
                <a:lnTo>
                  <a:pt x="12561" y="1880"/>
                </a:lnTo>
                <a:lnTo>
                  <a:pt x="12720" y="1880"/>
                </a:lnTo>
                <a:lnTo>
                  <a:pt x="12720" y="1996"/>
                </a:lnTo>
                <a:moveTo>
                  <a:pt x="12455" y="1996"/>
                </a:moveTo>
                <a:lnTo>
                  <a:pt x="12296" y="1996"/>
                </a:lnTo>
                <a:lnTo>
                  <a:pt x="12296" y="1880"/>
                </a:lnTo>
                <a:lnTo>
                  <a:pt x="12455" y="1880"/>
                </a:lnTo>
                <a:lnTo>
                  <a:pt x="12455" y="1996"/>
                </a:lnTo>
                <a:moveTo>
                  <a:pt x="12190" y="1996"/>
                </a:moveTo>
                <a:lnTo>
                  <a:pt x="12031" y="1996"/>
                </a:lnTo>
                <a:lnTo>
                  <a:pt x="12031" y="1880"/>
                </a:lnTo>
                <a:lnTo>
                  <a:pt x="12190" y="1880"/>
                </a:lnTo>
                <a:lnTo>
                  <a:pt x="12190" y="1996"/>
                </a:lnTo>
                <a:moveTo>
                  <a:pt x="11925" y="1996"/>
                </a:moveTo>
                <a:lnTo>
                  <a:pt x="11767" y="1996"/>
                </a:lnTo>
                <a:lnTo>
                  <a:pt x="11767" y="1880"/>
                </a:lnTo>
                <a:lnTo>
                  <a:pt x="11925" y="1880"/>
                </a:lnTo>
                <a:lnTo>
                  <a:pt x="11925" y="1996"/>
                </a:lnTo>
                <a:moveTo>
                  <a:pt x="11660" y="1996"/>
                </a:moveTo>
                <a:lnTo>
                  <a:pt x="11502" y="1996"/>
                </a:lnTo>
                <a:lnTo>
                  <a:pt x="11502" y="1880"/>
                </a:lnTo>
                <a:lnTo>
                  <a:pt x="11660" y="1880"/>
                </a:lnTo>
                <a:lnTo>
                  <a:pt x="11660" y="1996"/>
                </a:lnTo>
                <a:moveTo>
                  <a:pt x="11396" y="1996"/>
                </a:moveTo>
                <a:lnTo>
                  <a:pt x="11237" y="1996"/>
                </a:lnTo>
                <a:lnTo>
                  <a:pt x="11237" y="1880"/>
                </a:lnTo>
                <a:lnTo>
                  <a:pt x="11396" y="1880"/>
                </a:lnTo>
                <a:lnTo>
                  <a:pt x="11396" y="1996"/>
                </a:lnTo>
                <a:moveTo>
                  <a:pt x="11131" y="1996"/>
                </a:moveTo>
                <a:lnTo>
                  <a:pt x="10972" y="1996"/>
                </a:lnTo>
                <a:lnTo>
                  <a:pt x="10972" y="1880"/>
                </a:lnTo>
                <a:lnTo>
                  <a:pt x="11131" y="1880"/>
                </a:lnTo>
                <a:lnTo>
                  <a:pt x="11131" y="1996"/>
                </a:lnTo>
                <a:moveTo>
                  <a:pt x="10866" y="1996"/>
                </a:moveTo>
                <a:lnTo>
                  <a:pt x="10707" y="1996"/>
                </a:lnTo>
                <a:lnTo>
                  <a:pt x="10707" y="1880"/>
                </a:lnTo>
                <a:lnTo>
                  <a:pt x="10866" y="1880"/>
                </a:lnTo>
                <a:lnTo>
                  <a:pt x="10866" y="1996"/>
                </a:lnTo>
                <a:moveTo>
                  <a:pt x="10601" y="1996"/>
                </a:moveTo>
                <a:lnTo>
                  <a:pt x="10443" y="1996"/>
                </a:lnTo>
                <a:lnTo>
                  <a:pt x="10443" y="1880"/>
                </a:lnTo>
                <a:lnTo>
                  <a:pt x="10601" y="1880"/>
                </a:lnTo>
                <a:lnTo>
                  <a:pt x="10601" y="1996"/>
                </a:lnTo>
                <a:moveTo>
                  <a:pt x="10336" y="1996"/>
                </a:moveTo>
                <a:lnTo>
                  <a:pt x="10178" y="1996"/>
                </a:lnTo>
                <a:lnTo>
                  <a:pt x="10178" y="1880"/>
                </a:lnTo>
                <a:lnTo>
                  <a:pt x="10336" y="1880"/>
                </a:lnTo>
                <a:lnTo>
                  <a:pt x="10336" y="1996"/>
                </a:lnTo>
                <a:moveTo>
                  <a:pt x="10072" y="1996"/>
                </a:moveTo>
                <a:lnTo>
                  <a:pt x="9913" y="1996"/>
                </a:lnTo>
                <a:lnTo>
                  <a:pt x="9913" y="1880"/>
                </a:lnTo>
                <a:lnTo>
                  <a:pt x="10072" y="1880"/>
                </a:lnTo>
                <a:lnTo>
                  <a:pt x="10072" y="1996"/>
                </a:lnTo>
                <a:moveTo>
                  <a:pt x="9807" y="1996"/>
                </a:moveTo>
                <a:lnTo>
                  <a:pt x="9648" y="1996"/>
                </a:lnTo>
                <a:lnTo>
                  <a:pt x="9648" y="1880"/>
                </a:lnTo>
                <a:lnTo>
                  <a:pt x="9807" y="1880"/>
                </a:lnTo>
                <a:lnTo>
                  <a:pt x="9807" y="1996"/>
                </a:lnTo>
                <a:moveTo>
                  <a:pt x="9542" y="1996"/>
                </a:moveTo>
                <a:lnTo>
                  <a:pt x="9383" y="1996"/>
                </a:lnTo>
                <a:lnTo>
                  <a:pt x="9383" y="1880"/>
                </a:lnTo>
                <a:lnTo>
                  <a:pt x="9542" y="1880"/>
                </a:lnTo>
                <a:lnTo>
                  <a:pt x="9542" y="1996"/>
                </a:lnTo>
                <a:moveTo>
                  <a:pt x="9277" y="1996"/>
                </a:moveTo>
                <a:lnTo>
                  <a:pt x="9118" y="1996"/>
                </a:lnTo>
                <a:lnTo>
                  <a:pt x="9118" y="1880"/>
                </a:lnTo>
                <a:lnTo>
                  <a:pt x="9277" y="1880"/>
                </a:lnTo>
                <a:lnTo>
                  <a:pt x="9277" y="1996"/>
                </a:lnTo>
                <a:moveTo>
                  <a:pt x="9012" y="1996"/>
                </a:moveTo>
                <a:lnTo>
                  <a:pt x="8854" y="1996"/>
                </a:lnTo>
                <a:lnTo>
                  <a:pt x="8854" y="1880"/>
                </a:lnTo>
                <a:lnTo>
                  <a:pt x="9012" y="1880"/>
                </a:lnTo>
                <a:lnTo>
                  <a:pt x="9012" y="1996"/>
                </a:lnTo>
                <a:moveTo>
                  <a:pt x="8748" y="1996"/>
                </a:moveTo>
                <a:lnTo>
                  <a:pt x="8589" y="1996"/>
                </a:lnTo>
                <a:lnTo>
                  <a:pt x="8589" y="1880"/>
                </a:lnTo>
                <a:lnTo>
                  <a:pt x="8748" y="1880"/>
                </a:lnTo>
                <a:lnTo>
                  <a:pt x="8748" y="1996"/>
                </a:lnTo>
                <a:moveTo>
                  <a:pt x="8483" y="1996"/>
                </a:moveTo>
                <a:lnTo>
                  <a:pt x="8324" y="1996"/>
                </a:lnTo>
                <a:lnTo>
                  <a:pt x="8324" y="1880"/>
                </a:lnTo>
                <a:lnTo>
                  <a:pt x="8483" y="1880"/>
                </a:lnTo>
                <a:lnTo>
                  <a:pt x="8483" y="1996"/>
                </a:lnTo>
                <a:moveTo>
                  <a:pt x="8218" y="1996"/>
                </a:moveTo>
                <a:lnTo>
                  <a:pt x="8059" y="1996"/>
                </a:lnTo>
                <a:lnTo>
                  <a:pt x="8059" y="1880"/>
                </a:lnTo>
                <a:lnTo>
                  <a:pt x="8218" y="1880"/>
                </a:lnTo>
                <a:lnTo>
                  <a:pt x="8218" y="1996"/>
                </a:lnTo>
                <a:moveTo>
                  <a:pt x="7953" y="1996"/>
                </a:moveTo>
                <a:lnTo>
                  <a:pt x="7794" y="1996"/>
                </a:lnTo>
                <a:lnTo>
                  <a:pt x="7794" y="1880"/>
                </a:lnTo>
                <a:lnTo>
                  <a:pt x="7953" y="1880"/>
                </a:lnTo>
                <a:lnTo>
                  <a:pt x="7953" y="1996"/>
                </a:lnTo>
                <a:moveTo>
                  <a:pt x="7688" y="1996"/>
                </a:moveTo>
                <a:lnTo>
                  <a:pt x="7530" y="1996"/>
                </a:lnTo>
                <a:lnTo>
                  <a:pt x="7530" y="1880"/>
                </a:lnTo>
                <a:lnTo>
                  <a:pt x="7688" y="1880"/>
                </a:lnTo>
                <a:lnTo>
                  <a:pt x="7688" y="1996"/>
                </a:lnTo>
                <a:moveTo>
                  <a:pt x="7424" y="1996"/>
                </a:moveTo>
                <a:lnTo>
                  <a:pt x="7265" y="1996"/>
                </a:lnTo>
                <a:lnTo>
                  <a:pt x="7265" y="1880"/>
                </a:lnTo>
                <a:lnTo>
                  <a:pt x="7424" y="1880"/>
                </a:lnTo>
                <a:lnTo>
                  <a:pt x="7424" y="1996"/>
                </a:lnTo>
                <a:moveTo>
                  <a:pt x="7159" y="1996"/>
                </a:moveTo>
                <a:lnTo>
                  <a:pt x="7000" y="1996"/>
                </a:lnTo>
                <a:lnTo>
                  <a:pt x="7000" y="1880"/>
                </a:lnTo>
                <a:lnTo>
                  <a:pt x="7159" y="1880"/>
                </a:lnTo>
                <a:lnTo>
                  <a:pt x="7159" y="1996"/>
                </a:lnTo>
                <a:moveTo>
                  <a:pt x="6894" y="1996"/>
                </a:moveTo>
                <a:lnTo>
                  <a:pt x="6735" y="1996"/>
                </a:lnTo>
                <a:lnTo>
                  <a:pt x="6735" y="1880"/>
                </a:lnTo>
                <a:lnTo>
                  <a:pt x="6894" y="1880"/>
                </a:lnTo>
                <a:lnTo>
                  <a:pt x="6894" y="1996"/>
                </a:lnTo>
                <a:moveTo>
                  <a:pt x="6629" y="1996"/>
                </a:moveTo>
                <a:lnTo>
                  <a:pt x="6470" y="1996"/>
                </a:lnTo>
                <a:lnTo>
                  <a:pt x="6470" y="1880"/>
                </a:lnTo>
                <a:lnTo>
                  <a:pt x="6629" y="1880"/>
                </a:lnTo>
                <a:lnTo>
                  <a:pt x="6629" y="1996"/>
                </a:lnTo>
                <a:moveTo>
                  <a:pt x="6364" y="1996"/>
                </a:moveTo>
                <a:lnTo>
                  <a:pt x="6206" y="1996"/>
                </a:lnTo>
                <a:lnTo>
                  <a:pt x="6206" y="1880"/>
                </a:lnTo>
                <a:lnTo>
                  <a:pt x="6364" y="1880"/>
                </a:lnTo>
                <a:lnTo>
                  <a:pt x="6364" y="1996"/>
                </a:lnTo>
                <a:moveTo>
                  <a:pt x="6100" y="1996"/>
                </a:moveTo>
                <a:lnTo>
                  <a:pt x="5941" y="1996"/>
                </a:lnTo>
                <a:lnTo>
                  <a:pt x="5941" y="1880"/>
                </a:lnTo>
                <a:lnTo>
                  <a:pt x="6100" y="1880"/>
                </a:lnTo>
                <a:lnTo>
                  <a:pt x="6100" y="1996"/>
                </a:lnTo>
                <a:moveTo>
                  <a:pt x="5835" y="1996"/>
                </a:moveTo>
                <a:lnTo>
                  <a:pt x="5676" y="1996"/>
                </a:lnTo>
                <a:lnTo>
                  <a:pt x="5676" y="1880"/>
                </a:lnTo>
                <a:lnTo>
                  <a:pt x="5835" y="1880"/>
                </a:lnTo>
                <a:lnTo>
                  <a:pt x="5835" y="1996"/>
                </a:lnTo>
                <a:moveTo>
                  <a:pt x="5570" y="1996"/>
                </a:moveTo>
                <a:lnTo>
                  <a:pt x="5411" y="1996"/>
                </a:lnTo>
                <a:lnTo>
                  <a:pt x="5411" y="1880"/>
                </a:lnTo>
                <a:lnTo>
                  <a:pt x="5570" y="1880"/>
                </a:lnTo>
                <a:lnTo>
                  <a:pt x="5570" y="1996"/>
                </a:lnTo>
                <a:moveTo>
                  <a:pt x="5305" y="1996"/>
                </a:moveTo>
                <a:lnTo>
                  <a:pt x="5146" y="1996"/>
                </a:lnTo>
                <a:lnTo>
                  <a:pt x="5146" y="1880"/>
                </a:lnTo>
                <a:lnTo>
                  <a:pt x="5305" y="1880"/>
                </a:lnTo>
                <a:lnTo>
                  <a:pt x="5305" y="1996"/>
                </a:lnTo>
                <a:moveTo>
                  <a:pt x="5040" y="1996"/>
                </a:moveTo>
                <a:lnTo>
                  <a:pt x="4882" y="1996"/>
                </a:lnTo>
                <a:lnTo>
                  <a:pt x="4882" y="1880"/>
                </a:lnTo>
                <a:lnTo>
                  <a:pt x="5040" y="1880"/>
                </a:lnTo>
                <a:lnTo>
                  <a:pt x="5040" y="1996"/>
                </a:lnTo>
                <a:moveTo>
                  <a:pt x="4776" y="1996"/>
                </a:moveTo>
                <a:lnTo>
                  <a:pt x="4617" y="1996"/>
                </a:lnTo>
                <a:lnTo>
                  <a:pt x="4617" y="1880"/>
                </a:lnTo>
                <a:lnTo>
                  <a:pt x="4776" y="1880"/>
                </a:lnTo>
                <a:lnTo>
                  <a:pt x="4776" y="1996"/>
                </a:lnTo>
                <a:moveTo>
                  <a:pt x="4511" y="1996"/>
                </a:moveTo>
                <a:lnTo>
                  <a:pt x="4352" y="1996"/>
                </a:lnTo>
                <a:lnTo>
                  <a:pt x="4352" y="1880"/>
                </a:lnTo>
                <a:lnTo>
                  <a:pt x="4511" y="1880"/>
                </a:lnTo>
                <a:lnTo>
                  <a:pt x="4511" y="1996"/>
                </a:lnTo>
                <a:moveTo>
                  <a:pt x="4246" y="1996"/>
                </a:moveTo>
                <a:lnTo>
                  <a:pt x="4087" y="1996"/>
                </a:lnTo>
                <a:lnTo>
                  <a:pt x="4087" y="1880"/>
                </a:lnTo>
                <a:lnTo>
                  <a:pt x="4246" y="1880"/>
                </a:lnTo>
                <a:lnTo>
                  <a:pt x="4246" y="1996"/>
                </a:lnTo>
                <a:moveTo>
                  <a:pt x="3981" y="1996"/>
                </a:moveTo>
                <a:lnTo>
                  <a:pt x="3822" y="1996"/>
                </a:lnTo>
                <a:lnTo>
                  <a:pt x="3822" y="1880"/>
                </a:lnTo>
                <a:lnTo>
                  <a:pt x="3981" y="1880"/>
                </a:lnTo>
                <a:lnTo>
                  <a:pt x="3981" y="1996"/>
                </a:lnTo>
                <a:moveTo>
                  <a:pt x="3716" y="1996"/>
                </a:moveTo>
                <a:lnTo>
                  <a:pt x="3558" y="1996"/>
                </a:lnTo>
                <a:lnTo>
                  <a:pt x="3558" y="1880"/>
                </a:lnTo>
                <a:lnTo>
                  <a:pt x="3716" y="1880"/>
                </a:lnTo>
                <a:lnTo>
                  <a:pt x="3716" y="1996"/>
                </a:lnTo>
                <a:moveTo>
                  <a:pt x="3452" y="1996"/>
                </a:moveTo>
                <a:lnTo>
                  <a:pt x="3293" y="1996"/>
                </a:lnTo>
                <a:lnTo>
                  <a:pt x="3293" y="1880"/>
                </a:lnTo>
                <a:lnTo>
                  <a:pt x="3452" y="1880"/>
                </a:lnTo>
                <a:lnTo>
                  <a:pt x="3452" y="1996"/>
                </a:lnTo>
                <a:moveTo>
                  <a:pt x="3187" y="1996"/>
                </a:moveTo>
                <a:lnTo>
                  <a:pt x="3028" y="1996"/>
                </a:lnTo>
                <a:lnTo>
                  <a:pt x="3028" y="1880"/>
                </a:lnTo>
                <a:lnTo>
                  <a:pt x="3187" y="1880"/>
                </a:lnTo>
                <a:lnTo>
                  <a:pt x="3187" y="1996"/>
                </a:lnTo>
                <a:moveTo>
                  <a:pt x="2922" y="1996"/>
                </a:moveTo>
                <a:lnTo>
                  <a:pt x="2763" y="1996"/>
                </a:lnTo>
                <a:lnTo>
                  <a:pt x="2763" y="1880"/>
                </a:lnTo>
                <a:lnTo>
                  <a:pt x="2922" y="1880"/>
                </a:lnTo>
                <a:lnTo>
                  <a:pt x="2922" y="1996"/>
                </a:lnTo>
                <a:moveTo>
                  <a:pt x="2657" y="1996"/>
                </a:moveTo>
                <a:lnTo>
                  <a:pt x="2498" y="1996"/>
                </a:lnTo>
                <a:lnTo>
                  <a:pt x="2498" y="1880"/>
                </a:lnTo>
                <a:lnTo>
                  <a:pt x="2657" y="1880"/>
                </a:lnTo>
                <a:lnTo>
                  <a:pt x="2657" y="1996"/>
                </a:lnTo>
                <a:moveTo>
                  <a:pt x="2392" y="1996"/>
                </a:moveTo>
                <a:lnTo>
                  <a:pt x="2234" y="1996"/>
                </a:lnTo>
                <a:lnTo>
                  <a:pt x="2234" y="1880"/>
                </a:lnTo>
                <a:lnTo>
                  <a:pt x="2392" y="1880"/>
                </a:lnTo>
                <a:lnTo>
                  <a:pt x="2392" y="1996"/>
                </a:lnTo>
                <a:moveTo>
                  <a:pt x="2128" y="1996"/>
                </a:moveTo>
                <a:lnTo>
                  <a:pt x="1969" y="1996"/>
                </a:lnTo>
                <a:lnTo>
                  <a:pt x="1969" y="1880"/>
                </a:lnTo>
                <a:lnTo>
                  <a:pt x="2128" y="1880"/>
                </a:lnTo>
                <a:lnTo>
                  <a:pt x="2128" y="1996"/>
                </a:lnTo>
                <a:moveTo>
                  <a:pt x="1863" y="1996"/>
                </a:moveTo>
                <a:lnTo>
                  <a:pt x="1704" y="1996"/>
                </a:lnTo>
                <a:lnTo>
                  <a:pt x="1704" y="1880"/>
                </a:lnTo>
                <a:lnTo>
                  <a:pt x="1863" y="1880"/>
                </a:lnTo>
                <a:lnTo>
                  <a:pt x="1863" y="1996"/>
                </a:lnTo>
                <a:moveTo>
                  <a:pt x="1598" y="1996"/>
                </a:moveTo>
                <a:lnTo>
                  <a:pt x="1439" y="1996"/>
                </a:lnTo>
                <a:lnTo>
                  <a:pt x="1439" y="1880"/>
                </a:lnTo>
                <a:lnTo>
                  <a:pt x="1598" y="1880"/>
                </a:lnTo>
                <a:lnTo>
                  <a:pt x="1598" y="1996"/>
                </a:lnTo>
                <a:moveTo>
                  <a:pt x="1333" y="1996"/>
                </a:moveTo>
                <a:lnTo>
                  <a:pt x="1174" y="1996"/>
                </a:lnTo>
                <a:lnTo>
                  <a:pt x="1174" y="1880"/>
                </a:lnTo>
                <a:lnTo>
                  <a:pt x="1333" y="1880"/>
                </a:lnTo>
                <a:lnTo>
                  <a:pt x="1333" y="1996"/>
                </a:lnTo>
                <a:moveTo>
                  <a:pt x="1068" y="1996"/>
                </a:moveTo>
                <a:lnTo>
                  <a:pt x="910" y="1996"/>
                </a:lnTo>
                <a:lnTo>
                  <a:pt x="910" y="1880"/>
                </a:lnTo>
                <a:lnTo>
                  <a:pt x="1068" y="1880"/>
                </a:lnTo>
                <a:lnTo>
                  <a:pt x="1068" y="1996"/>
                </a:lnTo>
                <a:moveTo>
                  <a:pt x="804" y="1996"/>
                </a:moveTo>
                <a:lnTo>
                  <a:pt x="645" y="1996"/>
                </a:lnTo>
                <a:lnTo>
                  <a:pt x="645" y="1880"/>
                </a:lnTo>
                <a:lnTo>
                  <a:pt x="804" y="1880"/>
                </a:lnTo>
                <a:lnTo>
                  <a:pt x="804" y="1996"/>
                </a:lnTo>
                <a:moveTo>
                  <a:pt x="539" y="1996"/>
                </a:moveTo>
                <a:lnTo>
                  <a:pt x="380" y="1996"/>
                </a:lnTo>
                <a:lnTo>
                  <a:pt x="380" y="1880"/>
                </a:lnTo>
                <a:lnTo>
                  <a:pt x="539" y="1880"/>
                </a:lnTo>
                <a:lnTo>
                  <a:pt x="539" y="1996"/>
                </a:lnTo>
                <a:moveTo>
                  <a:pt x="270" y="1995"/>
                </a:moveTo>
                <a:cubicBezTo>
                  <a:pt x="201" y="1989"/>
                  <a:pt x="141" y="1962"/>
                  <a:pt x="91" y="1914"/>
                </a:cubicBezTo>
                <a:lnTo>
                  <a:pt x="172" y="1830"/>
                </a:lnTo>
                <a:cubicBezTo>
                  <a:pt x="202" y="1859"/>
                  <a:pt x="238" y="1875"/>
                  <a:pt x="280" y="1879"/>
                </a:cubicBezTo>
                <a:lnTo>
                  <a:pt x="270" y="1995"/>
                </a:lnTo>
                <a:moveTo>
                  <a:pt x="18" y="1803"/>
                </a:moveTo>
                <a:cubicBezTo>
                  <a:pt x="6" y="1770"/>
                  <a:pt x="0" y="1735"/>
                  <a:pt x="0" y="1700"/>
                </a:cubicBezTo>
                <a:lnTo>
                  <a:pt x="0" y="1626"/>
                </a:lnTo>
                <a:lnTo>
                  <a:pt x="116" y="1626"/>
                </a:lnTo>
                <a:lnTo>
                  <a:pt x="116" y="1700"/>
                </a:lnTo>
                <a:cubicBezTo>
                  <a:pt x="116" y="1721"/>
                  <a:pt x="120" y="1742"/>
                  <a:pt x="128" y="1762"/>
                </a:cubicBezTo>
                <a:lnTo>
                  <a:pt x="18" y="1803"/>
                </a:lnTo>
                <a:moveTo>
                  <a:pt x="0" y="1520"/>
                </a:moveTo>
                <a:lnTo>
                  <a:pt x="0" y="1361"/>
                </a:lnTo>
                <a:lnTo>
                  <a:pt x="116" y="1361"/>
                </a:lnTo>
                <a:lnTo>
                  <a:pt x="116" y="1520"/>
                </a:lnTo>
                <a:lnTo>
                  <a:pt x="0" y="1520"/>
                </a:lnTo>
                <a:moveTo>
                  <a:pt x="0" y="1255"/>
                </a:moveTo>
                <a:lnTo>
                  <a:pt x="0" y="1096"/>
                </a:lnTo>
                <a:lnTo>
                  <a:pt x="116" y="1096"/>
                </a:lnTo>
                <a:lnTo>
                  <a:pt x="116" y="1255"/>
                </a:lnTo>
                <a:lnTo>
                  <a:pt x="0" y="1255"/>
                </a:lnTo>
                <a:moveTo>
                  <a:pt x="0" y="990"/>
                </a:moveTo>
                <a:lnTo>
                  <a:pt x="0" y="830"/>
                </a:lnTo>
                <a:lnTo>
                  <a:pt x="116" y="830"/>
                </a:lnTo>
                <a:lnTo>
                  <a:pt x="116" y="990"/>
                </a:lnTo>
                <a:lnTo>
                  <a:pt x="0" y="990"/>
                </a:lnTo>
                <a:moveTo>
                  <a:pt x="0" y="724"/>
                </a:moveTo>
                <a:lnTo>
                  <a:pt x="0" y="565"/>
                </a:lnTo>
                <a:lnTo>
                  <a:pt x="116" y="565"/>
                </a:lnTo>
                <a:lnTo>
                  <a:pt x="116" y="724"/>
                </a:lnTo>
                <a:lnTo>
                  <a:pt x="0" y="724"/>
                </a:lnTo>
                <a:moveTo>
                  <a:pt x="0" y="459"/>
                </a:moveTo>
                <a:lnTo>
                  <a:pt x="0" y="301"/>
                </a:lnTo>
                <a:lnTo>
                  <a:pt x="116" y="301"/>
                </a:lnTo>
                <a:lnTo>
                  <a:pt x="116" y="459"/>
                </a:lnTo>
                <a:lnTo>
                  <a:pt x="0" y="459"/>
                </a:lnTo>
                <a:moveTo>
                  <a:pt x="27" y="173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5"/>
                  <a:pt x="150" y="183"/>
                  <a:pt x="133" y="222"/>
                </a:cubicBezTo>
                <a:lnTo>
                  <a:pt x="27" y="173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7"/>
                </a:lnTo>
                <a:lnTo>
                  <a:pt x="296" y="117"/>
                </a:lnTo>
                <a:cubicBezTo>
                  <a:pt x="295" y="117"/>
                  <a:pt x="294" y="117"/>
                  <a:pt x="293" y="117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655200" y="5046120"/>
            <a:ext cx="10881720" cy="718560"/>
          </a:xfrm>
          <a:custGeom>
            <a:avLst/>
            <a:gdLst/>
            <a:ahLst/>
            <a:rect l="0" t="0" r="r" b="b"/>
            <a:pathLst>
              <a:path w="30227" h="1996">
                <a:moveTo>
                  <a:pt x="561" y="0"/>
                </a:moveTo>
                <a:lnTo>
                  <a:pt x="720" y="0"/>
                </a:lnTo>
                <a:lnTo>
                  <a:pt x="720" y="117"/>
                </a:lnTo>
                <a:lnTo>
                  <a:pt x="561" y="117"/>
                </a:lnTo>
                <a:lnTo>
                  <a:pt x="561" y="0"/>
                </a:lnTo>
                <a:moveTo>
                  <a:pt x="826" y="0"/>
                </a:moveTo>
                <a:lnTo>
                  <a:pt x="985" y="0"/>
                </a:lnTo>
                <a:lnTo>
                  <a:pt x="985" y="117"/>
                </a:lnTo>
                <a:lnTo>
                  <a:pt x="826" y="117"/>
                </a:lnTo>
                <a:lnTo>
                  <a:pt x="826" y="0"/>
                </a:lnTo>
                <a:moveTo>
                  <a:pt x="1091" y="0"/>
                </a:moveTo>
                <a:lnTo>
                  <a:pt x="1249" y="0"/>
                </a:lnTo>
                <a:lnTo>
                  <a:pt x="1249" y="117"/>
                </a:lnTo>
                <a:lnTo>
                  <a:pt x="1091" y="117"/>
                </a:lnTo>
                <a:lnTo>
                  <a:pt x="1091" y="0"/>
                </a:lnTo>
                <a:moveTo>
                  <a:pt x="1355" y="0"/>
                </a:moveTo>
                <a:lnTo>
                  <a:pt x="1514" y="0"/>
                </a:lnTo>
                <a:lnTo>
                  <a:pt x="1514" y="117"/>
                </a:lnTo>
                <a:lnTo>
                  <a:pt x="1355" y="117"/>
                </a:lnTo>
                <a:lnTo>
                  <a:pt x="1355" y="0"/>
                </a:lnTo>
                <a:moveTo>
                  <a:pt x="1620" y="0"/>
                </a:moveTo>
                <a:lnTo>
                  <a:pt x="1779" y="0"/>
                </a:lnTo>
                <a:lnTo>
                  <a:pt x="1779" y="117"/>
                </a:lnTo>
                <a:lnTo>
                  <a:pt x="1620" y="117"/>
                </a:lnTo>
                <a:lnTo>
                  <a:pt x="1620" y="0"/>
                </a:lnTo>
                <a:moveTo>
                  <a:pt x="1885" y="0"/>
                </a:moveTo>
                <a:lnTo>
                  <a:pt x="2044" y="0"/>
                </a:lnTo>
                <a:lnTo>
                  <a:pt x="2044" y="117"/>
                </a:lnTo>
                <a:lnTo>
                  <a:pt x="1885" y="117"/>
                </a:lnTo>
                <a:lnTo>
                  <a:pt x="1885" y="0"/>
                </a:lnTo>
                <a:moveTo>
                  <a:pt x="2150" y="0"/>
                </a:moveTo>
                <a:lnTo>
                  <a:pt x="2309" y="0"/>
                </a:lnTo>
                <a:lnTo>
                  <a:pt x="2309" y="117"/>
                </a:lnTo>
                <a:lnTo>
                  <a:pt x="2150" y="117"/>
                </a:lnTo>
                <a:lnTo>
                  <a:pt x="2150" y="0"/>
                </a:lnTo>
                <a:moveTo>
                  <a:pt x="2415" y="0"/>
                </a:moveTo>
                <a:lnTo>
                  <a:pt x="2573" y="0"/>
                </a:lnTo>
                <a:lnTo>
                  <a:pt x="2573" y="117"/>
                </a:lnTo>
                <a:lnTo>
                  <a:pt x="2415" y="117"/>
                </a:lnTo>
                <a:lnTo>
                  <a:pt x="2415" y="0"/>
                </a:lnTo>
                <a:moveTo>
                  <a:pt x="2679" y="0"/>
                </a:moveTo>
                <a:lnTo>
                  <a:pt x="2838" y="0"/>
                </a:lnTo>
                <a:lnTo>
                  <a:pt x="2838" y="117"/>
                </a:lnTo>
                <a:lnTo>
                  <a:pt x="2679" y="117"/>
                </a:lnTo>
                <a:lnTo>
                  <a:pt x="2679" y="0"/>
                </a:lnTo>
                <a:moveTo>
                  <a:pt x="2944" y="0"/>
                </a:moveTo>
                <a:lnTo>
                  <a:pt x="3103" y="0"/>
                </a:lnTo>
                <a:lnTo>
                  <a:pt x="3103" y="117"/>
                </a:lnTo>
                <a:lnTo>
                  <a:pt x="2944" y="117"/>
                </a:lnTo>
                <a:lnTo>
                  <a:pt x="2944" y="0"/>
                </a:lnTo>
                <a:moveTo>
                  <a:pt x="3209" y="0"/>
                </a:moveTo>
                <a:lnTo>
                  <a:pt x="3368" y="0"/>
                </a:lnTo>
                <a:lnTo>
                  <a:pt x="3368" y="117"/>
                </a:lnTo>
                <a:lnTo>
                  <a:pt x="3209" y="117"/>
                </a:lnTo>
                <a:lnTo>
                  <a:pt x="3209" y="0"/>
                </a:lnTo>
                <a:moveTo>
                  <a:pt x="3474" y="0"/>
                </a:moveTo>
                <a:lnTo>
                  <a:pt x="3633" y="0"/>
                </a:lnTo>
                <a:lnTo>
                  <a:pt x="3633" y="117"/>
                </a:lnTo>
                <a:lnTo>
                  <a:pt x="3474" y="117"/>
                </a:lnTo>
                <a:lnTo>
                  <a:pt x="3474" y="0"/>
                </a:lnTo>
                <a:moveTo>
                  <a:pt x="3739" y="0"/>
                </a:moveTo>
                <a:lnTo>
                  <a:pt x="3897" y="0"/>
                </a:lnTo>
                <a:lnTo>
                  <a:pt x="3897" y="117"/>
                </a:lnTo>
                <a:lnTo>
                  <a:pt x="3739" y="117"/>
                </a:lnTo>
                <a:lnTo>
                  <a:pt x="3739" y="0"/>
                </a:lnTo>
                <a:moveTo>
                  <a:pt x="4003" y="0"/>
                </a:moveTo>
                <a:lnTo>
                  <a:pt x="4162" y="0"/>
                </a:lnTo>
                <a:lnTo>
                  <a:pt x="4162" y="117"/>
                </a:lnTo>
                <a:lnTo>
                  <a:pt x="4003" y="117"/>
                </a:lnTo>
                <a:lnTo>
                  <a:pt x="4003" y="0"/>
                </a:lnTo>
                <a:moveTo>
                  <a:pt x="4268" y="0"/>
                </a:moveTo>
                <a:lnTo>
                  <a:pt x="4427" y="0"/>
                </a:lnTo>
                <a:lnTo>
                  <a:pt x="4427" y="117"/>
                </a:lnTo>
                <a:lnTo>
                  <a:pt x="4268" y="117"/>
                </a:lnTo>
                <a:lnTo>
                  <a:pt x="4268" y="0"/>
                </a:lnTo>
                <a:moveTo>
                  <a:pt x="4533" y="0"/>
                </a:moveTo>
                <a:lnTo>
                  <a:pt x="4692" y="0"/>
                </a:lnTo>
                <a:lnTo>
                  <a:pt x="4692" y="117"/>
                </a:lnTo>
                <a:lnTo>
                  <a:pt x="4533" y="117"/>
                </a:lnTo>
                <a:lnTo>
                  <a:pt x="4533" y="0"/>
                </a:lnTo>
                <a:moveTo>
                  <a:pt x="4798" y="0"/>
                </a:moveTo>
                <a:lnTo>
                  <a:pt x="4957" y="0"/>
                </a:lnTo>
                <a:lnTo>
                  <a:pt x="4957" y="117"/>
                </a:lnTo>
                <a:lnTo>
                  <a:pt x="4798" y="117"/>
                </a:lnTo>
                <a:lnTo>
                  <a:pt x="4798" y="0"/>
                </a:lnTo>
                <a:moveTo>
                  <a:pt x="5063" y="0"/>
                </a:moveTo>
                <a:lnTo>
                  <a:pt x="5221" y="0"/>
                </a:lnTo>
                <a:lnTo>
                  <a:pt x="5221" y="117"/>
                </a:lnTo>
                <a:lnTo>
                  <a:pt x="5063" y="117"/>
                </a:lnTo>
                <a:lnTo>
                  <a:pt x="5063" y="0"/>
                </a:lnTo>
                <a:moveTo>
                  <a:pt x="5327" y="0"/>
                </a:moveTo>
                <a:lnTo>
                  <a:pt x="5486" y="0"/>
                </a:lnTo>
                <a:lnTo>
                  <a:pt x="5486" y="117"/>
                </a:lnTo>
                <a:lnTo>
                  <a:pt x="5327" y="117"/>
                </a:lnTo>
                <a:lnTo>
                  <a:pt x="5327" y="0"/>
                </a:lnTo>
                <a:moveTo>
                  <a:pt x="5592" y="0"/>
                </a:moveTo>
                <a:lnTo>
                  <a:pt x="5751" y="0"/>
                </a:lnTo>
                <a:lnTo>
                  <a:pt x="5751" y="117"/>
                </a:lnTo>
                <a:lnTo>
                  <a:pt x="5592" y="117"/>
                </a:lnTo>
                <a:lnTo>
                  <a:pt x="5592" y="0"/>
                </a:lnTo>
                <a:moveTo>
                  <a:pt x="5857" y="0"/>
                </a:moveTo>
                <a:lnTo>
                  <a:pt x="6016" y="0"/>
                </a:lnTo>
                <a:lnTo>
                  <a:pt x="6016" y="117"/>
                </a:lnTo>
                <a:lnTo>
                  <a:pt x="5857" y="117"/>
                </a:lnTo>
                <a:lnTo>
                  <a:pt x="5857" y="0"/>
                </a:lnTo>
                <a:moveTo>
                  <a:pt x="6122" y="0"/>
                </a:moveTo>
                <a:lnTo>
                  <a:pt x="6281" y="0"/>
                </a:lnTo>
                <a:lnTo>
                  <a:pt x="6281" y="117"/>
                </a:lnTo>
                <a:lnTo>
                  <a:pt x="6122" y="117"/>
                </a:lnTo>
                <a:lnTo>
                  <a:pt x="6122" y="0"/>
                </a:lnTo>
                <a:moveTo>
                  <a:pt x="6387" y="0"/>
                </a:moveTo>
                <a:lnTo>
                  <a:pt x="6545" y="0"/>
                </a:lnTo>
                <a:lnTo>
                  <a:pt x="6545" y="117"/>
                </a:lnTo>
                <a:lnTo>
                  <a:pt x="6387" y="117"/>
                </a:lnTo>
                <a:lnTo>
                  <a:pt x="6387" y="0"/>
                </a:lnTo>
                <a:moveTo>
                  <a:pt x="6651" y="0"/>
                </a:moveTo>
                <a:lnTo>
                  <a:pt x="6810" y="0"/>
                </a:lnTo>
                <a:lnTo>
                  <a:pt x="6810" y="117"/>
                </a:lnTo>
                <a:lnTo>
                  <a:pt x="6651" y="117"/>
                </a:lnTo>
                <a:lnTo>
                  <a:pt x="6651" y="0"/>
                </a:lnTo>
                <a:moveTo>
                  <a:pt x="6916" y="0"/>
                </a:moveTo>
                <a:lnTo>
                  <a:pt x="7075" y="0"/>
                </a:lnTo>
                <a:lnTo>
                  <a:pt x="7075" y="117"/>
                </a:lnTo>
                <a:lnTo>
                  <a:pt x="6916" y="117"/>
                </a:lnTo>
                <a:lnTo>
                  <a:pt x="6916" y="0"/>
                </a:lnTo>
                <a:moveTo>
                  <a:pt x="7181" y="0"/>
                </a:moveTo>
                <a:lnTo>
                  <a:pt x="7340" y="0"/>
                </a:lnTo>
                <a:lnTo>
                  <a:pt x="7340" y="117"/>
                </a:lnTo>
                <a:lnTo>
                  <a:pt x="7181" y="117"/>
                </a:lnTo>
                <a:lnTo>
                  <a:pt x="7181" y="0"/>
                </a:lnTo>
                <a:moveTo>
                  <a:pt x="7446" y="0"/>
                </a:moveTo>
                <a:lnTo>
                  <a:pt x="7605" y="0"/>
                </a:lnTo>
                <a:lnTo>
                  <a:pt x="7605" y="117"/>
                </a:lnTo>
                <a:lnTo>
                  <a:pt x="7446" y="117"/>
                </a:lnTo>
                <a:lnTo>
                  <a:pt x="7446" y="0"/>
                </a:lnTo>
                <a:moveTo>
                  <a:pt x="7711" y="0"/>
                </a:moveTo>
                <a:lnTo>
                  <a:pt x="7869" y="0"/>
                </a:lnTo>
                <a:lnTo>
                  <a:pt x="7869" y="117"/>
                </a:lnTo>
                <a:lnTo>
                  <a:pt x="7711" y="117"/>
                </a:lnTo>
                <a:lnTo>
                  <a:pt x="7711" y="0"/>
                </a:lnTo>
                <a:moveTo>
                  <a:pt x="7975" y="0"/>
                </a:moveTo>
                <a:lnTo>
                  <a:pt x="8134" y="0"/>
                </a:lnTo>
                <a:lnTo>
                  <a:pt x="8134" y="117"/>
                </a:lnTo>
                <a:lnTo>
                  <a:pt x="7975" y="117"/>
                </a:lnTo>
                <a:lnTo>
                  <a:pt x="7975" y="0"/>
                </a:lnTo>
                <a:moveTo>
                  <a:pt x="8240" y="0"/>
                </a:moveTo>
                <a:lnTo>
                  <a:pt x="8399" y="0"/>
                </a:lnTo>
                <a:lnTo>
                  <a:pt x="8399" y="117"/>
                </a:lnTo>
                <a:lnTo>
                  <a:pt x="8240" y="117"/>
                </a:lnTo>
                <a:lnTo>
                  <a:pt x="8240" y="0"/>
                </a:lnTo>
                <a:moveTo>
                  <a:pt x="8505" y="0"/>
                </a:moveTo>
                <a:lnTo>
                  <a:pt x="8664" y="0"/>
                </a:lnTo>
                <a:lnTo>
                  <a:pt x="8664" y="117"/>
                </a:lnTo>
                <a:lnTo>
                  <a:pt x="8505" y="117"/>
                </a:lnTo>
                <a:lnTo>
                  <a:pt x="8505" y="0"/>
                </a:lnTo>
                <a:moveTo>
                  <a:pt x="8770" y="0"/>
                </a:moveTo>
                <a:lnTo>
                  <a:pt x="8929" y="0"/>
                </a:lnTo>
                <a:lnTo>
                  <a:pt x="8929" y="117"/>
                </a:lnTo>
                <a:lnTo>
                  <a:pt x="8770" y="117"/>
                </a:lnTo>
                <a:lnTo>
                  <a:pt x="8770" y="0"/>
                </a:lnTo>
                <a:moveTo>
                  <a:pt x="9035" y="0"/>
                </a:moveTo>
                <a:lnTo>
                  <a:pt x="9193" y="0"/>
                </a:lnTo>
                <a:lnTo>
                  <a:pt x="9193" y="117"/>
                </a:lnTo>
                <a:lnTo>
                  <a:pt x="9035" y="117"/>
                </a:lnTo>
                <a:lnTo>
                  <a:pt x="9035" y="0"/>
                </a:lnTo>
                <a:moveTo>
                  <a:pt x="9299" y="0"/>
                </a:moveTo>
                <a:lnTo>
                  <a:pt x="9458" y="0"/>
                </a:lnTo>
                <a:lnTo>
                  <a:pt x="9458" y="117"/>
                </a:lnTo>
                <a:lnTo>
                  <a:pt x="9299" y="117"/>
                </a:lnTo>
                <a:lnTo>
                  <a:pt x="9299" y="0"/>
                </a:lnTo>
                <a:moveTo>
                  <a:pt x="9564" y="0"/>
                </a:moveTo>
                <a:lnTo>
                  <a:pt x="9723" y="0"/>
                </a:lnTo>
                <a:lnTo>
                  <a:pt x="9723" y="117"/>
                </a:lnTo>
                <a:lnTo>
                  <a:pt x="9564" y="117"/>
                </a:lnTo>
                <a:lnTo>
                  <a:pt x="9564" y="0"/>
                </a:lnTo>
                <a:moveTo>
                  <a:pt x="9829" y="0"/>
                </a:moveTo>
                <a:lnTo>
                  <a:pt x="9988" y="0"/>
                </a:lnTo>
                <a:lnTo>
                  <a:pt x="9988" y="117"/>
                </a:lnTo>
                <a:lnTo>
                  <a:pt x="9829" y="117"/>
                </a:lnTo>
                <a:lnTo>
                  <a:pt x="9829" y="0"/>
                </a:lnTo>
                <a:moveTo>
                  <a:pt x="10094" y="0"/>
                </a:moveTo>
                <a:lnTo>
                  <a:pt x="10253" y="0"/>
                </a:lnTo>
                <a:lnTo>
                  <a:pt x="10253" y="117"/>
                </a:lnTo>
                <a:lnTo>
                  <a:pt x="10094" y="117"/>
                </a:lnTo>
                <a:lnTo>
                  <a:pt x="10094" y="0"/>
                </a:lnTo>
                <a:moveTo>
                  <a:pt x="10359" y="0"/>
                </a:moveTo>
                <a:lnTo>
                  <a:pt x="10517" y="0"/>
                </a:lnTo>
                <a:lnTo>
                  <a:pt x="10517" y="117"/>
                </a:lnTo>
                <a:lnTo>
                  <a:pt x="10359" y="117"/>
                </a:lnTo>
                <a:lnTo>
                  <a:pt x="10359" y="0"/>
                </a:lnTo>
                <a:moveTo>
                  <a:pt x="10624" y="0"/>
                </a:moveTo>
                <a:lnTo>
                  <a:pt x="10782" y="0"/>
                </a:lnTo>
                <a:lnTo>
                  <a:pt x="10782" y="117"/>
                </a:lnTo>
                <a:lnTo>
                  <a:pt x="10624" y="117"/>
                </a:lnTo>
                <a:lnTo>
                  <a:pt x="10624" y="0"/>
                </a:lnTo>
                <a:moveTo>
                  <a:pt x="10888" y="0"/>
                </a:moveTo>
                <a:lnTo>
                  <a:pt x="11047" y="0"/>
                </a:lnTo>
                <a:lnTo>
                  <a:pt x="11047" y="117"/>
                </a:lnTo>
                <a:lnTo>
                  <a:pt x="10888" y="117"/>
                </a:lnTo>
                <a:lnTo>
                  <a:pt x="10888" y="0"/>
                </a:lnTo>
                <a:moveTo>
                  <a:pt x="11153" y="0"/>
                </a:moveTo>
                <a:lnTo>
                  <a:pt x="11312" y="0"/>
                </a:lnTo>
                <a:lnTo>
                  <a:pt x="11312" y="117"/>
                </a:lnTo>
                <a:lnTo>
                  <a:pt x="11153" y="117"/>
                </a:lnTo>
                <a:lnTo>
                  <a:pt x="11153" y="0"/>
                </a:lnTo>
                <a:moveTo>
                  <a:pt x="11418" y="0"/>
                </a:moveTo>
                <a:lnTo>
                  <a:pt x="11577" y="0"/>
                </a:lnTo>
                <a:lnTo>
                  <a:pt x="11577" y="117"/>
                </a:lnTo>
                <a:lnTo>
                  <a:pt x="11418" y="117"/>
                </a:lnTo>
                <a:lnTo>
                  <a:pt x="11418" y="0"/>
                </a:lnTo>
                <a:moveTo>
                  <a:pt x="11683" y="0"/>
                </a:moveTo>
                <a:lnTo>
                  <a:pt x="11841" y="0"/>
                </a:lnTo>
                <a:lnTo>
                  <a:pt x="11841" y="117"/>
                </a:lnTo>
                <a:lnTo>
                  <a:pt x="11683" y="117"/>
                </a:lnTo>
                <a:lnTo>
                  <a:pt x="11683" y="0"/>
                </a:lnTo>
                <a:moveTo>
                  <a:pt x="11948" y="0"/>
                </a:moveTo>
                <a:lnTo>
                  <a:pt x="12106" y="0"/>
                </a:lnTo>
                <a:lnTo>
                  <a:pt x="12106" y="117"/>
                </a:lnTo>
                <a:lnTo>
                  <a:pt x="11948" y="117"/>
                </a:lnTo>
                <a:lnTo>
                  <a:pt x="11948" y="0"/>
                </a:lnTo>
                <a:moveTo>
                  <a:pt x="12212" y="0"/>
                </a:moveTo>
                <a:lnTo>
                  <a:pt x="12371" y="0"/>
                </a:lnTo>
                <a:lnTo>
                  <a:pt x="12371" y="117"/>
                </a:lnTo>
                <a:lnTo>
                  <a:pt x="12212" y="117"/>
                </a:lnTo>
                <a:lnTo>
                  <a:pt x="12212" y="0"/>
                </a:lnTo>
                <a:moveTo>
                  <a:pt x="12477" y="0"/>
                </a:moveTo>
                <a:lnTo>
                  <a:pt x="12636" y="0"/>
                </a:lnTo>
                <a:lnTo>
                  <a:pt x="12636" y="117"/>
                </a:lnTo>
                <a:lnTo>
                  <a:pt x="12477" y="117"/>
                </a:lnTo>
                <a:lnTo>
                  <a:pt x="12477" y="0"/>
                </a:lnTo>
                <a:moveTo>
                  <a:pt x="12742" y="0"/>
                </a:moveTo>
                <a:lnTo>
                  <a:pt x="12901" y="0"/>
                </a:lnTo>
                <a:lnTo>
                  <a:pt x="12901" y="117"/>
                </a:lnTo>
                <a:lnTo>
                  <a:pt x="12742" y="117"/>
                </a:lnTo>
                <a:lnTo>
                  <a:pt x="12742" y="0"/>
                </a:lnTo>
                <a:moveTo>
                  <a:pt x="13007" y="0"/>
                </a:moveTo>
                <a:lnTo>
                  <a:pt x="13165" y="0"/>
                </a:lnTo>
                <a:lnTo>
                  <a:pt x="13165" y="117"/>
                </a:lnTo>
                <a:lnTo>
                  <a:pt x="13007" y="117"/>
                </a:lnTo>
                <a:lnTo>
                  <a:pt x="13007" y="0"/>
                </a:lnTo>
                <a:moveTo>
                  <a:pt x="13272" y="0"/>
                </a:moveTo>
                <a:lnTo>
                  <a:pt x="13431" y="0"/>
                </a:lnTo>
                <a:lnTo>
                  <a:pt x="13431" y="117"/>
                </a:lnTo>
                <a:lnTo>
                  <a:pt x="13272" y="117"/>
                </a:lnTo>
                <a:lnTo>
                  <a:pt x="13272" y="0"/>
                </a:lnTo>
                <a:moveTo>
                  <a:pt x="13537" y="0"/>
                </a:moveTo>
                <a:lnTo>
                  <a:pt x="13696" y="0"/>
                </a:lnTo>
                <a:lnTo>
                  <a:pt x="13696" y="117"/>
                </a:lnTo>
                <a:lnTo>
                  <a:pt x="13537" y="117"/>
                </a:lnTo>
                <a:lnTo>
                  <a:pt x="13537" y="0"/>
                </a:lnTo>
                <a:moveTo>
                  <a:pt x="13802" y="0"/>
                </a:moveTo>
                <a:lnTo>
                  <a:pt x="13961" y="0"/>
                </a:lnTo>
                <a:lnTo>
                  <a:pt x="13961" y="117"/>
                </a:lnTo>
                <a:lnTo>
                  <a:pt x="13802" y="117"/>
                </a:lnTo>
                <a:lnTo>
                  <a:pt x="13802" y="0"/>
                </a:lnTo>
                <a:moveTo>
                  <a:pt x="14067" y="0"/>
                </a:moveTo>
                <a:lnTo>
                  <a:pt x="14226" y="0"/>
                </a:lnTo>
                <a:lnTo>
                  <a:pt x="14226" y="117"/>
                </a:lnTo>
                <a:lnTo>
                  <a:pt x="14067" y="117"/>
                </a:lnTo>
                <a:lnTo>
                  <a:pt x="14067" y="0"/>
                </a:lnTo>
                <a:moveTo>
                  <a:pt x="14332" y="0"/>
                </a:moveTo>
                <a:lnTo>
                  <a:pt x="14491" y="0"/>
                </a:lnTo>
                <a:lnTo>
                  <a:pt x="14491" y="117"/>
                </a:lnTo>
                <a:lnTo>
                  <a:pt x="14332" y="117"/>
                </a:lnTo>
                <a:lnTo>
                  <a:pt x="14332" y="0"/>
                </a:lnTo>
                <a:moveTo>
                  <a:pt x="14597" y="0"/>
                </a:moveTo>
                <a:lnTo>
                  <a:pt x="14755" y="0"/>
                </a:lnTo>
                <a:lnTo>
                  <a:pt x="14755" y="117"/>
                </a:lnTo>
                <a:lnTo>
                  <a:pt x="14597" y="117"/>
                </a:lnTo>
                <a:lnTo>
                  <a:pt x="14597" y="0"/>
                </a:lnTo>
                <a:moveTo>
                  <a:pt x="14861" y="0"/>
                </a:moveTo>
                <a:lnTo>
                  <a:pt x="15020" y="0"/>
                </a:lnTo>
                <a:lnTo>
                  <a:pt x="15020" y="117"/>
                </a:lnTo>
                <a:lnTo>
                  <a:pt x="14861" y="117"/>
                </a:lnTo>
                <a:lnTo>
                  <a:pt x="14861" y="0"/>
                </a:lnTo>
                <a:moveTo>
                  <a:pt x="15126" y="0"/>
                </a:moveTo>
                <a:lnTo>
                  <a:pt x="15285" y="0"/>
                </a:lnTo>
                <a:lnTo>
                  <a:pt x="15285" y="117"/>
                </a:lnTo>
                <a:lnTo>
                  <a:pt x="15126" y="117"/>
                </a:lnTo>
                <a:lnTo>
                  <a:pt x="15126" y="0"/>
                </a:lnTo>
                <a:moveTo>
                  <a:pt x="15391" y="0"/>
                </a:moveTo>
                <a:lnTo>
                  <a:pt x="15550" y="0"/>
                </a:lnTo>
                <a:lnTo>
                  <a:pt x="15550" y="117"/>
                </a:lnTo>
                <a:lnTo>
                  <a:pt x="15391" y="117"/>
                </a:lnTo>
                <a:lnTo>
                  <a:pt x="15391" y="0"/>
                </a:lnTo>
                <a:moveTo>
                  <a:pt x="15656" y="0"/>
                </a:moveTo>
                <a:lnTo>
                  <a:pt x="15815" y="0"/>
                </a:lnTo>
                <a:lnTo>
                  <a:pt x="15815" y="117"/>
                </a:lnTo>
                <a:lnTo>
                  <a:pt x="15656" y="117"/>
                </a:lnTo>
                <a:lnTo>
                  <a:pt x="15656" y="0"/>
                </a:lnTo>
                <a:moveTo>
                  <a:pt x="15921" y="0"/>
                </a:moveTo>
                <a:lnTo>
                  <a:pt x="16079" y="0"/>
                </a:lnTo>
                <a:lnTo>
                  <a:pt x="16079" y="117"/>
                </a:lnTo>
                <a:lnTo>
                  <a:pt x="15921" y="117"/>
                </a:lnTo>
                <a:lnTo>
                  <a:pt x="15921" y="0"/>
                </a:lnTo>
                <a:moveTo>
                  <a:pt x="16185" y="0"/>
                </a:moveTo>
                <a:lnTo>
                  <a:pt x="16344" y="0"/>
                </a:lnTo>
                <a:lnTo>
                  <a:pt x="16344" y="117"/>
                </a:lnTo>
                <a:lnTo>
                  <a:pt x="16185" y="117"/>
                </a:lnTo>
                <a:lnTo>
                  <a:pt x="16185" y="0"/>
                </a:lnTo>
                <a:moveTo>
                  <a:pt x="16450" y="0"/>
                </a:moveTo>
                <a:lnTo>
                  <a:pt x="16609" y="0"/>
                </a:lnTo>
                <a:lnTo>
                  <a:pt x="16609" y="117"/>
                </a:lnTo>
                <a:lnTo>
                  <a:pt x="16450" y="117"/>
                </a:lnTo>
                <a:lnTo>
                  <a:pt x="16450" y="0"/>
                </a:lnTo>
                <a:moveTo>
                  <a:pt x="16715" y="0"/>
                </a:moveTo>
                <a:lnTo>
                  <a:pt x="16874" y="0"/>
                </a:lnTo>
                <a:lnTo>
                  <a:pt x="16874" y="117"/>
                </a:lnTo>
                <a:lnTo>
                  <a:pt x="16715" y="117"/>
                </a:lnTo>
                <a:lnTo>
                  <a:pt x="16715" y="0"/>
                </a:lnTo>
                <a:moveTo>
                  <a:pt x="16980" y="0"/>
                </a:moveTo>
                <a:lnTo>
                  <a:pt x="17139" y="0"/>
                </a:lnTo>
                <a:lnTo>
                  <a:pt x="17139" y="117"/>
                </a:lnTo>
                <a:lnTo>
                  <a:pt x="16980" y="117"/>
                </a:lnTo>
                <a:lnTo>
                  <a:pt x="16980" y="0"/>
                </a:lnTo>
                <a:moveTo>
                  <a:pt x="17245" y="0"/>
                </a:moveTo>
                <a:lnTo>
                  <a:pt x="17403" y="0"/>
                </a:lnTo>
                <a:lnTo>
                  <a:pt x="17403" y="117"/>
                </a:lnTo>
                <a:lnTo>
                  <a:pt x="17245" y="117"/>
                </a:lnTo>
                <a:lnTo>
                  <a:pt x="17245" y="0"/>
                </a:lnTo>
                <a:moveTo>
                  <a:pt x="17509" y="0"/>
                </a:moveTo>
                <a:lnTo>
                  <a:pt x="17668" y="0"/>
                </a:lnTo>
                <a:lnTo>
                  <a:pt x="17668" y="117"/>
                </a:lnTo>
                <a:lnTo>
                  <a:pt x="17509" y="117"/>
                </a:lnTo>
                <a:lnTo>
                  <a:pt x="17509" y="0"/>
                </a:lnTo>
                <a:moveTo>
                  <a:pt x="17774" y="0"/>
                </a:moveTo>
                <a:lnTo>
                  <a:pt x="17933" y="0"/>
                </a:lnTo>
                <a:lnTo>
                  <a:pt x="17933" y="117"/>
                </a:lnTo>
                <a:lnTo>
                  <a:pt x="17774" y="117"/>
                </a:lnTo>
                <a:lnTo>
                  <a:pt x="17774" y="0"/>
                </a:lnTo>
                <a:moveTo>
                  <a:pt x="18039" y="0"/>
                </a:moveTo>
                <a:lnTo>
                  <a:pt x="18198" y="0"/>
                </a:lnTo>
                <a:lnTo>
                  <a:pt x="18198" y="117"/>
                </a:lnTo>
                <a:lnTo>
                  <a:pt x="18039" y="117"/>
                </a:lnTo>
                <a:lnTo>
                  <a:pt x="18039" y="0"/>
                </a:lnTo>
                <a:moveTo>
                  <a:pt x="18304" y="0"/>
                </a:moveTo>
                <a:lnTo>
                  <a:pt x="18463" y="0"/>
                </a:lnTo>
                <a:lnTo>
                  <a:pt x="18463" y="117"/>
                </a:lnTo>
                <a:lnTo>
                  <a:pt x="18304" y="117"/>
                </a:lnTo>
                <a:lnTo>
                  <a:pt x="18304" y="0"/>
                </a:lnTo>
                <a:moveTo>
                  <a:pt x="18569" y="0"/>
                </a:moveTo>
                <a:lnTo>
                  <a:pt x="18727" y="0"/>
                </a:lnTo>
                <a:lnTo>
                  <a:pt x="18727" y="117"/>
                </a:lnTo>
                <a:lnTo>
                  <a:pt x="18569" y="117"/>
                </a:lnTo>
                <a:lnTo>
                  <a:pt x="18569" y="0"/>
                </a:lnTo>
                <a:moveTo>
                  <a:pt x="18833" y="0"/>
                </a:moveTo>
                <a:lnTo>
                  <a:pt x="18992" y="0"/>
                </a:lnTo>
                <a:lnTo>
                  <a:pt x="18992" y="117"/>
                </a:lnTo>
                <a:lnTo>
                  <a:pt x="18833" y="117"/>
                </a:lnTo>
                <a:lnTo>
                  <a:pt x="18833" y="0"/>
                </a:lnTo>
                <a:moveTo>
                  <a:pt x="19098" y="0"/>
                </a:moveTo>
                <a:lnTo>
                  <a:pt x="19257" y="0"/>
                </a:lnTo>
                <a:lnTo>
                  <a:pt x="19257" y="117"/>
                </a:lnTo>
                <a:lnTo>
                  <a:pt x="19098" y="117"/>
                </a:lnTo>
                <a:lnTo>
                  <a:pt x="19098" y="0"/>
                </a:lnTo>
                <a:moveTo>
                  <a:pt x="19363" y="0"/>
                </a:moveTo>
                <a:lnTo>
                  <a:pt x="19522" y="0"/>
                </a:lnTo>
                <a:lnTo>
                  <a:pt x="19522" y="117"/>
                </a:lnTo>
                <a:lnTo>
                  <a:pt x="19363" y="117"/>
                </a:lnTo>
                <a:lnTo>
                  <a:pt x="19363" y="0"/>
                </a:lnTo>
                <a:moveTo>
                  <a:pt x="19628" y="0"/>
                </a:moveTo>
                <a:lnTo>
                  <a:pt x="19787" y="0"/>
                </a:lnTo>
                <a:lnTo>
                  <a:pt x="19787" y="117"/>
                </a:lnTo>
                <a:lnTo>
                  <a:pt x="19628" y="117"/>
                </a:lnTo>
                <a:lnTo>
                  <a:pt x="19628" y="0"/>
                </a:lnTo>
                <a:moveTo>
                  <a:pt x="19893" y="0"/>
                </a:moveTo>
                <a:lnTo>
                  <a:pt x="20051" y="0"/>
                </a:lnTo>
                <a:lnTo>
                  <a:pt x="20051" y="117"/>
                </a:lnTo>
                <a:lnTo>
                  <a:pt x="19893" y="117"/>
                </a:lnTo>
                <a:lnTo>
                  <a:pt x="19893" y="0"/>
                </a:lnTo>
                <a:moveTo>
                  <a:pt x="20157" y="0"/>
                </a:moveTo>
                <a:lnTo>
                  <a:pt x="20316" y="0"/>
                </a:lnTo>
                <a:lnTo>
                  <a:pt x="20316" y="117"/>
                </a:lnTo>
                <a:lnTo>
                  <a:pt x="20157" y="117"/>
                </a:lnTo>
                <a:lnTo>
                  <a:pt x="20157" y="0"/>
                </a:lnTo>
                <a:moveTo>
                  <a:pt x="20422" y="0"/>
                </a:moveTo>
                <a:lnTo>
                  <a:pt x="20581" y="0"/>
                </a:lnTo>
                <a:lnTo>
                  <a:pt x="20581" y="117"/>
                </a:lnTo>
                <a:lnTo>
                  <a:pt x="20422" y="117"/>
                </a:lnTo>
                <a:lnTo>
                  <a:pt x="20422" y="0"/>
                </a:lnTo>
                <a:moveTo>
                  <a:pt x="20687" y="0"/>
                </a:moveTo>
                <a:lnTo>
                  <a:pt x="20846" y="0"/>
                </a:lnTo>
                <a:lnTo>
                  <a:pt x="20846" y="117"/>
                </a:lnTo>
                <a:lnTo>
                  <a:pt x="20687" y="117"/>
                </a:lnTo>
                <a:lnTo>
                  <a:pt x="20687" y="0"/>
                </a:lnTo>
                <a:moveTo>
                  <a:pt x="20952" y="0"/>
                </a:moveTo>
                <a:lnTo>
                  <a:pt x="21111" y="0"/>
                </a:lnTo>
                <a:lnTo>
                  <a:pt x="21111" y="117"/>
                </a:lnTo>
                <a:lnTo>
                  <a:pt x="20952" y="117"/>
                </a:lnTo>
                <a:lnTo>
                  <a:pt x="20952" y="0"/>
                </a:lnTo>
                <a:moveTo>
                  <a:pt x="21217" y="0"/>
                </a:moveTo>
                <a:lnTo>
                  <a:pt x="21375" y="0"/>
                </a:lnTo>
                <a:lnTo>
                  <a:pt x="21375" y="117"/>
                </a:lnTo>
                <a:lnTo>
                  <a:pt x="21217" y="117"/>
                </a:lnTo>
                <a:lnTo>
                  <a:pt x="21217" y="0"/>
                </a:lnTo>
                <a:moveTo>
                  <a:pt x="21481" y="0"/>
                </a:moveTo>
                <a:lnTo>
                  <a:pt x="21640" y="0"/>
                </a:lnTo>
                <a:lnTo>
                  <a:pt x="21640" y="117"/>
                </a:lnTo>
                <a:lnTo>
                  <a:pt x="21481" y="117"/>
                </a:lnTo>
                <a:lnTo>
                  <a:pt x="21481" y="0"/>
                </a:lnTo>
                <a:moveTo>
                  <a:pt x="21746" y="0"/>
                </a:moveTo>
                <a:lnTo>
                  <a:pt x="21905" y="0"/>
                </a:lnTo>
                <a:lnTo>
                  <a:pt x="21905" y="117"/>
                </a:lnTo>
                <a:lnTo>
                  <a:pt x="21746" y="117"/>
                </a:lnTo>
                <a:lnTo>
                  <a:pt x="21746" y="0"/>
                </a:lnTo>
                <a:moveTo>
                  <a:pt x="22011" y="0"/>
                </a:moveTo>
                <a:lnTo>
                  <a:pt x="22170" y="0"/>
                </a:lnTo>
                <a:lnTo>
                  <a:pt x="22170" y="117"/>
                </a:lnTo>
                <a:lnTo>
                  <a:pt x="22011" y="117"/>
                </a:lnTo>
                <a:lnTo>
                  <a:pt x="22011" y="0"/>
                </a:lnTo>
                <a:moveTo>
                  <a:pt x="22276" y="0"/>
                </a:moveTo>
                <a:lnTo>
                  <a:pt x="22435" y="0"/>
                </a:lnTo>
                <a:lnTo>
                  <a:pt x="22435" y="117"/>
                </a:lnTo>
                <a:lnTo>
                  <a:pt x="22276" y="117"/>
                </a:lnTo>
                <a:lnTo>
                  <a:pt x="22276" y="0"/>
                </a:lnTo>
                <a:moveTo>
                  <a:pt x="22541" y="0"/>
                </a:moveTo>
                <a:lnTo>
                  <a:pt x="22699" y="0"/>
                </a:lnTo>
                <a:lnTo>
                  <a:pt x="22699" y="117"/>
                </a:lnTo>
                <a:lnTo>
                  <a:pt x="22541" y="117"/>
                </a:lnTo>
                <a:lnTo>
                  <a:pt x="22541" y="0"/>
                </a:lnTo>
                <a:moveTo>
                  <a:pt x="22805" y="0"/>
                </a:moveTo>
                <a:lnTo>
                  <a:pt x="22964" y="0"/>
                </a:lnTo>
                <a:lnTo>
                  <a:pt x="22964" y="117"/>
                </a:lnTo>
                <a:lnTo>
                  <a:pt x="22805" y="117"/>
                </a:lnTo>
                <a:lnTo>
                  <a:pt x="22805" y="0"/>
                </a:lnTo>
                <a:moveTo>
                  <a:pt x="23070" y="0"/>
                </a:moveTo>
                <a:lnTo>
                  <a:pt x="23229" y="0"/>
                </a:lnTo>
                <a:lnTo>
                  <a:pt x="23229" y="117"/>
                </a:lnTo>
                <a:lnTo>
                  <a:pt x="23070" y="117"/>
                </a:lnTo>
                <a:lnTo>
                  <a:pt x="23070" y="0"/>
                </a:lnTo>
                <a:moveTo>
                  <a:pt x="23335" y="0"/>
                </a:moveTo>
                <a:lnTo>
                  <a:pt x="23494" y="0"/>
                </a:lnTo>
                <a:lnTo>
                  <a:pt x="23494" y="117"/>
                </a:lnTo>
                <a:lnTo>
                  <a:pt x="23335" y="117"/>
                </a:lnTo>
                <a:lnTo>
                  <a:pt x="23335" y="0"/>
                </a:lnTo>
                <a:moveTo>
                  <a:pt x="23600" y="0"/>
                </a:moveTo>
                <a:lnTo>
                  <a:pt x="23759" y="0"/>
                </a:lnTo>
                <a:lnTo>
                  <a:pt x="23759" y="117"/>
                </a:lnTo>
                <a:lnTo>
                  <a:pt x="23600" y="117"/>
                </a:lnTo>
                <a:lnTo>
                  <a:pt x="23600" y="0"/>
                </a:lnTo>
                <a:moveTo>
                  <a:pt x="23865" y="0"/>
                </a:moveTo>
                <a:lnTo>
                  <a:pt x="24023" y="0"/>
                </a:lnTo>
                <a:lnTo>
                  <a:pt x="24023" y="117"/>
                </a:lnTo>
                <a:lnTo>
                  <a:pt x="23865" y="117"/>
                </a:lnTo>
                <a:lnTo>
                  <a:pt x="23865" y="0"/>
                </a:lnTo>
                <a:moveTo>
                  <a:pt x="24130" y="0"/>
                </a:moveTo>
                <a:lnTo>
                  <a:pt x="24288" y="0"/>
                </a:lnTo>
                <a:lnTo>
                  <a:pt x="24288" y="117"/>
                </a:lnTo>
                <a:lnTo>
                  <a:pt x="24130" y="117"/>
                </a:lnTo>
                <a:lnTo>
                  <a:pt x="24130" y="0"/>
                </a:lnTo>
                <a:moveTo>
                  <a:pt x="24394" y="0"/>
                </a:moveTo>
                <a:lnTo>
                  <a:pt x="24553" y="0"/>
                </a:lnTo>
                <a:lnTo>
                  <a:pt x="24553" y="117"/>
                </a:lnTo>
                <a:lnTo>
                  <a:pt x="24394" y="117"/>
                </a:lnTo>
                <a:lnTo>
                  <a:pt x="24394" y="0"/>
                </a:lnTo>
                <a:moveTo>
                  <a:pt x="24659" y="0"/>
                </a:moveTo>
                <a:lnTo>
                  <a:pt x="24818" y="0"/>
                </a:lnTo>
                <a:lnTo>
                  <a:pt x="24818" y="117"/>
                </a:lnTo>
                <a:lnTo>
                  <a:pt x="24659" y="117"/>
                </a:lnTo>
                <a:lnTo>
                  <a:pt x="24659" y="0"/>
                </a:lnTo>
                <a:moveTo>
                  <a:pt x="24924" y="0"/>
                </a:moveTo>
                <a:lnTo>
                  <a:pt x="25083" y="0"/>
                </a:lnTo>
                <a:lnTo>
                  <a:pt x="25083" y="117"/>
                </a:lnTo>
                <a:lnTo>
                  <a:pt x="24924" y="117"/>
                </a:lnTo>
                <a:lnTo>
                  <a:pt x="24924" y="0"/>
                </a:lnTo>
                <a:moveTo>
                  <a:pt x="25189" y="0"/>
                </a:moveTo>
                <a:lnTo>
                  <a:pt x="25347" y="0"/>
                </a:lnTo>
                <a:lnTo>
                  <a:pt x="25347" y="117"/>
                </a:lnTo>
                <a:lnTo>
                  <a:pt x="25189" y="117"/>
                </a:lnTo>
                <a:lnTo>
                  <a:pt x="25189" y="0"/>
                </a:lnTo>
                <a:moveTo>
                  <a:pt x="25454" y="0"/>
                </a:moveTo>
                <a:lnTo>
                  <a:pt x="25612" y="0"/>
                </a:lnTo>
                <a:lnTo>
                  <a:pt x="25612" y="117"/>
                </a:lnTo>
                <a:lnTo>
                  <a:pt x="25454" y="117"/>
                </a:lnTo>
                <a:lnTo>
                  <a:pt x="25454" y="0"/>
                </a:lnTo>
                <a:moveTo>
                  <a:pt x="25718" y="0"/>
                </a:moveTo>
                <a:lnTo>
                  <a:pt x="25877" y="0"/>
                </a:lnTo>
                <a:lnTo>
                  <a:pt x="25877" y="117"/>
                </a:lnTo>
                <a:lnTo>
                  <a:pt x="25718" y="117"/>
                </a:lnTo>
                <a:lnTo>
                  <a:pt x="25718" y="0"/>
                </a:lnTo>
                <a:moveTo>
                  <a:pt x="25983" y="0"/>
                </a:moveTo>
                <a:lnTo>
                  <a:pt x="26142" y="0"/>
                </a:lnTo>
                <a:lnTo>
                  <a:pt x="26142" y="117"/>
                </a:lnTo>
                <a:lnTo>
                  <a:pt x="25983" y="117"/>
                </a:lnTo>
                <a:lnTo>
                  <a:pt x="25983" y="0"/>
                </a:lnTo>
                <a:moveTo>
                  <a:pt x="26248" y="0"/>
                </a:moveTo>
                <a:lnTo>
                  <a:pt x="26407" y="0"/>
                </a:lnTo>
                <a:lnTo>
                  <a:pt x="26407" y="117"/>
                </a:lnTo>
                <a:lnTo>
                  <a:pt x="26248" y="117"/>
                </a:lnTo>
                <a:lnTo>
                  <a:pt x="26248" y="0"/>
                </a:lnTo>
                <a:moveTo>
                  <a:pt x="26513" y="0"/>
                </a:moveTo>
                <a:lnTo>
                  <a:pt x="26671" y="0"/>
                </a:lnTo>
                <a:lnTo>
                  <a:pt x="26671" y="117"/>
                </a:lnTo>
                <a:lnTo>
                  <a:pt x="26513" y="117"/>
                </a:lnTo>
                <a:lnTo>
                  <a:pt x="26513" y="0"/>
                </a:lnTo>
                <a:moveTo>
                  <a:pt x="26778" y="0"/>
                </a:moveTo>
                <a:lnTo>
                  <a:pt x="26936" y="0"/>
                </a:lnTo>
                <a:lnTo>
                  <a:pt x="26936" y="117"/>
                </a:lnTo>
                <a:lnTo>
                  <a:pt x="26778" y="117"/>
                </a:lnTo>
                <a:lnTo>
                  <a:pt x="26778" y="0"/>
                </a:lnTo>
                <a:moveTo>
                  <a:pt x="27042" y="0"/>
                </a:moveTo>
                <a:lnTo>
                  <a:pt x="27201" y="0"/>
                </a:lnTo>
                <a:lnTo>
                  <a:pt x="27201" y="117"/>
                </a:lnTo>
                <a:lnTo>
                  <a:pt x="27042" y="117"/>
                </a:lnTo>
                <a:lnTo>
                  <a:pt x="27042" y="0"/>
                </a:lnTo>
                <a:moveTo>
                  <a:pt x="27307" y="0"/>
                </a:moveTo>
                <a:lnTo>
                  <a:pt x="27466" y="0"/>
                </a:lnTo>
                <a:lnTo>
                  <a:pt x="27466" y="117"/>
                </a:lnTo>
                <a:lnTo>
                  <a:pt x="27307" y="117"/>
                </a:lnTo>
                <a:lnTo>
                  <a:pt x="27307" y="0"/>
                </a:lnTo>
                <a:moveTo>
                  <a:pt x="27572" y="0"/>
                </a:moveTo>
                <a:lnTo>
                  <a:pt x="27731" y="0"/>
                </a:lnTo>
                <a:lnTo>
                  <a:pt x="27731" y="117"/>
                </a:lnTo>
                <a:lnTo>
                  <a:pt x="27572" y="117"/>
                </a:lnTo>
                <a:lnTo>
                  <a:pt x="27572" y="0"/>
                </a:lnTo>
                <a:moveTo>
                  <a:pt x="27837" y="0"/>
                </a:moveTo>
                <a:lnTo>
                  <a:pt x="27996" y="0"/>
                </a:lnTo>
                <a:lnTo>
                  <a:pt x="27996" y="117"/>
                </a:lnTo>
                <a:lnTo>
                  <a:pt x="27837" y="117"/>
                </a:lnTo>
                <a:lnTo>
                  <a:pt x="27837" y="0"/>
                </a:lnTo>
                <a:moveTo>
                  <a:pt x="28102" y="0"/>
                </a:moveTo>
                <a:lnTo>
                  <a:pt x="28260" y="0"/>
                </a:lnTo>
                <a:lnTo>
                  <a:pt x="28260" y="117"/>
                </a:lnTo>
                <a:lnTo>
                  <a:pt x="28102" y="117"/>
                </a:lnTo>
                <a:lnTo>
                  <a:pt x="28102" y="0"/>
                </a:lnTo>
                <a:moveTo>
                  <a:pt x="28366" y="0"/>
                </a:moveTo>
                <a:lnTo>
                  <a:pt x="28525" y="0"/>
                </a:lnTo>
                <a:lnTo>
                  <a:pt x="28525" y="117"/>
                </a:lnTo>
                <a:lnTo>
                  <a:pt x="28366" y="117"/>
                </a:lnTo>
                <a:lnTo>
                  <a:pt x="28366" y="0"/>
                </a:lnTo>
                <a:moveTo>
                  <a:pt x="28631" y="0"/>
                </a:moveTo>
                <a:lnTo>
                  <a:pt x="28790" y="0"/>
                </a:lnTo>
                <a:lnTo>
                  <a:pt x="28790" y="117"/>
                </a:lnTo>
                <a:lnTo>
                  <a:pt x="28631" y="117"/>
                </a:lnTo>
                <a:lnTo>
                  <a:pt x="28631" y="0"/>
                </a:lnTo>
                <a:moveTo>
                  <a:pt x="28896" y="0"/>
                </a:moveTo>
                <a:lnTo>
                  <a:pt x="29055" y="0"/>
                </a:lnTo>
                <a:lnTo>
                  <a:pt x="29055" y="117"/>
                </a:lnTo>
                <a:lnTo>
                  <a:pt x="28896" y="117"/>
                </a:lnTo>
                <a:lnTo>
                  <a:pt x="28896" y="0"/>
                </a:lnTo>
                <a:moveTo>
                  <a:pt x="29161" y="0"/>
                </a:moveTo>
                <a:lnTo>
                  <a:pt x="29320" y="0"/>
                </a:lnTo>
                <a:lnTo>
                  <a:pt x="29320" y="117"/>
                </a:lnTo>
                <a:lnTo>
                  <a:pt x="29161" y="117"/>
                </a:lnTo>
                <a:lnTo>
                  <a:pt x="29161" y="0"/>
                </a:lnTo>
                <a:moveTo>
                  <a:pt x="29426" y="0"/>
                </a:moveTo>
                <a:lnTo>
                  <a:pt x="29584" y="0"/>
                </a:lnTo>
                <a:lnTo>
                  <a:pt x="29584" y="117"/>
                </a:lnTo>
                <a:lnTo>
                  <a:pt x="29426" y="117"/>
                </a:lnTo>
                <a:lnTo>
                  <a:pt x="29426" y="0"/>
                </a:lnTo>
                <a:moveTo>
                  <a:pt x="29690" y="0"/>
                </a:moveTo>
                <a:lnTo>
                  <a:pt x="29849" y="0"/>
                </a:lnTo>
                <a:lnTo>
                  <a:pt x="29849" y="117"/>
                </a:lnTo>
                <a:lnTo>
                  <a:pt x="29690" y="117"/>
                </a:lnTo>
                <a:lnTo>
                  <a:pt x="29690" y="0"/>
                </a:lnTo>
                <a:moveTo>
                  <a:pt x="29960" y="2"/>
                </a:moveTo>
                <a:cubicBezTo>
                  <a:pt x="30029" y="9"/>
                  <a:pt x="30088" y="36"/>
                  <a:pt x="30138" y="85"/>
                </a:cubicBezTo>
                <a:lnTo>
                  <a:pt x="30056" y="168"/>
                </a:lnTo>
                <a:cubicBezTo>
                  <a:pt x="30026" y="138"/>
                  <a:pt x="29990" y="122"/>
                  <a:pt x="29948" y="117"/>
                </a:cubicBezTo>
                <a:lnTo>
                  <a:pt x="29960" y="2"/>
                </a:lnTo>
                <a:moveTo>
                  <a:pt x="30209" y="196"/>
                </a:moveTo>
                <a:cubicBezTo>
                  <a:pt x="30221" y="229"/>
                  <a:pt x="30227" y="262"/>
                  <a:pt x="30227" y="296"/>
                </a:cubicBezTo>
                <a:lnTo>
                  <a:pt x="30227" y="373"/>
                </a:lnTo>
                <a:lnTo>
                  <a:pt x="30110" y="373"/>
                </a:lnTo>
                <a:lnTo>
                  <a:pt x="30110" y="296"/>
                </a:lnTo>
                <a:cubicBezTo>
                  <a:pt x="30110" y="276"/>
                  <a:pt x="30107" y="255"/>
                  <a:pt x="30100" y="236"/>
                </a:cubicBezTo>
                <a:lnTo>
                  <a:pt x="30209" y="196"/>
                </a:lnTo>
                <a:moveTo>
                  <a:pt x="30227" y="479"/>
                </a:moveTo>
                <a:lnTo>
                  <a:pt x="30227" y="638"/>
                </a:lnTo>
                <a:lnTo>
                  <a:pt x="30110" y="638"/>
                </a:lnTo>
                <a:lnTo>
                  <a:pt x="30110" y="479"/>
                </a:lnTo>
                <a:lnTo>
                  <a:pt x="30227" y="479"/>
                </a:lnTo>
                <a:moveTo>
                  <a:pt x="30227" y="744"/>
                </a:moveTo>
                <a:lnTo>
                  <a:pt x="30227" y="903"/>
                </a:lnTo>
                <a:lnTo>
                  <a:pt x="30110" y="903"/>
                </a:lnTo>
                <a:lnTo>
                  <a:pt x="30110" y="744"/>
                </a:lnTo>
                <a:lnTo>
                  <a:pt x="30227" y="744"/>
                </a:lnTo>
                <a:moveTo>
                  <a:pt x="30227" y="1010"/>
                </a:moveTo>
                <a:lnTo>
                  <a:pt x="30227" y="1168"/>
                </a:lnTo>
                <a:lnTo>
                  <a:pt x="30110" y="1168"/>
                </a:lnTo>
                <a:lnTo>
                  <a:pt x="30110" y="1010"/>
                </a:lnTo>
                <a:lnTo>
                  <a:pt x="30227" y="1010"/>
                </a:lnTo>
                <a:moveTo>
                  <a:pt x="30227" y="1275"/>
                </a:moveTo>
                <a:lnTo>
                  <a:pt x="30227" y="1433"/>
                </a:lnTo>
                <a:lnTo>
                  <a:pt x="30110" y="1433"/>
                </a:lnTo>
                <a:lnTo>
                  <a:pt x="30110" y="1275"/>
                </a:lnTo>
                <a:lnTo>
                  <a:pt x="30227" y="1275"/>
                </a:lnTo>
                <a:moveTo>
                  <a:pt x="30227" y="1539"/>
                </a:moveTo>
                <a:lnTo>
                  <a:pt x="30227" y="1698"/>
                </a:lnTo>
                <a:lnTo>
                  <a:pt x="30110" y="1698"/>
                </a:lnTo>
                <a:lnTo>
                  <a:pt x="30110" y="1539"/>
                </a:lnTo>
                <a:lnTo>
                  <a:pt x="30227" y="1539"/>
                </a:lnTo>
                <a:moveTo>
                  <a:pt x="30199" y="1826"/>
                </a:moveTo>
                <a:cubicBezTo>
                  <a:pt x="30169" y="1889"/>
                  <a:pt x="30123" y="1935"/>
                  <a:pt x="30061" y="1966"/>
                </a:cubicBezTo>
                <a:lnTo>
                  <a:pt x="30010" y="1861"/>
                </a:lnTo>
                <a:cubicBezTo>
                  <a:pt x="30048" y="1843"/>
                  <a:pt x="30075" y="1814"/>
                  <a:pt x="30093" y="1776"/>
                </a:cubicBezTo>
                <a:lnTo>
                  <a:pt x="30199" y="1826"/>
                </a:lnTo>
                <a:moveTo>
                  <a:pt x="29933" y="1996"/>
                </a:moveTo>
                <a:cubicBezTo>
                  <a:pt x="29932" y="1996"/>
                  <a:pt x="29931" y="1996"/>
                  <a:pt x="29930" y="1996"/>
                </a:cubicBezTo>
                <a:lnTo>
                  <a:pt x="29774" y="1996"/>
                </a:lnTo>
                <a:lnTo>
                  <a:pt x="29774" y="1880"/>
                </a:lnTo>
                <a:lnTo>
                  <a:pt x="29931" y="1880"/>
                </a:lnTo>
                <a:lnTo>
                  <a:pt x="29932" y="1880"/>
                </a:lnTo>
                <a:lnTo>
                  <a:pt x="29933" y="1996"/>
                </a:lnTo>
                <a:moveTo>
                  <a:pt x="29668" y="1996"/>
                </a:moveTo>
                <a:lnTo>
                  <a:pt x="29509" y="1996"/>
                </a:lnTo>
                <a:lnTo>
                  <a:pt x="29509" y="1880"/>
                </a:lnTo>
                <a:lnTo>
                  <a:pt x="29668" y="1880"/>
                </a:lnTo>
                <a:lnTo>
                  <a:pt x="29668" y="1996"/>
                </a:lnTo>
                <a:moveTo>
                  <a:pt x="29403" y="1996"/>
                </a:moveTo>
                <a:lnTo>
                  <a:pt x="29245" y="1996"/>
                </a:lnTo>
                <a:lnTo>
                  <a:pt x="29245" y="1880"/>
                </a:lnTo>
                <a:lnTo>
                  <a:pt x="29403" y="1880"/>
                </a:lnTo>
                <a:lnTo>
                  <a:pt x="29403" y="1996"/>
                </a:lnTo>
                <a:moveTo>
                  <a:pt x="29139" y="1996"/>
                </a:moveTo>
                <a:lnTo>
                  <a:pt x="28980" y="1996"/>
                </a:lnTo>
                <a:lnTo>
                  <a:pt x="28980" y="1880"/>
                </a:lnTo>
                <a:lnTo>
                  <a:pt x="29139" y="1880"/>
                </a:lnTo>
                <a:lnTo>
                  <a:pt x="29139" y="1996"/>
                </a:lnTo>
                <a:moveTo>
                  <a:pt x="28874" y="1996"/>
                </a:moveTo>
                <a:lnTo>
                  <a:pt x="28715" y="1996"/>
                </a:lnTo>
                <a:lnTo>
                  <a:pt x="28715" y="1880"/>
                </a:lnTo>
                <a:lnTo>
                  <a:pt x="28874" y="1880"/>
                </a:lnTo>
                <a:lnTo>
                  <a:pt x="28874" y="1996"/>
                </a:lnTo>
                <a:moveTo>
                  <a:pt x="28609" y="1996"/>
                </a:moveTo>
                <a:lnTo>
                  <a:pt x="28450" y="1996"/>
                </a:lnTo>
                <a:lnTo>
                  <a:pt x="28450" y="1880"/>
                </a:lnTo>
                <a:lnTo>
                  <a:pt x="28609" y="1880"/>
                </a:lnTo>
                <a:lnTo>
                  <a:pt x="28609" y="1996"/>
                </a:lnTo>
                <a:moveTo>
                  <a:pt x="28344" y="1996"/>
                </a:moveTo>
                <a:lnTo>
                  <a:pt x="28185" y="1996"/>
                </a:lnTo>
                <a:lnTo>
                  <a:pt x="28185" y="1880"/>
                </a:lnTo>
                <a:lnTo>
                  <a:pt x="28344" y="1880"/>
                </a:lnTo>
                <a:lnTo>
                  <a:pt x="28344" y="1996"/>
                </a:lnTo>
                <a:moveTo>
                  <a:pt x="28079" y="1996"/>
                </a:moveTo>
                <a:lnTo>
                  <a:pt x="27921" y="1996"/>
                </a:lnTo>
                <a:lnTo>
                  <a:pt x="27921" y="1880"/>
                </a:lnTo>
                <a:lnTo>
                  <a:pt x="28079" y="1880"/>
                </a:lnTo>
                <a:lnTo>
                  <a:pt x="28079" y="1996"/>
                </a:lnTo>
                <a:moveTo>
                  <a:pt x="27815" y="1996"/>
                </a:moveTo>
                <a:lnTo>
                  <a:pt x="27656" y="1996"/>
                </a:lnTo>
                <a:lnTo>
                  <a:pt x="27656" y="1880"/>
                </a:lnTo>
                <a:lnTo>
                  <a:pt x="27815" y="1880"/>
                </a:lnTo>
                <a:lnTo>
                  <a:pt x="27815" y="1996"/>
                </a:lnTo>
                <a:moveTo>
                  <a:pt x="27550" y="1996"/>
                </a:moveTo>
                <a:lnTo>
                  <a:pt x="27391" y="1996"/>
                </a:lnTo>
                <a:lnTo>
                  <a:pt x="27391" y="1880"/>
                </a:lnTo>
                <a:lnTo>
                  <a:pt x="27550" y="1880"/>
                </a:lnTo>
                <a:lnTo>
                  <a:pt x="27550" y="1996"/>
                </a:lnTo>
                <a:moveTo>
                  <a:pt x="27285" y="1996"/>
                </a:moveTo>
                <a:lnTo>
                  <a:pt x="27126" y="1996"/>
                </a:lnTo>
                <a:lnTo>
                  <a:pt x="27126" y="1880"/>
                </a:lnTo>
                <a:lnTo>
                  <a:pt x="27285" y="1880"/>
                </a:lnTo>
                <a:lnTo>
                  <a:pt x="27285" y="1996"/>
                </a:lnTo>
                <a:moveTo>
                  <a:pt x="27020" y="1996"/>
                </a:moveTo>
                <a:lnTo>
                  <a:pt x="26861" y="1996"/>
                </a:lnTo>
                <a:lnTo>
                  <a:pt x="26861" y="1880"/>
                </a:lnTo>
                <a:lnTo>
                  <a:pt x="27020" y="1880"/>
                </a:lnTo>
                <a:lnTo>
                  <a:pt x="27020" y="1996"/>
                </a:lnTo>
                <a:moveTo>
                  <a:pt x="26755" y="1996"/>
                </a:moveTo>
                <a:lnTo>
                  <a:pt x="26597" y="1996"/>
                </a:lnTo>
                <a:lnTo>
                  <a:pt x="26597" y="1880"/>
                </a:lnTo>
                <a:lnTo>
                  <a:pt x="26755" y="1880"/>
                </a:lnTo>
                <a:lnTo>
                  <a:pt x="26755" y="1996"/>
                </a:lnTo>
                <a:moveTo>
                  <a:pt x="26490" y="1996"/>
                </a:moveTo>
                <a:lnTo>
                  <a:pt x="26332" y="1996"/>
                </a:lnTo>
                <a:lnTo>
                  <a:pt x="26332" y="1880"/>
                </a:lnTo>
                <a:lnTo>
                  <a:pt x="26490" y="1880"/>
                </a:lnTo>
                <a:lnTo>
                  <a:pt x="26490" y="1996"/>
                </a:lnTo>
                <a:moveTo>
                  <a:pt x="26226" y="1996"/>
                </a:moveTo>
                <a:lnTo>
                  <a:pt x="26067" y="1996"/>
                </a:lnTo>
                <a:lnTo>
                  <a:pt x="26067" y="1880"/>
                </a:lnTo>
                <a:lnTo>
                  <a:pt x="26226" y="1880"/>
                </a:lnTo>
                <a:lnTo>
                  <a:pt x="26226" y="1996"/>
                </a:lnTo>
                <a:moveTo>
                  <a:pt x="25961" y="1996"/>
                </a:moveTo>
                <a:lnTo>
                  <a:pt x="25802" y="1996"/>
                </a:lnTo>
                <a:lnTo>
                  <a:pt x="25802" y="1880"/>
                </a:lnTo>
                <a:lnTo>
                  <a:pt x="25961" y="1880"/>
                </a:lnTo>
                <a:lnTo>
                  <a:pt x="25961" y="1996"/>
                </a:lnTo>
                <a:moveTo>
                  <a:pt x="25696" y="1996"/>
                </a:moveTo>
                <a:lnTo>
                  <a:pt x="25537" y="1996"/>
                </a:lnTo>
                <a:lnTo>
                  <a:pt x="25537" y="1880"/>
                </a:lnTo>
                <a:lnTo>
                  <a:pt x="25696" y="1880"/>
                </a:lnTo>
                <a:lnTo>
                  <a:pt x="25696" y="1996"/>
                </a:lnTo>
                <a:moveTo>
                  <a:pt x="25431" y="1996"/>
                </a:moveTo>
                <a:lnTo>
                  <a:pt x="25273" y="1996"/>
                </a:lnTo>
                <a:lnTo>
                  <a:pt x="25273" y="1880"/>
                </a:lnTo>
                <a:lnTo>
                  <a:pt x="25431" y="1880"/>
                </a:lnTo>
                <a:lnTo>
                  <a:pt x="25431" y="1996"/>
                </a:lnTo>
                <a:moveTo>
                  <a:pt x="25166" y="1996"/>
                </a:moveTo>
                <a:lnTo>
                  <a:pt x="25008" y="1996"/>
                </a:lnTo>
                <a:lnTo>
                  <a:pt x="25008" y="1880"/>
                </a:lnTo>
                <a:lnTo>
                  <a:pt x="25166" y="1880"/>
                </a:lnTo>
                <a:lnTo>
                  <a:pt x="25166" y="1996"/>
                </a:lnTo>
                <a:moveTo>
                  <a:pt x="24902" y="1996"/>
                </a:moveTo>
                <a:lnTo>
                  <a:pt x="24743" y="1996"/>
                </a:lnTo>
                <a:lnTo>
                  <a:pt x="24743" y="1880"/>
                </a:lnTo>
                <a:lnTo>
                  <a:pt x="24902" y="1880"/>
                </a:lnTo>
                <a:lnTo>
                  <a:pt x="24902" y="1996"/>
                </a:lnTo>
                <a:moveTo>
                  <a:pt x="24637" y="1996"/>
                </a:moveTo>
                <a:lnTo>
                  <a:pt x="24478" y="1996"/>
                </a:lnTo>
                <a:lnTo>
                  <a:pt x="24478" y="1880"/>
                </a:lnTo>
                <a:lnTo>
                  <a:pt x="24637" y="1880"/>
                </a:lnTo>
                <a:lnTo>
                  <a:pt x="24637" y="1996"/>
                </a:lnTo>
                <a:moveTo>
                  <a:pt x="24372" y="1996"/>
                </a:moveTo>
                <a:lnTo>
                  <a:pt x="24213" y="1996"/>
                </a:lnTo>
                <a:lnTo>
                  <a:pt x="24213" y="1880"/>
                </a:lnTo>
                <a:lnTo>
                  <a:pt x="24372" y="1880"/>
                </a:lnTo>
                <a:lnTo>
                  <a:pt x="24372" y="1996"/>
                </a:lnTo>
                <a:moveTo>
                  <a:pt x="24107" y="1996"/>
                </a:moveTo>
                <a:lnTo>
                  <a:pt x="23948" y="1996"/>
                </a:lnTo>
                <a:lnTo>
                  <a:pt x="23948" y="1880"/>
                </a:lnTo>
                <a:lnTo>
                  <a:pt x="24107" y="1880"/>
                </a:lnTo>
                <a:lnTo>
                  <a:pt x="24107" y="1996"/>
                </a:lnTo>
                <a:moveTo>
                  <a:pt x="23842" y="1996"/>
                </a:moveTo>
                <a:lnTo>
                  <a:pt x="23684" y="1996"/>
                </a:lnTo>
                <a:lnTo>
                  <a:pt x="23684" y="1880"/>
                </a:lnTo>
                <a:lnTo>
                  <a:pt x="23842" y="1880"/>
                </a:lnTo>
                <a:lnTo>
                  <a:pt x="23842" y="1996"/>
                </a:lnTo>
                <a:moveTo>
                  <a:pt x="23578" y="1996"/>
                </a:moveTo>
                <a:lnTo>
                  <a:pt x="23419" y="1996"/>
                </a:lnTo>
                <a:lnTo>
                  <a:pt x="23419" y="1880"/>
                </a:lnTo>
                <a:lnTo>
                  <a:pt x="23578" y="1880"/>
                </a:lnTo>
                <a:lnTo>
                  <a:pt x="23578" y="1996"/>
                </a:lnTo>
                <a:moveTo>
                  <a:pt x="23313" y="1996"/>
                </a:moveTo>
                <a:lnTo>
                  <a:pt x="23154" y="1996"/>
                </a:lnTo>
                <a:lnTo>
                  <a:pt x="23154" y="1880"/>
                </a:lnTo>
                <a:lnTo>
                  <a:pt x="23313" y="1880"/>
                </a:lnTo>
                <a:lnTo>
                  <a:pt x="23313" y="1996"/>
                </a:lnTo>
                <a:moveTo>
                  <a:pt x="23048" y="1996"/>
                </a:moveTo>
                <a:lnTo>
                  <a:pt x="22889" y="1996"/>
                </a:lnTo>
                <a:lnTo>
                  <a:pt x="22889" y="1880"/>
                </a:lnTo>
                <a:lnTo>
                  <a:pt x="23048" y="1880"/>
                </a:lnTo>
                <a:lnTo>
                  <a:pt x="23048" y="1996"/>
                </a:lnTo>
                <a:moveTo>
                  <a:pt x="22783" y="1996"/>
                </a:moveTo>
                <a:lnTo>
                  <a:pt x="22624" y="1996"/>
                </a:lnTo>
                <a:lnTo>
                  <a:pt x="22624" y="1880"/>
                </a:lnTo>
                <a:lnTo>
                  <a:pt x="22783" y="1880"/>
                </a:lnTo>
                <a:lnTo>
                  <a:pt x="22783" y="1996"/>
                </a:lnTo>
                <a:moveTo>
                  <a:pt x="22518" y="1996"/>
                </a:moveTo>
                <a:lnTo>
                  <a:pt x="22360" y="1996"/>
                </a:lnTo>
                <a:lnTo>
                  <a:pt x="22360" y="1880"/>
                </a:lnTo>
                <a:lnTo>
                  <a:pt x="22518" y="1880"/>
                </a:lnTo>
                <a:lnTo>
                  <a:pt x="22518" y="1996"/>
                </a:lnTo>
                <a:moveTo>
                  <a:pt x="22254" y="1996"/>
                </a:moveTo>
                <a:lnTo>
                  <a:pt x="22095" y="1996"/>
                </a:lnTo>
                <a:lnTo>
                  <a:pt x="22095" y="1880"/>
                </a:lnTo>
                <a:lnTo>
                  <a:pt x="22254" y="1880"/>
                </a:lnTo>
                <a:lnTo>
                  <a:pt x="22254" y="1996"/>
                </a:lnTo>
                <a:moveTo>
                  <a:pt x="21989" y="1996"/>
                </a:moveTo>
                <a:lnTo>
                  <a:pt x="21830" y="1996"/>
                </a:lnTo>
                <a:lnTo>
                  <a:pt x="21830" y="1880"/>
                </a:lnTo>
                <a:lnTo>
                  <a:pt x="21989" y="1880"/>
                </a:lnTo>
                <a:lnTo>
                  <a:pt x="21989" y="1996"/>
                </a:lnTo>
                <a:moveTo>
                  <a:pt x="21724" y="1996"/>
                </a:moveTo>
                <a:lnTo>
                  <a:pt x="21565" y="1996"/>
                </a:lnTo>
                <a:lnTo>
                  <a:pt x="21565" y="1880"/>
                </a:lnTo>
                <a:lnTo>
                  <a:pt x="21724" y="1880"/>
                </a:lnTo>
                <a:lnTo>
                  <a:pt x="21724" y="1996"/>
                </a:lnTo>
                <a:moveTo>
                  <a:pt x="21459" y="1996"/>
                </a:moveTo>
                <a:lnTo>
                  <a:pt x="21300" y="1996"/>
                </a:lnTo>
                <a:lnTo>
                  <a:pt x="21300" y="1880"/>
                </a:lnTo>
                <a:lnTo>
                  <a:pt x="21459" y="1880"/>
                </a:lnTo>
                <a:lnTo>
                  <a:pt x="21459" y="1996"/>
                </a:lnTo>
                <a:moveTo>
                  <a:pt x="21194" y="1996"/>
                </a:moveTo>
                <a:lnTo>
                  <a:pt x="21036" y="1996"/>
                </a:lnTo>
                <a:lnTo>
                  <a:pt x="21036" y="1880"/>
                </a:lnTo>
                <a:lnTo>
                  <a:pt x="21194" y="1880"/>
                </a:lnTo>
                <a:lnTo>
                  <a:pt x="21194" y="1996"/>
                </a:lnTo>
                <a:moveTo>
                  <a:pt x="20930" y="1996"/>
                </a:moveTo>
                <a:lnTo>
                  <a:pt x="20771" y="1996"/>
                </a:lnTo>
                <a:lnTo>
                  <a:pt x="20771" y="1880"/>
                </a:lnTo>
                <a:lnTo>
                  <a:pt x="20930" y="1880"/>
                </a:lnTo>
                <a:lnTo>
                  <a:pt x="20930" y="1996"/>
                </a:lnTo>
                <a:moveTo>
                  <a:pt x="20665" y="1996"/>
                </a:moveTo>
                <a:lnTo>
                  <a:pt x="20506" y="1996"/>
                </a:lnTo>
                <a:lnTo>
                  <a:pt x="20506" y="1880"/>
                </a:lnTo>
                <a:lnTo>
                  <a:pt x="20665" y="1880"/>
                </a:lnTo>
                <a:lnTo>
                  <a:pt x="20665" y="1996"/>
                </a:lnTo>
                <a:moveTo>
                  <a:pt x="20400" y="1996"/>
                </a:moveTo>
                <a:lnTo>
                  <a:pt x="20241" y="1996"/>
                </a:lnTo>
                <a:lnTo>
                  <a:pt x="20241" y="1880"/>
                </a:lnTo>
                <a:lnTo>
                  <a:pt x="20400" y="1880"/>
                </a:lnTo>
                <a:lnTo>
                  <a:pt x="20400" y="1996"/>
                </a:lnTo>
                <a:moveTo>
                  <a:pt x="20135" y="1996"/>
                </a:moveTo>
                <a:lnTo>
                  <a:pt x="19976" y="1996"/>
                </a:lnTo>
                <a:lnTo>
                  <a:pt x="19976" y="1880"/>
                </a:lnTo>
                <a:lnTo>
                  <a:pt x="20135" y="1880"/>
                </a:lnTo>
                <a:lnTo>
                  <a:pt x="20135" y="1996"/>
                </a:lnTo>
                <a:moveTo>
                  <a:pt x="19870" y="1996"/>
                </a:moveTo>
                <a:lnTo>
                  <a:pt x="19712" y="1996"/>
                </a:lnTo>
                <a:lnTo>
                  <a:pt x="19712" y="1880"/>
                </a:lnTo>
                <a:lnTo>
                  <a:pt x="19870" y="1880"/>
                </a:lnTo>
                <a:lnTo>
                  <a:pt x="19870" y="1996"/>
                </a:lnTo>
                <a:moveTo>
                  <a:pt x="19606" y="1996"/>
                </a:moveTo>
                <a:lnTo>
                  <a:pt x="19447" y="1996"/>
                </a:lnTo>
                <a:lnTo>
                  <a:pt x="19447" y="1880"/>
                </a:lnTo>
                <a:lnTo>
                  <a:pt x="19606" y="1880"/>
                </a:lnTo>
                <a:lnTo>
                  <a:pt x="19606" y="1996"/>
                </a:lnTo>
                <a:moveTo>
                  <a:pt x="19341" y="1996"/>
                </a:moveTo>
                <a:lnTo>
                  <a:pt x="19182" y="1996"/>
                </a:lnTo>
                <a:lnTo>
                  <a:pt x="19182" y="1880"/>
                </a:lnTo>
                <a:lnTo>
                  <a:pt x="19341" y="1880"/>
                </a:lnTo>
                <a:lnTo>
                  <a:pt x="19341" y="1996"/>
                </a:lnTo>
                <a:moveTo>
                  <a:pt x="19076" y="1996"/>
                </a:moveTo>
                <a:lnTo>
                  <a:pt x="18917" y="1996"/>
                </a:lnTo>
                <a:lnTo>
                  <a:pt x="18917" y="1880"/>
                </a:lnTo>
                <a:lnTo>
                  <a:pt x="19076" y="1880"/>
                </a:lnTo>
                <a:lnTo>
                  <a:pt x="19076" y="1996"/>
                </a:lnTo>
                <a:moveTo>
                  <a:pt x="18811" y="1996"/>
                </a:moveTo>
                <a:lnTo>
                  <a:pt x="18652" y="1996"/>
                </a:lnTo>
                <a:lnTo>
                  <a:pt x="18652" y="1880"/>
                </a:lnTo>
                <a:lnTo>
                  <a:pt x="18811" y="1880"/>
                </a:lnTo>
                <a:lnTo>
                  <a:pt x="18811" y="1996"/>
                </a:lnTo>
                <a:moveTo>
                  <a:pt x="18546" y="1996"/>
                </a:moveTo>
                <a:lnTo>
                  <a:pt x="18388" y="1996"/>
                </a:lnTo>
                <a:lnTo>
                  <a:pt x="18388" y="1880"/>
                </a:lnTo>
                <a:lnTo>
                  <a:pt x="18546" y="1880"/>
                </a:lnTo>
                <a:lnTo>
                  <a:pt x="18546" y="1996"/>
                </a:lnTo>
                <a:moveTo>
                  <a:pt x="18282" y="1996"/>
                </a:moveTo>
                <a:lnTo>
                  <a:pt x="18123" y="1996"/>
                </a:lnTo>
                <a:lnTo>
                  <a:pt x="18123" y="1880"/>
                </a:lnTo>
                <a:lnTo>
                  <a:pt x="18282" y="1880"/>
                </a:lnTo>
                <a:lnTo>
                  <a:pt x="18282" y="1996"/>
                </a:lnTo>
                <a:moveTo>
                  <a:pt x="18017" y="1996"/>
                </a:moveTo>
                <a:lnTo>
                  <a:pt x="17858" y="1996"/>
                </a:lnTo>
                <a:lnTo>
                  <a:pt x="17858" y="1880"/>
                </a:lnTo>
                <a:lnTo>
                  <a:pt x="18017" y="1880"/>
                </a:lnTo>
                <a:lnTo>
                  <a:pt x="18017" y="1996"/>
                </a:lnTo>
                <a:moveTo>
                  <a:pt x="17752" y="1996"/>
                </a:moveTo>
                <a:lnTo>
                  <a:pt x="17593" y="1996"/>
                </a:lnTo>
                <a:lnTo>
                  <a:pt x="17593" y="1880"/>
                </a:lnTo>
                <a:lnTo>
                  <a:pt x="17752" y="1880"/>
                </a:lnTo>
                <a:lnTo>
                  <a:pt x="17752" y="1996"/>
                </a:lnTo>
                <a:moveTo>
                  <a:pt x="17487" y="1996"/>
                </a:moveTo>
                <a:lnTo>
                  <a:pt x="17328" y="1996"/>
                </a:lnTo>
                <a:lnTo>
                  <a:pt x="17328" y="1880"/>
                </a:lnTo>
                <a:lnTo>
                  <a:pt x="17487" y="1880"/>
                </a:lnTo>
                <a:lnTo>
                  <a:pt x="17487" y="1996"/>
                </a:lnTo>
                <a:moveTo>
                  <a:pt x="17222" y="1996"/>
                </a:moveTo>
                <a:lnTo>
                  <a:pt x="17064" y="1996"/>
                </a:lnTo>
                <a:lnTo>
                  <a:pt x="17064" y="1880"/>
                </a:lnTo>
                <a:lnTo>
                  <a:pt x="17222" y="1880"/>
                </a:lnTo>
                <a:lnTo>
                  <a:pt x="17222" y="1996"/>
                </a:lnTo>
                <a:moveTo>
                  <a:pt x="16958" y="1996"/>
                </a:moveTo>
                <a:lnTo>
                  <a:pt x="16799" y="1996"/>
                </a:lnTo>
                <a:lnTo>
                  <a:pt x="16799" y="1880"/>
                </a:lnTo>
                <a:lnTo>
                  <a:pt x="16958" y="1880"/>
                </a:lnTo>
                <a:lnTo>
                  <a:pt x="16958" y="1996"/>
                </a:lnTo>
                <a:moveTo>
                  <a:pt x="16693" y="1996"/>
                </a:moveTo>
                <a:lnTo>
                  <a:pt x="16534" y="1996"/>
                </a:lnTo>
                <a:lnTo>
                  <a:pt x="16534" y="1880"/>
                </a:lnTo>
                <a:lnTo>
                  <a:pt x="16693" y="1880"/>
                </a:lnTo>
                <a:lnTo>
                  <a:pt x="16693" y="1996"/>
                </a:lnTo>
                <a:moveTo>
                  <a:pt x="16428" y="1996"/>
                </a:moveTo>
                <a:lnTo>
                  <a:pt x="16269" y="1996"/>
                </a:lnTo>
                <a:lnTo>
                  <a:pt x="16269" y="1880"/>
                </a:lnTo>
                <a:lnTo>
                  <a:pt x="16428" y="1880"/>
                </a:lnTo>
                <a:lnTo>
                  <a:pt x="16428" y="1996"/>
                </a:lnTo>
                <a:moveTo>
                  <a:pt x="16163" y="1996"/>
                </a:moveTo>
                <a:lnTo>
                  <a:pt x="16004" y="1996"/>
                </a:lnTo>
                <a:lnTo>
                  <a:pt x="16004" y="1880"/>
                </a:lnTo>
                <a:lnTo>
                  <a:pt x="16163" y="1880"/>
                </a:lnTo>
                <a:lnTo>
                  <a:pt x="16163" y="1996"/>
                </a:lnTo>
                <a:moveTo>
                  <a:pt x="15898" y="1996"/>
                </a:moveTo>
                <a:lnTo>
                  <a:pt x="15740" y="1996"/>
                </a:lnTo>
                <a:lnTo>
                  <a:pt x="15740" y="1880"/>
                </a:lnTo>
                <a:lnTo>
                  <a:pt x="15898" y="1880"/>
                </a:lnTo>
                <a:lnTo>
                  <a:pt x="15898" y="1996"/>
                </a:lnTo>
                <a:moveTo>
                  <a:pt x="15634" y="1996"/>
                </a:moveTo>
                <a:lnTo>
                  <a:pt x="15475" y="1996"/>
                </a:lnTo>
                <a:lnTo>
                  <a:pt x="15475" y="1880"/>
                </a:lnTo>
                <a:lnTo>
                  <a:pt x="15634" y="1880"/>
                </a:lnTo>
                <a:lnTo>
                  <a:pt x="15634" y="1996"/>
                </a:lnTo>
                <a:moveTo>
                  <a:pt x="15369" y="1996"/>
                </a:moveTo>
                <a:lnTo>
                  <a:pt x="15210" y="1996"/>
                </a:lnTo>
                <a:lnTo>
                  <a:pt x="15210" y="1880"/>
                </a:lnTo>
                <a:lnTo>
                  <a:pt x="15369" y="1880"/>
                </a:lnTo>
                <a:lnTo>
                  <a:pt x="15369" y="1996"/>
                </a:lnTo>
                <a:moveTo>
                  <a:pt x="15104" y="1996"/>
                </a:moveTo>
                <a:lnTo>
                  <a:pt x="14945" y="1996"/>
                </a:lnTo>
                <a:lnTo>
                  <a:pt x="14945" y="1880"/>
                </a:lnTo>
                <a:lnTo>
                  <a:pt x="15104" y="1880"/>
                </a:lnTo>
                <a:lnTo>
                  <a:pt x="15104" y="1996"/>
                </a:lnTo>
                <a:moveTo>
                  <a:pt x="14839" y="1996"/>
                </a:moveTo>
                <a:lnTo>
                  <a:pt x="14680" y="1996"/>
                </a:lnTo>
                <a:lnTo>
                  <a:pt x="14680" y="1880"/>
                </a:lnTo>
                <a:lnTo>
                  <a:pt x="14839" y="1880"/>
                </a:lnTo>
                <a:lnTo>
                  <a:pt x="14839" y="1996"/>
                </a:lnTo>
                <a:moveTo>
                  <a:pt x="14574" y="1996"/>
                </a:moveTo>
                <a:lnTo>
                  <a:pt x="14416" y="1996"/>
                </a:lnTo>
                <a:lnTo>
                  <a:pt x="14416" y="1880"/>
                </a:lnTo>
                <a:lnTo>
                  <a:pt x="14574" y="1880"/>
                </a:lnTo>
                <a:lnTo>
                  <a:pt x="14574" y="1996"/>
                </a:lnTo>
                <a:moveTo>
                  <a:pt x="14310" y="1996"/>
                </a:moveTo>
                <a:lnTo>
                  <a:pt x="14151" y="1996"/>
                </a:lnTo>
                <a:lnTo>
                  <a:pt x="14151" y="1880"/>
                </a:lnTo>
                <a:lnTo>
                  <a:pt x="14310" y="1880"/>
                </a:lnTo>
                <a:lnTo>
                  <a:pt x="14310" y="1996"/>
                </a:lnTo>
                <a:moveTo>
                  <a:pt x="14045" y="1996"/>
                </a:moveTo>
                <a:lnTo>
                  <a:pt x="13886" y="1996"/>
                </a:lnTo>
                <a:lnTo>
                  <a:pt x="13886" y="1880"/>
                </a:lnTo>
                <a:lnTo>
                  <a:pt x="14045" y="1880"/>
                </a:lnTo>
                <a:lnTo>
                  <a:pt x="14045" y="1996"/>
                </a:lnTo>
                <a:moveTo>
                  <a:pt x="13780" y="1996"/>
                </a:moveTo>
                <a:lnTo>
                  <a:pt x="13621" y="1996"/>
                </a:lnTo>
                <a:lnTo>
                  <a:pt x="13621" y="1880"/>
                </a:lnTo>
                <a:lnTo>
                  <a:pt x="13780" y="1880"/>
                </a:lnTo>
                <a:lnTo>
                  <a:pt x="13780" y="1996"/>
                </a:lnTo>
                <a:moveTo>
                  <a:pt x="13515" y="1996"/>
                </a:moveTo>
                <a:lnTo>
                  <a:pt x="13356" y="1996"/>
                </a:lnTo>
                <a:lnTo>
                  <a:pt x="13356" y="1880"/>
                </a:lnTo>
                <a:lnTo>
                  <a:pt x="13515" y="1880"/>
                </a:lnTo>
                <a:lnTo>
                  <a:pt x="13515" y="1996"/>
                </a:lnTo>
                <a:moveTo>
                  <a:pt x="13249" y="1996"/>
                </a:moveTo>
                <a:lnTo>
                  <a:pt x="13091" y="1996"/>
                </a:lnTo>
                <a:lnTo>
                  <a:pt x="13091" y="1880"/>
                </a:lnTo>
                <a:lnTo>
                  <a:pt x="13249" y="1880"/>
                </a:lnTo>
                <a:lnTo>
                  <a:pt x="13249" y="1996"/>
                </a:lnTo>
                <a:moveTo>
                  <a:pt x="12984" y="1996"/>
                </a:moveTo>
                <a:lnTo>
                  <a:pt x="12826" y="1996"/>
                </a:lnTo>
                <a:lnTo>
                  <a:pt x="12826" y="1880"/>
                </a:lnTo>
                <a:lnTo>
                  <a:pt x="12984" y="1880"/>
                </a:lnTo>
                <a:lnTo>
                  <a:pt x="12984" y="1996"/>
                </a:lnTo>
                <a:moveTo>
                  <a:pt x="12720" y="1996"/>
                </a:moveTo>
                <a:lnTo>
                  <a:pt x="12561" y="1996"/>
                </a:lnTo>
                <a:lnTo>
                  <a:pt x="12561" y="1880"/>
                </a:lnTo>
                <a:lnTo>
                  <a:pt x="12720" y="1880"/>
                </a:lnTo>
                <a:lnTo>
                  <a:pt x="12720" y="1996"/>
                </a:lnTo>
                <a:moveTo>
                  <a:pt x="12455" y="1996"/>
                </a:moveTo>
                <a:lnTo>
                  <a:pt x="12296" y="1996"/>
                </a:lnTo>
                <a:lnTo>
                  <a:pt x="12296" y="1880"/>
                </a:lnTo>
                <a:lnTo>
                  <a:pt x="12455" y="1880"/>
                </a:lnTo>
                <a:lnTo>
                  <a:pt x="12455" y="1996"/>
                </a:lnTo>
                <a:moveTo>
                  <a:pt x="12190" y="1996"/>
                </a:moveTo>
                <a:lnTo>
                  <a:pt x="12031" y="1996"/>
                </a:lnTo>
                <a:lnTo>
                  <a:pt x="12031" y="1880"/>
                </a:lnTo>
                <a:lnTo>
                  <a:pt x="12190" y="1880"/>
                </a:lnTo>
                <a:lnTo>
                  <a:pt x="12190" y="1996"/>
                </a:lnTo>
                <a:moveTo>
                  <a:pt x="11925" y="1996"/>
                </a:moveTo>
                <a:lnTo>
                  <a:pt x="11767" y="1996"/>
                </a:lnTo>
                <a:lnTo>
                  <a:pt x="11767" y="1880"/>
                </a:lnTo>
                <a:lnTo>
                  <a:pt x="11925" y="1880"/>
                </a:lnTo>
                <a:lnTo>
                  <a:pt x="11925" y="1996"/>
                </a:lnTo>
                <a:moveTo>
                  <a:pt x="11660" y="1996"/>
                </a:moveTo>
                <a:lnTo>
                  <a:pt x="11502" y="1996"/>
                </a:lnTo>
                <a:lnTo>
                  <a:pt x="11502" y="1880"/>
                </a:lnTo>
                <a:lnTo>
                  <a:pt x="11660" y="1880"/>
                </a:lnTo>
                <a:lnTo>
                  <a:pt x="11660" y="1996"/>
                </a:lnTo>
                <a:moveTo>
                  <a:pt x="11396" y="1996"/>
                </a:moveTo>
                <a:lnTo>
                  <a:pt x="11237" y="1996"/>
                </a:lnTo>
                <a:lnTo>
                  <a:pt x="11237" y="1880"/>
                </a:lnTo>
                <a:lnTo>
                  <a:pt x="11396" y="1880"/>
                </a:lnTo>
                <a:lnTo>
                  <a:pt x="11396" y="1996"/>
                </a:lnTo>
                <a:moveTo>
                  <a:pt x="11131" y="1996"/>
                </a:moveTo>
                <a:lnTo>
                  <a:pt x="10972" y="1996"/>
                </a:lnTo>
                <a:lnTo>
                  <a:pt x="10972" y="1880"/>
                </a:lnTo>
                <a:lnTo>
                  <a:pt x="11131" y="1880"/>
                </a:lnTo>
                <a:lnTo>
                  <a:pt x="11131" y="1996"/>
                </a:lnTo>
                <a:moveTo>
                  <a:pt x="10866" y="1996"/>
                </a:moveTo>
                <a:lnTo>
                  <a:pt x="10707" y="1996"/>
                </a:lnTo>
                <a:lnTo>
                  <a:pt x="10707" y="1880"/>
                </a:lnTo>
                <a:lnTo>
                  <a:pt x="10866" y="1880"/>
                </a:lnTo>
                <a:lnTo>
                  <a:pt x="10866" y="1996"/>
                </a:lnTo>
                <a:moveTo>
                  <a:pt x="10601" y="1996"/>
                </a:moveTo>
                <a:lnTo>
                  <a:pt x="10443" y="1996"/>
                </a:lnTo>
                <a:lnTo>
                  <a:pt x="10443" y="1880"/>
                </a:lnTo>
                <a:lnTo>
                  <a:pt x="10601" y="1880"/>
                </a:lnTo>
                <a:lnTo>
                  <a:pt x="10601" y="1996"/>
                </a:lnTo>
                <a:moveTo>
                  <a:pt x="10336" y="1996"/>
                </a:moveTo>
                <a:lnTo>
                  <a:pt x="10178" y="1996"/>
                </a:lnTo>
                <a:lnTo>
                  <a:pt x="10178" y="1880"/>
                </a:lnTo>
                <a:lnTo>
                  <a:pt x="10336" y="1880"/>
                </a:lnTo>
                <a:lnTo>
                  <a:pt x="10336" y="1996"/>
                </a:lnTo>
                <a:moveTo>
                  <a:pt x="10072" y="1996"/>
                </a:moveTo>
                <a:lnTo>
                  <a:pt x="9913" y="1996"/>
                </a:lnTo>
                <a:lnTo>
                  <a:pt x="9913" y="1880"/>
                </a:lnTo>
                <a:lnTo>
                  <a:pt x="10072" y="1880"/>
                </a:lnTo>
                <a:lnTo>
                  <a:pt x="10072" y="1996"/>
                </a:lnTo>
                <a:moveTo>
                  <a:pt x="9807" y="1996"/>
                </a:moveTo>
                <a:lnTo>
                  <a:pt x="9648" y="1996"/>
                </a:lnTo>
                <a:lnTo>
                  <a:pt x="9648" y="1880"/>
                </a:lnTo>
                <a:lnTo>
                  <a:pt x="9807" y="1880"/>
                </a:lnTo>
                <a:lnTo>
                  <a:pt x="9807" y="1996"/>
                </a:lnTo>
                <a:moveTo>
                  <a:pt x="9542" y="1996"/>
                </a:moveTo>
                <a:lnTo>
                  <a:pt x="9383" y="1996"/>
                </a:lnTo>
                <a:lnTo>
                  <a:pt x="9383" y="1880"/>
                </a:lnTo>
                <a:lnTo>
                  <a:pt x="9542" y="1880"/>
                </a:lnTo>
                <a:lnTo>
                  <a:pt x="9542" y="1996"/>
                </a:lnTo>
                <a:moveTo>
                  <a:pt x="9277" y="1996"/>
                </a:moveTo>
                <a:lnTo>
                  <a:pt x="9118" y="1996"/>
                </a:lnTo>
                <a:lnTo>
                  <a:pt x="9118" y="1880"/>
                </a:lnTo>
                <a:lnTo>
                  <a:pt x="9277" y="1880"/>
                </a:lnTo>
                <a:lnTo>
                  <a:pt x="9277" y="1996"/>
                </a:lnTo>
                <a:moveTo>
                  <a:pt x="9012" y="1996"/>
                </a:moveTo>
                <a:lnTo>
                  <a:pt x="8854" y="1996"/>
                </a:lnTo>
                <a:lnTo>
                  <a:pt x="8854" y="1880"/>
                </a:lnTo>
                <a:lnTo>
                  <a:pt x="9012" y="1880"/>
                </a:lnTo>
                <a:lnTo>
                  <a:pt x="9012" y="1996"/>
                </a:lnTo>
                <a:moveTo>
                  <a:pt x="8748" y="1996"/>
                </a:moveTo>
                <a:lnTo>
                  <a:pt x="8589" y="1996"/>
                </a:lnTo>
                <a:lnTo>
                  <a:pt x="8589" y="1880"/>
                </a:lnTo>
                <a:lnTo>
                  <a:pt x="8748" y="1880"/>
                </a:lnTo>
                <a:lnTo>
                  <a:pt x="8748" y="1996"/>
                </a:lnTo>
                <a:moveTo>
                  <a:pt x="8483" y="1996"/>
                </a:moveTo>
                <a:lnTo>
                  <a:pt x="8324" y="1996"/>
                </a:lnTo>
                <a:lnTo>
                  <a:pt x="8324" y="1880"/>
                </a:lnTo>
                <a:lnTo>
                  <a:pt x="8483" y="1880"/>
                </a:lnTo>
                <a:lnTo>
                  <a:pt x="8483" y="1996"/>
                </a:lnTo>
                <a:moveTo>
                  <a:pt x="8218" y="1996"/>
                </a:moveTo>
                <a:lnTo>
                  <a:pt x="8059" y="1996"/>
                </a:lnTo>
                <a:lnTo>
                  <a:pt x="8059" y="1880"/>
                </a:lnTo>
                <a:lnTo>
                  <a:pt x="8218" y="1880"/>
                </a:lnTo>
                <a:lnTo>
                  <a:pt x="8218" y="1996"/>
                </a:lnTo>
                <a:moveTo>
                  <a:pt x="7953" y="1996"/>
                </a:moveTo>
                <a:lnTo>
                  <a:pt x="7794" y="1996"/>
                </a:lnTo>
                <a:lnTo>
                  <a:pt x="7794" y="1880"/>
                </a:lnTo>
                <a:lnTo>
                  <a:pt x="7953" y="1880"/>
                </a:lnTo>
                <a:lnTo>
                  <a:pt x="7953" y="1996"/>
                </a:lnTo>
                <a:moveTo>
                  <a:pt x="7688" y="1996"/>
                </a:moveTo>
                <a:lnTo>
                  <a:pt x="7530" y="1996"/>
                </a:lnTo>
                <a:lnTo>
                  <a:pt x="7530" y="1880"/>
                </a:lnTo>
                <a:lnTo>
                  <a:pt x="7688" y="1880"/>
                </a:lnTo>
                <a:lnTo>
                  <a:pt x="7688" y="1996"/>
                </a:lnTo>
                <a:moveTo>
                  <a:pt x="7424" y="1996"/>
                </a:moveTo>
                <a:lnTo>
                  <a:pt x="7265" y="1996"/>
                </a:lnTo>
                <a:lnTo>
                  <a:pt x="7265" y="1880"/>
                </a:lnTo>
                <a:lnTo>
                  <a:pt x="7424" y="1880"/>
                </a:lnTo>
                <a:lnTo>
                  <a:pt x="7424" y="1996"/>
                </a:lnTo>
                <a:moveTo>
                  <a:pt x="7159" y="1996"/>
                </a:moveTo>
                <a:lnTo>
                  <a:pt x="7000" y="1996"/>
                </a:lnTo>
                <a:lnTo>
                  <a:pt x="7000" y="1880"/>
                </a:lnTo>
                <a:lnTo>
                  <a:pt x="7159" y="1880"/>
                </a:lnTo>
                <a:lnTo>
                  <a:pt x="7159" y="1996"/>
                </a:lnTo>
                <a:moveTo>
                  <a:pt x="6894" y="1996"/>
                </a:moveTo>
                <a:lnTo>
                  <a:pt x="6735" y="1996"/>
                </a:lnTo>
                <a:lnTo>
                  <a:pt x="6735" y="1880"/>
                </a:lnTo>
                <a:lnTo>
                  <a:pt x="6894" y="1880"/>
                </a:lnTo>
                <a:lnTo>
                  <a:pt x="6894" y="1996"/>
                </a:lnTo>
                <a:moveTo>
                  <a:pt x="6629" y="1996"/>
                </a:moveTo>
                <a:lnTo>
                  <a:pt x="6470" y="1996"/>
                </a:lnTo>
                <a:lnTo>
                  <a:pt x="6470" y="1880"/>
                </a:lnTo>
                <a:lnTo>
                  <a:pt x="6629" y="1880"/>
                </a:lnTo>
                <a:lnTo>
                  <a:pt x="6629" y="1996"/>
                </a:lnTo>
                <a:moveTo>
                  <a:pt x="6364" y="1996"/>
                </a:moveTo>
                <a:lnTo>
                  <a:pt x="6206" y="1996"/>
                </a:lnTo>
                <a:lnTo>
                  <a:pt x="6206" y="1880"/>
                </a:lnTo>
                <a:lnTo>
                  <a:pt x="6364" y="1880"/>
                </a:lnTo>
                <a:lnTo>
                  <a:pt x="6364" y="1996"/>
                </a:lnTo>
                <a:moveTo>
                  <a:pt x="6100" y="1996"/>
                </a:moveTo>
                <a:lnTo>
                  <a:pt x="5941" y="1996"/>
                </a:lnTo>
                <a:lnTo>
                  <a:pt x="5941" y="1880"/>
                </a:lnTo>
                <a:lnTo>
                  <a:pt x="6100" y="1880"/>
                </a:lnTo>
                <a:lnTo>
                  <a:pt x="6100" y="1996"/>
                </a:lnTo>
                <a:moveTo>
                  <a:pt x="5835" y="1996"/>
                </a:moveTo>
                <a:lnTo>
                  <a:pt x="5676" y="1996"/>
                </a:lnTo>
                <a:lnTo>
                  <a:pt x="5676" y="1880"/>
                </a:lnTo>
                <a:lnTo>
                  <a:pt x="5835" y="1880"/>
                </a:lnTo>
                <a:lnTo>
                  <a:pt x="5835" y="1996"/>
                </a:lnTo>
                <a:moveTo>
                  <a:pt x="5570" y="1996"/>
                </a:moveTo>
                <a:lnTo>
                  <a:pt x="5411" y="1996"/>
                </a:lnTo>
                <a:lnTo>
                  <a:pt x="5411" y="1880"/>
                </a:lnTo>
                <a:lnTo>
                  <a:pt x="5570" y="1880"/>
                </a:lnTo>
                <a:lnTo>
                  <a:pt x="5570" y="1996"/>
                </a:lnTo>
                <a:moveTo>
                  <a:pt x="5305" y="1996"/>
                </a:moveTo>
                <a:lnTo>
                  <a:pt x="5146" y="1996"/>
                </a:lnTo>
                <a:lnTo>
                  <a:pt x="5146" y="1880"/>
                </a:lnTo>
                <a:lnTo>
                  <a:pt x="5305" y="1880"/>
                </a:lnTo>
                <a:lnTo>
                  <a:pt x="5305" y="1996"/>
                </a:lnTo>
                <a:moveTo>
                  <a:pt x="5040" y="1996"/>
                </a:moveTo>
                <a:lnTo>
                  <a:pt x="4882" y="1996"/>
                </a:lnTo>
                <a:lnTo>
                  <a:pt x="4882" y="1880"/>
                </a:lnTo>
                <a:lnTo>
                  <a:pt x="5040" y="1880"/>
                </a:lnTo>
                <a:lnTo>
                  <a:pt x="5040" y="1996"/>
                </a:lnTo>
                <a:moveTo>
                  <a:pt x="4776" y="1996"/>
                </a:moveTo>
                <a:lnTo>
                  <a:pt x="4617" y="1996"/>
                </a:lnTo>
                <a:lnTo>
                  <a:pt x="4617" y="1880"/>
                </a:lnTo>
                <a:lnTo>
                  <a:pt x="4776" y="1880"/>
                </a:lnTo>
                <a:lnTo>
                  <a:pt x="4776" y="1996"/>
                </a:lnTo>
                <a:moveTo>
                  <a:pt x="4511" y="1996"/>
                </a:moveTo>
                <a:lnTo>
                  <a:pt x="4352" y="1996"/>
                </a:lnTo>
                <a:lnTo>
                  <a:pt x="4352" y="1880"/>
                </a:lnTo>
                <a:lnTo>
                  <a:pt x="4511" y="1880"/>
                </a:lnTo>
                <a:lnTo>
                  <a:pt x="4511" y="1996"/>
                </a:lnTo>
                <a:moveTo>
                  <a:pt x="4246" y="1996"/>
                </a:moveTo>
                <a:lnTo>
                  <a:pt x="4087" y="1996"/>
                </a:lnTo>
                <a:lnTo>
                  <a:pt x="4087" y="1880"/>
                </a:lnTo>
                <a:lnTo>
                  <a:pt x="4246" y="1880"/>
                </a:lnTo>
                <a:lnTo>
                  <a:pt x="4246" y="1996"/>
                </a:lnTo>
                <a:moveTo>
                  <a:pt x="3981" y="1996"/>
                </a:moveTo>
                <a:lnTo>
                  <a:pt x="3822" y="1996"/>
                </a:lnTo>
                <a:lnTo>
                  <a:pt x="3822" y="1880"/>
                </a:lnTo>
                <a:lnTo>
                  <a:pt x="3981" y="1880"/>
                </a:lnTo>
                <a:lnTo>
                  <a:pt x="3981" y="1996"/>
                </a:lnTo>
                <a:moveTo>
                  <a:pt x="3716" y="1996"/>
                </a:moveTo>
                <a:lnTo>
                  <a:pt x="3558" y="1996"/>
                </a:lnTo>
                <a:lnTo>
                  <a:pt x="3558" y="1880"/>
                </a:lnTo>
                <a:lnTo>
                  <a:pt x="3716" y="1880"/>
                </a:lnTo>
                <a:lnTo>
                  <a:pt x="3716" y="1996"/>
                </a:lnTo>
                <a:moveTo>
                  <a:pt x="3452" y="1996"/>
                </a:moveTo>
                <a:lnTo>
                  <a:pt x="3293" y="1996"/>
                </a:lnTo>
                <a:lnTo>
                  <a:pt x="3293" y="1880"/>
                </a:lnTo>
                <a:lnTo>
                  <a:pt x="3452" y="1880"/>
                </a:lnTo>
                <a:lnTo>
                  <a:pt x="3452" y="1996"/>
                </a:lnTo>
                <a:moveTo>
                  <a:pt x="3187" y="1996"/>
                </a:moveTo>
                <a:lnTo>
                  <a:pt x="3028" y="1996"/>
                </a:lnTo>
                <a:lnTo>
                  <a:pt x="3028" y="1880"/>
                </a:lnTo>
                <a:lnTo>
                  <a:pt x="3187" y="1880"/>
                </a:lnTo>
                <a:lnTo>
                  <a:pt x="3187" y="1996"/>
                </a:lnTo>
                <a:moveTo>
                  <a:pt x="2922" y="1996"/>
                </a:moveTo>
                <a:lnTo>
                  <a:pt x="2763" y="1996"/>
                </a:lnTo>
                <a:lnTo>
                  <a:pt x="2763" y="1880"/>
                </a:lnTo>
                <a:lnTo>
                  <a:pt x="2922" y="1880"/>
                </a:lnTo>
                <a:lnTo>
                  <a:pt x="2922" y="1996"/>
                </a:lnTo>
                <a:moveTo>
                  <a:pt x="2657" y="1996"/>
                </a:moveTo>
                <a:lnTo>
                  <a:pt x="2498" y="1996"/>
                </a:lnTo>
                <a:lnTo>
                  <a:pt x="2498" y="1880"/>
                </a:lnTo>
                <a:lnTo>
                  <a:pt x="2657" y="1880"/>
                </a:lnTo>
                <a:lnTo>
                  <a:pt x="2657" y="1996"/>
                </a:lnTo>
                <a:moveTo>
                  <a:pt x="2392" y="1996"/>
                </a:moveTo>
                <a:lnTo>
                  <a:pt x="2234" y="1996"/>
                </a:lnTo>
                <a:lnTo>
                  <a:pt x="2234" y="1880"/>
                </a:lnTo>
                <a:lnTo>
                  <a:pt x="2392" y="1880"/>
                </a:lnTo>
                <a:lnTo>
                  <a:pt x="2392" y="1996"/>
                </a:lnTo>
                <a:moveTo>
                  <a:pt x="2128" y="1996"/>
                </a:moveTo>
                <a:lnTo>
                  <a:pt x="1969" y="1996"/>
                </a:lnTo>
                <a:lnTo>
                  <a:pt x="1969" y="1880"/>
                </a:lnTo>
                <a:lnTo>
                  <a:pt x="2128" y="1880"/>
                </a:lnTo>
                <a:lnTo>
                  <a:pt x="2128" y="1996"/>
                </a:lnTo>
                <a:moveTo>
                  <a:pt x="1863" y="1996"/>
                </a:moveTo>
                <a:lnTo>
                  <a:pt x="1704" y="1996"/>
                </a:lnTo>
                <a:lnTo>
                  <a:pt x="1704" y="1880"/>
                </a:lnTo>
                <a:lnTo>
                  <a:pt x="1863" y="1880"/>
                </a:lnTo>
                <a:lnTo>
                  <a:pt x="1863" y="1996"/>
                </a:lnTo>
                <a:moveTo>
                  <a:pt x="1598" y="1996"/>
                </a:moveTo>
                <a:lnTo>
                  <a:pt x="1439" y="1996"/>
                </a:lnTo>
                <a:lnTo>
                  <a:pt x="1439" y="1880"/>
                </a:lnTo>
                <a:lnTo>
                  <a:pt x="1598" y="1880"/>
                </a:lnTo>
                <a:lnTo>
                  <a:pt x="1598" y="1996"/>
                </a:lnTo>
                <a:moveTo>
                  <a:pt x="1333" y="1996"/>
                </a:moveTo>
                <a:lnTo>
                  <a:pt x="1174" y="1996"/>
                </a:lnTo>
                <a:lnTo>
                  <a:pt x="1174" y="1880"/>
                </a:lnTo>
                <a:lnTo>
                  <a:pt x="1333" y="1880"/>
                </a:lnTo>
                <a:lnTo>
                  <a:pt x="1333" y="1996"/>
                </a:lnTo>
                <a:moveTo>
                  <a:pt x="1068" y="1996"/>
                </a:moveTo>
                <a:lnTo>
                  <a:pt x="910" y="1996"/>
                </a:lnTo>
                <a:lnTo>
                  <a:pt x="910" y="1880"/>
                </a:lnTo>
                <a:lnTo>
                  <a:pt x="1068" y="1880"/>
                </a:lnTo>
                <a:lnTo>
                  <a:pt x="1068" y="1996"/>
                </a:lnTo>
                <a:moveTo>
                  <a:pt x="804" y="1996"/>
                </a:moveTo>
                <a:lnTo>
                  <a:pt x="645" y="1996"/>
                </a:lnTo>
                <a:lnTo>
                  <a:pt x="645" y="1880"/>
                </a:lnTo>
                <a:lnTo>
                  <a:pt x="804" y="1880"/>
                </a:lnTo>
                <a:lnTo>
                  <a:pt x="804" y="1996"/>
                </a:lnTo>
                <a:moveTo>
                  <a:pt x="539" y="1996"/>
                </a:moveTo>
                <a:lnTo>
                  <a:pt x="380" y="1996"/>
                </a:lnTo>
                <a:lnTo>
                  <a:pt x="380" y="1880"/>
                </a:lnTo>
                <a:lnTo>
                  <a:pt x="539" y="1880"/>
                </a:lnTo>
                <a:lnTo>
                  <a:pt x="539" y="1996"/>
                </a:lnTo>
                <a:moveTo>
                  <a:pt x="270" y="1995"/>
                </a:moveTo>
                <a:cubicBezTo>
                  <a:pt x="201" y="1989"/>
                  <a:pt x="141" y="1962"/>
                  <a:pt x="91" y="1914"/>
                </a:cubicBezTo>
                <a:lnTo>
                  <a:pt x="172" y="1830"/>
                </a:lnTo>
                <a:cubicBezTo>
                  <a:pt x="202" y="1859"/>
                  <a:pt x="238" y="1875"/>
                  <a:pt x="280" y="1879"/>
                </a:cubicBezTo>
                <a:lnTo>
                  <a:pt x="270" y="1995"/>
                </a:lnTo>
                <a:moveTo>
                  <a:pt x="18" y="1803"/>
                </a:moveTo>
                <a:cubicBezTo>
                  <a:pt x="6" y="1770"/>
                  <a:pt x="0" y="1735"/>
                  <a:pt x="0" y="1700"/>
                </a:cubicBezTo>
                <a:lnTo>
                  <a:pt x="0" y="1626"/>
                </a:lnTo>
                <a:lnTo>
                  <a:pt x="116" y="1626"/>
                </a:lnTo>
                <a:lnTo>
                  <a:pt x="116" y="1700"/>
                </a:lnTo>
                <a:cubicBezTo>
                  <a:pt x="116" y="1721"/>
                  <a:pt x="120" y="1742"/>
                  <a:pt x="128" y="1762"/>
                </a:cubicBezTo>
                <a:lnTo>
                  <a:pt x="18" y="1803"/>
                </a:lnTo>
                <a:moveTo>
                  <a:pt x="0" y="1520"/>
                </a:moveTo>
                <a:lnTo>
                  <a:pt x="0" y="1361"/>
                </a:lnTo>
                <a:lnTo>
                  <a:pt x="116" y="1361"/>
                </a:lnTo>
                <a:lnTo>
                  <a:pt x="116" y="1520"/>
                </a:lnTo>
                <a:lnTo>
                  <a:pt x="0" y="1520"/>
                </a:lnTo>
                <a:moveTo>
                  <a:pt x="0" y="1255"/>
                </a:moveTo>
                <a:lnTo>
                  <a:pt x="0" y="1096"/>
                </a:lnTo>
                <a:lnTo>
                  <a:pt x="116" y="1096"/>
                </a:lnTo>
                <a:lnTo>
                  <a:pt x="116" y="1255"/>
                </a:lnTo>
                <a:lnTo>
                  <a:pt x="0" y="1255"/>
                </a:lnTo>
                <a:moveTo>
                  <a:pt x="0" y="990"/>
                </a:moveTo>
                <a:lnTo>
                  <a:pt x="0" y="830"/>
                </a:lnTo>
                <a:lnTo>
                  <a:pt x="116" y="830"/>
                </a:lnTo>
                <a:lnTo>
                  <a:pt x="116" y="990"/>
                </a:lnTo>
                <a:lnTo>
                  <a:pt x="0" y="990"/>
                </a:lnTo>
                <a:moveTo>
                  <a:pt x="0" y="724"/>
                </a:moveTo>
                <a:lnTo>
                  <a:pt x="0" y="565"/>
                </a:lnTo>
                <a:lnTo>
                  <a:pt x="116" y="565"/>
                </a:lnTo>
                <a:lnTo>
                  <a:pt x="116" y="724"/>
                </a:lnTo>
                <a:lnTo>
                  <a:pt x="0" y="724"/>
                </a:lnTo>
                <a:moveTo>
                  <a:pt x="0" y="459"/>
                </a:moveTo>
                <a:lnTo>
                  <a:pt x="0" y="301"/>
                </a:lnTo>
                <a:lnTo>
                  <a:pt x="116" y="301"/>
                </a:lnTo>
                <a:lnTo>
                  <a:pt x="116" y="459"/>
                </a:lnTo>
                <a:lnTo>
                  <a:pt x="0" y="459"/>
                </a:lnTo>
                <a:moveTo>
                  <a:pt x="27" y="173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5"/>
                  <a:pt x="150" y="183"/>
                  <a:pt x="133" y="222"/>
                </a:cubicBezTo>
                <a:lnTo>
                  <a:pt x="27" y="173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7"/>
                </a:lnTo>
                <a:lnTo>
                  <a:pt x="296" y="117"/>
                </a:lnTo>
                <a:cubicBezTo>
                  <a:pt x="295" y="117"/>
                  <a:pt x="294" y="117"/>
                  <a:pt x="293" y="117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666720" y="1131480"/>
            <a:ext cx="5237136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Decoder-native transforms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66720" y="1888560"/>
            <a:ext cx="6024067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Apply transforms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during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decoding, inside TorchCodec: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28720" y="2503440"/>
            <a:ext cx="4188931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torchcodec.transforms </a:t>
            </a:r>
            <a:r>
              <a:rPr lang="en-US" sz="128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Resize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828720" y="2693880"/>
            <a:ext cx="7644196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 = VideoDecoder(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transforms=[Resize(size=(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480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640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))])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828720" y="3065400"/>
            <a:ext cx="701550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59636e"/>
                </a:solidFill>
                <a:effectLst/>
                <a:uFillTx/>
                <a:latin typeface="Courier New"/>
                <a:ea typeface="Courier New"/>
              </a:rPr>
              <a:t># TorchVision transforms work too (but TorchVision is not required)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923760" y="39049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5" y="187"/>
                  <a:pt x="93" y="187"/>
                </a:cubicBezTo>
                <a:cubicBezTo>
                  <a:pt x="80" y="187"/>
                  <a:pt x="68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3" y="0"/>
                </a:cubicBezTo>
                <a:cubicBezTo>
                  <a:pt x="105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8720" y="3246480"/>
            <a:ext cx="7958347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decoder = VideoDecoder(</a:t>
            </a:r>
            <a:r>
              <a:rPr lang="en-US" sz="128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"video.mp4"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transforms=[v2.Resize(size=(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480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28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640</a:t>
            </a:r>
            <a:r>
              <a:rPr lang="en-US" sz="128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))])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2304720" y="3800160"/>
            <a:ext cx="857880" cy="295920"/>
          </a:xfrm>
          <a:custGeom>
            <a:avLst/>
            <a:gdLst/>
            <a:ahLst/>
            <a:rect l="0" t="0" r="r" b="b"/>
            <a:pathLst>
              <a:path w="2383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9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224" y="0"/>
                </a:lnTo>
                <a:cubicBezTo>
                  <a:pt x="2234" y="0"/>
                  <a:pt x="2245" y="1"/>
                  <a:pt x="2255" y="3"/>
                </a:cubicBezTo>
                <a:cubicBezTo>
                  <a:pt x="2265" y="5"/>
                  <a:pt x="2275" y="8"/>
                  <a:pt x="2285" y="12"/>
                </a:cubicBezTo>
                <a:cubicBezTo>
                  <a:pt x="2294" y="16"/>
                  <a:pt x="2303" y="21"/>
                  <a:pt x="2312" y="27"/>
                </a:cubicBezTo>
                <a:cubicBezTo>
                  <a:pt x="2321" y="33"/>
                  <a:pt x="2329" y="40"/>
                  <a:pt x="2336" y="47"/>
                </a:cubicBezTo>
                <a:cubicBezTo>
                  <a:pt x="2344" y="54"/>
                  <a:pt x="2350" y="62"/>
                  <a:pt x="2356" y="71"/>
                </a:cubicBezTo>
                <a:cubicBezTo>
                  <a:pt x="2362" y="80"/>
                  <a:pt x="2367" y="89"/>
                  <a:pt x="2371" y="98"/>
                </a:cubicBezTo>
                <a:cubicBezTo>
                  <a:pt x="2375" y="108"/>
                  <a:pt x="2378" y="118"/>
                  <a:pt x="2380" y="128"/>
                </a:cubicBezTo>
                <a:cubicBezTo>
                  <a:pt x="2382" y="138"/>
                  <a:pt x="2383" y="149"/>
                  <a:pt x="2383" y="159"/>
                </a:cubicBezTo>
                <a:lnTo>
                  <a:pt x="2383" y="663"/>
                </a:lnTo>
                <a:cubicBezTo>
                  <a:pt x="2383" y="673"/>
                  <a:pt x="2382" y="684"/>
                  <a:pt x="2380" y="694"/>
                </a:cubicBezTo>
                <a:cubicBezTo>
                  <a:pt x="2378" y="704"/>
                  <a:pt x="2375" y="714"/>
                  <a:pt x="2371" y="724"/>
                </a:cubicBezTo>
                <a:cubicBezTo>
                  <a:pt x="2367" y="733"/>
                  <a:pt x="2362" y="742"/>
                  <a:pt x="2356" y="751"/>
                </a:cubicBezTo>
                <a:cubicBezTo>
                  <a:pt x="2350" y="760"/>
                  <a:pt x="2344" y="768"/>
                  <a:pt x="2336" y="775"/>
                </a:cubicBezTo>
                <a:cubicBezTo>
                  <a:pt x="2329" y="782"/>
                  <a:pt x="2321" y="789"/>
                  <a:pt x="2312" y="795"/>
                </a:cubicBezTo>
                <a:cubicBezTo>
                  <a:pt x="2303" y="801"/>
                  <a:pt x="2294" y="806"/>
                  <a:pt x="2285" y="809"/>
                </a:cubicBezTo>
                <a:cubicBezTo>
                  <a:pt x="2275" y="813"/>
                  <a:pt x="2265" y="816"/>
                  <a:pt x="2255" y="819"/>
                </a:cubicBezTo>
                <a:cubicBezTo>
                  <a:pt x="2245" y="821"/>
                  <a:pt x="2234" y="822"/>
                  <a:pt x="2224" y="822"/>
                </a:cubicBezTo>
                <a:lnTo>
                  <a:pt x="159" y="822"/>
                </a:lnTo>
                <a:cubicBezTo>
                  <a:pt x="149" y="822"/>
                  <a:pt x="138" y="821"/>
                  <a:pt x="128" y="819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6"/>
                  <a:pt x="80" y="801"/>
                  <a:pt x="71" y="795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40" y="768"/>
                  <a:pt x="33" y="760"/>
                  <a:pt x="27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9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1123920" y="3793680"/>
            <a:ext cx="1277208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Supported: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2383560" y="3839400"/>
            <a:ext cx="759326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Resize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3286080" y="3800160"/>
            <a:ext cx="1324080" cy="295920"/>
          </a:xfrm>
          <a:custGeom>
            <a:avLst/>
            <a:gdLst/>
            <a:ahLst/>
            <a:rect l="0" t="0" r="r" b="b"/>
            <a:pathLst>
              <a:path w="3678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3520" y="0"/>
                </a:lnTo>
                <a:cubicBezTo>
                  <a:pt x="3530" y="0"/>
                  <a:pt x="3540" y="1"/>
                  <a:pt x="3551" y="3"/>
                </a:cubicBezTo>
                <a:cubicBezTo>
                  <a:pt x="3561" y="5"/>
                  <a:pt x="3571" y="8"/>
                  <a:pt x="3580" y="12"/>
                </a:cubicBezTo>
                <a:cubicBezTo>
                  <a:pt x="3590" y="16"/>
                  <a:pt x="3599" y="21"/>
                  <a:pt x="3608" y="27"/>
                </a:cubicBezTo>
                <a:cubicBezTo>
                  <a:pt x="3616" y="33"/>
                  <a:pt x="3624" y="40"/>
                  <a:pt x="3632" y="47"/>
                </a:cubicBezTo>
                <a:cubicBezTo>
                  <a:pt x="3639" y="54"/>
                  <a:pt x="3646" y="62"/>
                  <a:pt x="3652" y="71"/>
                </a:cubicBezTo>
                <a:cubicBezTo>
                  <a:pt x="3657" y="80"/>
                  <a:pt x="3662" y="89"/>
                  <a:pt x="3666" y="98"/>
                </a:cubicBezTo>
                <a:cubicBezTo>
                  <a:pt x="3670" y="108"/>
                  <a:pt x="3673" y="118"/>
                  <a:pt x="3675" y="128"/>
                </a:cubicBezTo>
                <a:cubicBezTo>
                  <a:pt x="3677" y="138"/>
                  <a:pt x="3678" y="149"/>
                  <a:pt x="3678" y="159"/>
                </a:cubicBezTo>
                <a:lnTo>
                  <a:pt x="3678" y="663"/>
                </a:lnTo>
                <a:cubicBezTo>
                  <a:pt x="3678" y="673"/>
                  <a:pt x="3677" y="684"/>
                  <a:pt x="3675" y="694"/>
                </a:cubicBezTo>
                <a:cubicBezTo>
                  <a:pt x="3673" y="704"/>
                  <a:pt x="3670" y="714"/>
                  <a:pt x="3666" y="724"/>
                </a:cubicBezTo>
                <a:cubicBezTo>
                  <a:pt x="3662" y="733"/>
                  <a:pt x="3657" y="742"/>
                  <a:pt x="3652" y="751"/>
                </a:cubicBezTo>
                <a:cubicBezTo>
                  <a:pt x="3646" y="760"/>
                  <a:pt x="3639" y="768"/>
                  <a:pt x="3632" y="775"/>
                </a:cubicBezTo>
                <a:cubicBezTo>
                  <a:pt x="3624" y="782"/>
                  <a:pt x="3616" y="789"/>
                  <a:pt x="3608" y="795"/>
                </a:cubicBezTo>
                <a:cubicBezTo>
                  <a:pt x="3599" y="801"/>
                  <a:pt x="3590" y="806"/>
                  <a:pt x="3580" y="809"/>
                </a:cubicBezTo>
                <a:cubicBezTo>
                  <a:pt x="3571" y="813"/>
                  <a:pt x="3561" y="816"/>
                  <a:pt x="3551" y="819"/>
                </a:cubicBezTo>
                <a:cubicBezTo>
                  <a:pt x="3540" y="821"/>
                  <a:pt x="3530" y="822"/>
                  <a:pt x="3520" y="822"/>
                </a:cubicBezTo>
                <a:lnTo>
                  <a:pt x="159" y="822"/>
                </a:lnTo>
                <a:cubicBezTo>
                  <a:pt x="149" y="822"/>
                  <a:pt x="139" y="821"/>
                  <a:pt x="128" y="819"/>
                </a:cubicBezTo>
                <a:cubicBezTo>
                  <a:pt x="118" y="816"/>
                  <a:pt x="108" y="813"/>
                  <a:pt x="99" y="809"/>
                </a:cubicBezTo>
                <a:cubicBezTo>
                  <a:pt x="89" y="806"/>
                  <a:pt x="80" y="801"/>
                  <a:pt x="71" y="795"/>
                </a:cubicBezTo>
                <a:cubicBezTo>
                  <a:pt x="62" y="789"/>
                  <a:pt x="53" y="782"/>
                  <a:pt x="46" y="775"/>
                </a:cubicBezTo>
                <a:cubicBezTo>
                  <a:pt x="39" y="768"/>
                  <a:pt x="32" y="760"/>
                  <a:pt x="26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60800" y="379368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3365280" y="3839400"/>
            <a:ext cx="126515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CenterCrop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4733640" y="3800160"/>
            <a:ext cx="1324440" cy="295920"/>
          </a:xfrm>
          <a:custGeom>
            <a:avLst/>
            <a:gdLst/>
            <a:ahLst/>
            <a:rect l="0" t="0" r="r" b="b"/>
            <a:pathLst>
              <a:path w="3679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520" y="0"/>
                </a:lnTo>
                <a:cubicBezTo>
                  <a:pt x="3531" y="0"/>
                  <a:pt x="3541" y="1"/>
                  <a:pt x="3551" y="3"/>
                </a:cubicBezTo>
                <a:cubicBezTo>
                  <a:pt x="3561" y="5"/>
                  <a:pt x="3571" y="8"/>
                  <a:pt x="3581" y="12"/>
                </a:cubicBezTo>
                <a:cubicBezTo>
                  <a:pt x="3591" y="16"/>
                  <a:pt x="3600" y="21"/>
                  <a:pt x="3608" y="27"/>
                </a:cubicBezTo>
                <a:cubicBezTo>
                  <a:pt x="3617" y="33"/>
                  <a:pt x="3625" y="40"/>
                  <a:pt x="3633" y="47"/>
                </a:cubicBezTo>
                <a:cubicBezTo>
                  <a:pt x="3640" y="54"/>
                  <a:pt x="3646" y="62"/>
                  <a:pt x="3652" y="71"/>
                </a:cubicBezTo>
                <a:cubicBezTo>
                  <a:pt x="3658" y="80"/>
                  <a:pt x="3663" y="89"/>
                  <a:pt x="3667" y="98"/>
                </a:cubicBezTo>
                <a:cubicBezTo>
                  <a:pt x="3671" y="108"/>
                  <a:pt x="3674" y="118"/>
                  <a:pt x="3676" y="128"/>
                </a:cubicBezTo>
                <a:cubicBezTo>
                  <a:pt x="3678" y="138"/>
                  <a:pt x="3679" y="149"/>
                  <a:pt x="3679" y="159"/>
                </a:cubicBezTo>
                <a:lnTo>
                  <a:pt x="3679" y="663"/>
                </a:lnTo>
                <a:cubicBezTo>
                  <a:pt x="3679" y="673"/>
                  <a:pt x="3678" y="684"/>
                  <a:pt x="3676" y="694"/>
                </a:cubicBezTo>
                <a:cubicBezTo>
                  <a:pt x="3674" y="704"/>
                  <a:pt x="3671" y="714"/>
                  <a:pt x="3667" y="724"/>
                </a:cubicBezTo>
                <a:cubicBezTo>
                  <a:pt x="3663" y="733"/>
                  <a:pt x="3658" y="742"/>
                  <a:pt x="3652" y="751"/>
                </a:cubicBezTo>
                <a:cubicBezTo>
                  <a:pt x="3646" y="760"/>
                  <a:pt x="3640" y="768"/>
                  <a:pt x="3633" y="775"/>
                </a:cubicBezTo>
                <a:cubicBezTo>
                  <a:pt x="3625" y="782"/>
                  <a:pt x="3617" y="789"/>
                  <a:pt x="3608" y="795"/>
                </a:cubicBezTo>
                <a:cubicBezTo>
                  <a:pt x="3600" y="801"/>
                  <a:pt x="3591" y="806"/>
                  <a:pt x="3581" y="809"/>
                </a:cubicBezTo>
                <a:cubicBezTo>
                  <a:pt x="3571" y="813"/>
                  <a:pt x="3561" y="816"/>
                  <a:pt x="3551" y="819"/>
                </a:cubicBezTo>
                <a:cubicBezTo>
                  <a:pt x="3541" y="821"/>
                  <a:pt x="3531" y="822"/>
                  <a:pt x="3520" y="822"/>
                </a:cubicBezTo>
                <a:lnTo>
                  <a:pt x="159" y="822"/>
                </a:lnTo>
                <a:cubicBezTo>
                  <a:pt x="149" y="822"/>
                  <a:pt x="138" y="821"/>
                  <a:pt x="128" y="819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6"/>
                  <a:pt x="80" y="801"/>
                  <a:pt x="71" y="795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8"/>
                  <a:pt x="33" y="760"/>
                  <a:pt x="27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608720" y="3793680"/>
            <a:ext cx="246499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923760" y="43146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5" y="186"/>
                  <a:pt x="93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8" y="151"/>
                  <a:pt x="12" y="141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3" y="0"/>
                </a:cubicBezTo>
                <a:cubicBezTo>
                  <a:pt x="105" y="0"/>
                  <a:pt x="118" y="2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4813560" y="3839400"/>
            <a:ext cx="1265155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3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RandomCrop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923760" y="47145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5" y="187"/>
                  <a:pt x="93" y="187"/>
                </a:cubicBezTo>
                <a:cubicBezTo>
                  <a:pt x="80" y="187"/>
                  <a:pt x="68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8" y="151"/>
                  <a:pt x="12" y="141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3" y="0"/>
                </a:cubicBezTo>
                <a:cubicBezTo>
                  <a:pt x="105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1123920" y="4203360"/>
            <a:ext cx="7012396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Main win: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memory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full-resolution frames are never materialized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1123920" y="4603320"/>
            <a:ext cx="797351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Can also be faster with multiple FFmpeg threads: measure on your setup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14400" y="5287320"/>
            <a:ext cx="8798155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TODO benchmark: memory and time, decoder transforms vs TorchVision after decoding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880200" y="6397920"/>
            <a:ext cx="23876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Decoder transforms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671400" y="2166840"/>
            <a:ext cx="10849320" cy="972000"/>
          </a:xfrm>
          <a:custGeom>
            <a:avLst/>
            <a:gdLst/>
            <a:ahLst/>
            <a:rect l="0" t="0" r="r" b="b"/>
            <a:pathLst>
              <a:path w="30137" h="2700">
                <a:moveTo>
                  <a:pt x="0" y="2501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2501"/>
                </a:lnTo>
                <a:cubicBezTo>
                  <a:pt x="30137" y="2514"/>
                  <a:pt x="30136" y="2527"/>
                  <a:pt x="30133" y="2540"/>
                </a:cubicBezTo>
                <a:cubicBezTo>
                  <a:pt x="30130" y="2553"/>
                  <a:pt x="30127" y="2565"/>
                  <a:pt x="30122" y="2577"/>
                </a:cubicBezTo>
                <a:cubicBezTo>
                  <a:pt x="30117" y="2589"/>
                  <a:pt x="30111" y="2600"/>
                  <a:pt x="30103" y="2611"/>
                </a:cubicBezTo>
                <a:cubicBezTo>
                  <a:pt x="30096" y="2622"/>
                  <a:pt x="30088" y="2632"/>
                  <a:pt x="30079" y="2641"/>
                </a:cubicBezTo>
                <a:cubicBezTo>
                  <a:pt x="30070" y="2651"/>
                  <a:pt x="30059" y="2659"/>
                  <a:pt x="30049" y="2666"/>
                </a:cubicBezTo>
                <a:cubicBezTo>
                  <a:pt x="30038" y="2673"/>
                  <a:pt x="30026" y="2679"/>
                  <a:pt x="30014" y="2684"/>
                </a:cubicBezTo>
                <a:cubicBezTo>
                  <a:pt x="30002" y="2689"/>
                  <a:pt x="29990" y="2693"/>
                  <a:pt x="29977" y="2696"/>
                </a:cubicBezTo>
                <a:cubicBezTo>
                  <a:pt x="29964" y="2698"/>
                  <a:pt x="29951" y="2700"/>
                  <a:pt x="29938" y="2700"/>
                </a:cubicBezTo>
                <a:lnTo>
                  <a:pt x="198" y="2700"/>
                </a:lnTo>
                <a:cubicBezTo>
                  <a:pt x="185" y="2700"/>
                  <a:pt x="172" y="2698"/>
                  <a:pt x="160" y="2696"/>
                </a:cubicBezTo>
                <a:cubicBezTo>
                  <a:pt x="147" y="2693"/>
                  <a:pt x="134" y="2689"/>
                  <a:pt x="122" y="2684"/>
                </a:cubicBezTo>
                <a:cubicBezTo>
                  <a:pt x="110" y="2679"/>
                  <a:pt x="99" y="2673"/>
                  <a:pt x="88" y="2666"/>
                </a:cubicBezTo>
                <a:cubicBezTo>
                  <a:pt x="77" y="2659"/>
                  <a:pt x="67" y="2651"/>
                  <a:pt x="58" y="2641"/>
                </a:cubicBezTo>
                <a:cubicBezTo>
                  <a:pt x="49" y="2632"/>
                  <a:pt x="40" y="2622"/>
                  <a:pt x="33" y="2611"/>
                </a:cubicBezTo>
                <a:cubicBezTo>
                  <a:pt x="26" y="2600"/>
                  <a:pt x="20" y="2589"/>
                  <a:pt x="15" y="2577"/>
                </a:cubicBezTo>
                <a:cubicBezTo>
                  <a:pt x="10" y="2565"/>
                  <a:pt x="6" y="2553"/>
                  <a:pt x="4" y="2540"/>
                </a:cubicBezTo>
                <a:cubicBezTo>
                  <a:pt x="1" y="2527"/>
                  <a:pt x="0" y="2514"/>
                  <a:pt x="0" y="2501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671400" y="2166840"/>
            <a:ext cx="10849320" cy="972000"/>
          </a:xfrm>
          <a:custGeom>
            <a:avLst/>
            <a:gdLst/>
            <a:ahLst/>
            <a:rect l="0" t="0" r="r" b="b"/>
            <a:pathLst>
              <a:path w="30137" h="2700">
                <a:moveTo>
                  <a:pt x="0" y="2501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2501"/>
                </a:lnTo>
                <a:cubicBezTo>
                  <a:pt x="30137" y="2514"/>
                  <a:pt x="30136" y="2527"/>
                  <a:pt x="30133" y="2540"/>
                </a:cubicBezTo>
                <a:cubicBezTo>
                  <a:pt x="30130" y="2553"/>
                  <a:pt x="30127" y="2565"/>
                  <a:pt x="30122" y="2577"/>
                </a:cubicBezTo>
                <a:cubicBezTo>
                  <a:pt x="30117" y="2589"/>
                  <a:pt x="30111" y="2600"/>
                  <a:pt x="30103" y="2611"/>
                </a:cubicBezTo>
                <a:cubicBezTo>
                  <a:pt x="30096" y="2622"/>
                  <a:pt x="30088" y="2632"/>
                  <a:pt x="30079" y="2641"/>
                </a:cubicBezTo>
                <a:cubicBezTo>
                  <a:pt x="30070" y="2651"/>
                  <a:pt x="30059" y="2659"/>
                  <a:pt x="30049" y="2666"/>
                </a:cubicBezTo>
                <a:cubicBezTo>
                  <a:pt x="30038" y="2673"/>
                  <a:pt x="30026" y="2679"/>
                  <a:pt x="30014" y="2684"/>
                </a:cubicBezTo>
                <a:cubicBezTo>
                  <a:pt x="30002" y="2689"/>
                  <a:pt x="29990" y="2693"/>
                  <a:pt x="29977" y="2696"/>
                </a:cubicBezTo>
                <a:cubicBezTo>
                  <a:pt x="29964" y="2698"/>
                  <a:pt x="29951" y="2700"/>
                  <a:pt x="29938" y="2700"/>
                </a:cubicBezTo>
                <a:lnTo>
                  <a:pt x="198" y="2700"/>
                </a:lnTo>
                <a:cubicBezTo>
                  <a:pt x="185" y="2700"/>
                  <a:pt x="172" y="2698"/>
                  <a:pt x="160" y="2696"/>
                </a:cubicBezTo>
                <a:cubicBezTo>
                  <a:pt x="147" y="2693"/>
                  <a:pt x="134" y="2689"/>
                  <a:pt x="122" y="2684"/>
                </a:cubicBezTo>
                <a:cubicBezTo>
                  <a:pt x="110" y="2679"/>
                  <a:pt x="99" y="2673"/>
                  <a:pt x="88" y="2666"/>
                </a:cubicBezTo>
                <a:cubicBezTo>
                  <a:pt x="77" y="2659"/>
                  <a:pt x="67" y="2651"/>
                  <a:pt x="58" y="2641"/>
                </a:cubicBezTo>
                <a:cubicBezTo>
                  <a:pt x="49" y="2632"/>
                  <a:pt x="40" y="2622"/>
                  <a:pt x="33" y="2611"/>
                </a:cubicBezTo>
                <a:cubicBezTo>
                  <a:pt x="26" y="2600"/>
                  <a:pt x="20" y="2589"/>
                  <a:pt x="15" y="2577"/>
                </a:cubicBezTo>
                <a:cubicBezTo>
                  <a:pt x="10" y="2565"/>
                  <a:pt x="6" y="2553"/>
                  <a:pt x="4" y="2540"/>
                </a:cubicBezTo>
                <a:cubicBezTo>
                  <a:pt x="1" y="2527"/>
                  <a:pt x="0" y="2514"/>
                  <a:pt x="0" y="2501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666720" y="4781520"/>
            <a:ext cx="10858680" cy="695520"/>
          </a:xfrm>
          <a:custGeom>
            <a:avLst/>
            <a:gdLst/>
            <a:ahLst/>
            <a:rect l="0" t="0" r="r" b="b"/>
            <a:pathLst>
              <a:path w="30163" h="1932">
                <a:moveTo>
                  <a:pt x="20" y="163"/>
                </a:moveTo>
                <a:cubicBezTo>
                  <a:pt x="33" y="130"/>
                  <a:pt x="52" y="102"/>
                  <a:pt x="77" y="77"/>
                </a:cubicBezTo>
                <a:cubicBezTo>
                  <a:pt x="102" y="52"/>
                  <a:pt x="130" y="33"/>
                  <a:pt x="163" y="20"/>
                </a:cubicBezTo>
                <a:cubicBezTo>
                  <a:pt x="195" y="6"/>
                  <a:pt x="229" y="0"/>
                  <a:pt x="264" y="0"/>
                </a:cubicBezTo>
                <a:lnTo>
                  <a:pt x="29899" y="0"/>
                </a:lnTo>
                <a:cubicBezTo>
                  <a:pt x="29934" y="0"/>
                  <a:pt x="29967" y="6"/>
                  <a:pt x="30000" y="20"/>
                </a:cubicBezTo>
                <a:cubicBezTo>
                  <a:pt x="30032" y="33"/>
                  <a:pt x="30061" y="52"/>
                  <a:pt x="30086" y="77"/>
                </a:cubicBezTo>
                <a:cubicBezTo>
                  <a:pt x="30110" y="102"/>
                  <a:pt x="30130" y="130"/>
                  <a:pt x="30143" y="163"/>
                </a:cubicBezTo>
                <a:cubicBezTo>
                  <a:pt x="30156" y="195"/>
                  <a:pt x="30163" y="229"/>
                  <a:pt x="30163" y="264"/>
                </a:cubicBezTo>
                <a:lnTo>
                  <a:pt x="30163" y="1667"/>
                </a:lnTo>
                <a:cubicBezTo>
                  <a:pt x="30163" y="1703"/>
                  <a:pt x="30156" y="1736"/>
                  <a:pt x="30143" y="1769"/>
                </a:cubicBezTo>
                <a:cubicBezTo>
                  <a:pt x="30130" y="1801"/>
                  <a:pt x="30110" y="1830"/>
                  <a:pt x="30086" y="1855"/>
                </a:cubicBezTo>
                <a:cubicBezTo>
                  <a:pt x="30061" y="1879"/>
                  <a:pt x="30032" y="1898"/>
                  <a:pt x="30000" y="1912"/>
                </a:cubicBezTo>
                <a:cubicBezTo>
                  <a:pt x="29967" y="1925"/>
                  <a:pt x="29934" y="1932"/>
                  <a:pt x="29898" y="1932"/>
                </a:cubicBezTo>
                <a:lnTo>
                  <a:pt x="264" y="1932"/>
                </a:lnTo>
                <a:cubicBezTo>
                  <a:pt x="229" y="1932"/>
                  <a:pt x="195" y="1925"/>
                  <a:pt x="163" y="1912"/>
                </a:cubicBezTo>
                <a:cubicBezTo>
                  <a:pt x="130" y="1898"/>
                  <a:pt x="102" y="1879"/>
                  <a:pt x="77" y="1855"/>
                </a:cubicBezTo>
                <a:cubicBezTo>
                  <a:pt x="52" y="1830"/>
                  <a:pt x="33" y="1801"/>
                  <a:pt x="20" y="1769"/>
                </a:cubicBezTo>
                <a:cubicBezTo>
                  <a:pt x="6" y="1736"/>
                  <a:pt x="0" y="1703"/>
                  <a:pt x="0" y="1667"/>
                </a:cubicBezTo>
                <a:lnTo>
                  <a:pt x="0" y="264"/>
                </a:lnTo>
                <a:cubicBezTo>
                  <a:pt x="0" y="229"/>
                  <a:pt x="6" y="195"/>
                  <a:pt x="20" y="163"/>
                </a:cubicBezTo>
                <a:close/>
              </a:path>
            </a:pathLst>
          </a:custGeom>
          <a:solidFill>
            <a:srgbClr val="fff4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694440" y="4781520"/>
            <a:ext cx="10802520" cy="41400"/>
          </a:xfrm>
          <a:custGeom>
            <a:avLst/>
            <a:gdLst/>
            <a:ahLst/>
            <a:rect l="0" t="0" r="r" b="b"/>
            <a:pathLst>
              <a:path w="30007" h="115">
                <a:moveTo>
                  <a:pt x="29902" y="69"/>
                </a:moveTo>
                <a:cubicBezTo>
                  <a:pt x="29883" y="61"/>
                  <a:pt x="29863" y="56"/>
                  <a:pt x="29843" y="54"/>
                </a:cubicBezTo>
                <a:lnTo>
                  <a:pt x="29848" y="1"/>
                </a:lnTo>
                <a:cubicBezTo>
                  <a:pt x="29874" y="3"/>
                  <a:pt x="29899" y="10"/>
                  <a:pt x="29923" y="20"/>
                </a:cubicBezTo>
                <a:cubicBezTo>
                  <a:pt x="29954" y="33"/>
                  <a:pt x="29982" y="51"/>
                  <a:pt x="30007" y="75"/>
                </a:cubicBezTo>
                <a:lnTo>
                  <a:pt x="29970" y="114"/>
                </a:lnTo>
                <a:cubicBezTo>
                  <a:pt x="29950" y="94"/>
                  <a:pt x="29928" y="79"/>
                  <a:pt x="29902" y="69"/>
                </a:cubicBezTo>
                <a:moveTo>
                  <a:pt x="29581" y="52"/>
                </a:moveTo>
                <a:lnTo>
                  <a:pt x="29581" y="0"/>
                </a:lnTo>
                <a:lnTo>
                  <a:pt x="29740" y="0"/>
                </a:lnTo>
                <a:lnTo>
                  <a:pt x="29740" y="52"/>
                </a:lnTo>
                <a:lnTo>
                  <a:pt x="29581" y="52"/>
                </a:lnTo>
                <a:moveTo>
                  <a:pt x="29317" y="52"/>
                </a:moveTo>
                <a:lnTo>
                  <a:pt x="29317" y="0"/>
                </a:lnTo>
                <a:lnTo>
                  <a:pt x="29475" y="0"/>
                </a:lnTo>
                <a:lnTo>
                  <a:pt x="29475" y="52"/>
                </a:lnTo>
                <a:lnTo>
                  <a:pt x="29317" y="52"/>
                </a:lnTo>
                <a:moveTo>
                  <a:pt x="29052" y="52"/>
                </a:moveTo>
                <a:lnTo>
                  <a:pt x="29052" y="0"/>
                </a:lnTo>
                <a:lnTo>
                  <a:pt x="29211" y="0"/>
                </a:lnTo>
                <a:lnTo>
                  <a:pt x="29211" y="52"/>
                </a:lnTo>
                <a:lnTo>
                  <a:pt x="29052" y="52"/>
                </a:lnTo>
                <a:moveTo>
                  <a:pt x="28787" y="52"/>
                </a:moveTo>
                <a:lnTo>
                  <a:pt x="28787" y="0"/>
                </a:lnTo>
                <a:lnTo>
                  <a:pt x="28946" y="0"/>
                </a:lnTo>
                <a:lnTo>
                  <a:pt x="28946" y="52"/>
                </a:lnTo>
                <a:lnTo>
                  <a:pt x="28787" y="52"/>
                </a:lnTo>
                <a:moveTo>
                  <a:pt x="28522" y="52"/>
                </a:moveTo>
                <a:lnTo>
                  <a:pt x="28522" y="0"/>
                </a:lnTo>
                <a:lnTo>
                  <a:pt x="28681" y="0"/>
                </a:lnTo>
                <a:lnTo>
                  <a:pt x="28681" y="52"/>
                </a:lnTo>
                <a:lnTo>
                  <a:pt x="28522" y="52"/>
                </a:lnTo>
                <a:moveTo>
                  <a:pt x="28257" y="52"/>
                </a:moveTo>
                <a:lnTo>
                  <a:pt x="28257" y="0"/>
                </a:lnTo>
                <a:lnTo>
                  <a:pt x="28416" y="0"/>
                </a:lnTo>
                <a:lnTo>
                  <a:pt x="28416" y="52"/>
                </a:lnTo>
                <a:lnTo>
                  <a:pt x="28257" y="52"/>
                </a:lnTo>
                <a:moveTo>
                  <a:pt x="27993" y="52"/>
                </a:moveTo>
                <a:lnTo>
                  <a:pt x="27993" y="0"/>
                </a:lnTo>
                <a:lnTo>
                  <a:pt x="28151" y="0"/>
                </a:lnTo>
                <a:lnTo>
                  <a:pt x="28151" y="52"/>
                </a:lnTo>
                <a:lnTo>
                  <a:pt x="27993" y="52"/>
                </a:lnTo>
                <a:moveTo>
                  <a:pt x="27728" y="52"/>
                </a:moveTo>
                <a:lnTo>
                  <a:pt x="27728" y="0"/>
                </a:lnTo>
                <a:lnTo>
                  <a:pt x="27887" y="0"/>
                </a:lnTo>
                <a:lnTo>
                  <a:pt x="27887" y="52"/>
                </a:lnTo>
                <a:lnTo>
                  <a:pt x="27728" y="52"/>
                </a:lnTo>
                <a:moveTo>
                  <a:pt x="27463" y="52"/>
                </a:moveTo>
                <a:lnTo>
                  <a:pt x="27463" y="0"/>
                </a:lnTo>
                <a:lnTo>
                  <a:pt x="27622" y="0"/>
                </a:lnTo>
                <a:lnTo>
                  <a:pt x="27622" y="52"/>
                </a:lnTo>
                <a:lnTo>
                  <a:pt x="27463" y="52"/>
                </a:lnTo>
                <a:moveTo>
                  <a:pt x="27198" y="52"/>
                </a:moveTo>
                <a:lnTo>
                  <a:pt x="27198" y="0"/>
                </a:lnTo>
                <a:lnTo>
                  <a:pt x="27357" y="0"/>
                </a:lnTo>
                <a:lnTo>
                  <a:pt x="27357" y="52"/>
                </a:lnTo>
                <a:lnTo>
                  <a:pt x="27198" y="52"/>
                </a:lnTo>
                <a:moveTo>
                  <a:pt x="26933" y="52"/>
                </a:moveTo>
                <a:lnTo>
                  <a:pt x="26933" y="0"/>
                </a:lnTo>
                <a:lnTo>
                  <a:pt x="27092" y="0"/>
                </a:lnTo>
                <a:lnTo>
                  <a:pt x="27092" y="52"/>
                </a:lnTo>
                <a:lnTo>
                  <a:pt x="26933" y="52"/>
                </a:lnTo>
                <a:moveTo>
                  <a:pt x="26669" y="52"/>
                </a:moveTo>
                <a:lnTo>
                  <a:pt x="26669" y="0"/>
                </a:lnTo>
                <a:lnTo>
                  <a:pt x="26827" y="0"/>
                </a:lnTo>
                <a:lnTo>
                  <a:pt x="26827" y="52"/>
                </a:lnTo>
                <a:lnTo>
                  <a:pt x="26669" y="52"/>
                </a:lnTo>
                <a:moveTo>
                  <a:pt x="26404" y="52"/>
                </a:moveTo>
                <a:lnTo>
                  <a:pt x="26404" y="0"/>
                </a:lnTo>
                <a:lnTo>
                  <a:pt x="26562" y="0"/>
                </a:lnTo>
                <a:lnTo>
                  <a:pt x="26562" y="52"/>
                </a:lnTo>
                <a:lnTo>
                  <a:pt x="26404" y="52"/>
                </a:lnTo>
                <a:moveTo>
                  <a:pt x="26139" y="52"/>
                </a:moveTo>
                <a:lnTo>
                  <a:pt x="26139" y="0"/>
                </a:lnTo>
                <a:lnTo>
                  <a:pt x="26298" y="0"/>
                </a:lnTo>
                <a:lnTo>
                  <a:pt x="26298" y="52"/>
                </a:lnTo>
                <a:lnTo>
                  <a:pt x="26139" y="52"/>
                </a:lnTo>
                <a:moveTo>
                  <a:pt x="25874" y="52"/>
                </a:moveTo>
                <a:lnTo>
                  <a:pt x="25874" y="0"/>
                </a:lnTo>
                <a:lnTo>
                  <a:pt x="26033" y="0"/>
                </a:lnTo>
                <a:lnTo>
                  <a:pt x="26033" y="52"/>
                </a:lnTo>
                <a:lnTo>
                  <a:pt x="25874" y="52"/>
                </a:lnTo>
                <a:moveTo>
                  <a:pt x="25609" y="52"/>
                </a:moveTo>
                <a:lnTo>
                  <a:pt x="25609" y="0"/>
                </a:lnTo>
                <a:lnTo>
                  <a:pt x="25768" y="0"/>
                </a:lnTo>
                <a:lnTo>
                  <a:pt x="25768" y="52"/>
                </a:lnTo>
                <a:lnTo>
                  <a:pt x="25609" y="52"/>
                </a:lnTo>
                <a:moveTo>
                  <a:pt x="25345" y="52"/>
                </a:moveTo>
                <a:lnTo>
                  <a:pt x="25345" y="0"/>
                </a:lnTo>
                <a:lnTo>
                  <a:pt x="25503" y="0"/>
                </a:lnTo>
                <a:lnTo>
                  <a:pt x="25503" y="52"/>
                </a:lnTo>
                <a:lnTo>
                  <a:pt x="25345" y="52"/>
                </a:lnTo>
                <a:moveTo>
                  <a:pt x="25080" y="52"/>
                </a:moveTo>
                <a:lnTo>
                  <a:pt x="25080" y="0"/>
                </a:lnTo>
                <a:lnTo>
                  <a:pt x="25238" y="0"/>
                </a:lnTo>
                <a:lnTo>
                  <a:pt x="25238" y="52"/>
                </a:lnTo>
                <a:lnTo>
                  <a:pt x="25080" y="52"/>
                </a:lnTo>
                <a:moveTo>
                  <a:pt x="24815" y="52"/>
                </a:moveTo>
                <a:lnTo>
                  <a:pt x="24815" y="0"/>
                </a:lnTo>
                <a:lnTo>
                  <a:pt x="24974" y="0"/>
                </a:lnTo>
                <a:lnTo>
                  <a:pt x="24974" y="52"/>
                </a:lnTo>
                <a:lnTo>
                  <a:pt x="24815" y="52"/>
                </a:lnTo>
                <a:moveTo>
                  <a:pt x="24550" y="52"/>
                </a:moveTo>
                <a:lnTo>
                  <a:pt x="24550" y="0"/>
                </a:lnTo>
                <a:lnTo>
                  <a:pt x="24709" y="0"/>
                </a:lnTo>
                <a:lnTo>
                  <a:pt x="24709" y="52"/>
                </a:lnTo>
                <a:lnTo>
                  <a:pt x="24550" y="52"/>
                </a:lnTo>
                <a:moveTo>
                  <a:pt x="24285" y="52"/>
                </a:moveTo>
                <a:lnTo>
                  <a:pt x="24285" y="0"/>
                </a:lnTo>
                <a:lnTo>
                  <a:pt x="24444" y="0"/>
                </a:lnTo>
                <a:lnTo>
                  <a:pt x="24444" y="52"/>
                </a:lnTo>
                <a:lnTo>
                  <a:pt x="24285" y="52"/>
                </a:lnTo>
                <a:moveTo>
                  <a:pt x="24021" y="52"/>
                </a:moveTo>
                <a:lnTo>
                  <a:pt x="24021" y="0"/>
                </a:lnTo>
                <a:lnTo>
                  <a:pt x="24179" y="0"/>
                </a:lnTo>
                <a:lnTo>
                  <a:pt x="24179" y="52"/>
                </a:lnTo>
                <a:lnTo>
                  <a:pt x="24021" y="52"/>
                </a:lnTo>
                <a:moveTo>
                  <a:pt x="23756" y="52"/>
                </a:moveTo>
                <a:lnTo>
                  <a:pt x="23756" y="0"/>
                </a:lnTo>
                <a:lnTo>
                  <a:pt x="23914" y="0"/>
                </a:lnTo>
                <a:lnTo>
                  <a:pt x="23914" y="52"/>
                </a:lnTo>
                <a:lnTo>
                  <a:pt x="23756" y="52"/>
                </a:lnTo>
                <a:moveTo>
                  <a:pt x="23491" y="52"/>
                </a:moveTo>
                <a:lnTo>
                  <a:pt x="23491" y="0"/>
                </a:lnTo>
                <a:lnTo>
                  <a:pt x="23650" y="0"/>
                </a:lnTo>
                <a:lnTo>
                  <a:pt x="23650" y="52"/>
                </a:lnTo>
                <a:lnTo>
                  <a:pt x="23491" y="52"/>
                </a:lnTo>
                <a:moveTo>
                  <a:pt x="23226" y="52"/>
                </a:moveTo>
                <a:lnTo>
                  <a:pt x="23226" y="0"/>
                </a:lnTo>
                <a:lnTo>
                  <a:pt x="23385" y="0"/>
                </a:lnTo>
                <a:lnTo>
                  <a:pt x="23385" y="52"/>
                </a:lnTo>
                <a:lnTo>
                  <a:pt x="23226" y="52"/>
                </a:lnTo>
                <a:moveTo>
                  <a:pt x="22961" y="52"/>
                </a:moveTo>
                <a:lnTo>
                  <a:pt x="22961" y="0"/>
                </a:lnTo>
                <a:lnTo>
                  <a:pt x="23120" y="0"/>
                </a:lnTo>
                <a:lnTo>
                  <a:pt x="23120" y="52"/>
                </a:lnTo>
                <a:lnTo>
                  <a:pt x="22961" y="52"/>
                </a:lnTo>
                <a:moveTo>
                  <a:pt x="22696" y="52"/>
                </a:moveTo>
                <a:lnTo>
                  <a:pt x="22696" y="0"/>
                </a:lnTo>
                <a:lnTo>
                  <a:pt x="22855" y="0"/>
                </a:lnTo>
                <a:lnTo>
                  <a:pt x="22855" y="52"/>
                </a:lnTo>
                <a:lnTo>
                  <a:pt x="22696" y="52"/>
                </a:lnTo>
                <a:moveTo>
                  <a:pt x="22432" y="52"/>
                </a:moveTo>
                <a:lnTo>
                  <a:pt x="22432" y="0"/>
                </a:lnTo>
                <a:lnTo>
                  <a:pt x="22590" y="0"/>
                </a:lnTo>
                <a:lnTo>
                  <a:pt x="22590" y="52"/>
                </a:lnTo>
                <a:lnTo>
                  <a:pt x="22432" y="52"/>
                </a:lnTo>
                <a:moveTo>
                  <a:pt x="22167" y="52"/>
                </a:moveTo>
                <a:lnTo>
                  <a:pt x="22167" y="0"/>
                </a:lnTo>
                <a:lnTo>
                  <a:pt x="22326" y="0"/>
                </a:lnTo>
                <a:lnTo>
                  <a:pt x="22326" y="52"/>
                </a:lnTo>
                <a:lnTo>
                  <a:pt x="22167" y="52"/>
                </a:lnTo>
                <a:moveTo>
                  <a:pt x="21902" y="52"/>
                </a:moveTo>
                <a:lnTo>
                  <a:pt x="21902" y="0"/>
                </a:lnTo>
                <a:lnTo>
                  <a:pt x="22061" y="0"/>
                </a:lnTo>
                <a:lnTo>
                  <a:pt x="22061" y="52"/>
                </a:lnTo>
                <a:lnTo>
                  <a:pt x="21902" y="52"/>
                </a:lnTo>
                <a:moveTo>
                  <a:pt x="21637" y="52"/>
                </a:moveTo>
                <a:lnTo>
                  <a:pt x="21637" y="0"/>
                </a:lnTo>
                <a:lnTo>
                  <a:pt x="21796" y="0"/>
                </a:lnTo>
                <a:lnTo>
                  <a:pt x="21796" y="52"/>
                </a:lnTo>
                <a:lnTo>
                  <a:pt x="21637" y="52"/>
                </a:lnTo>
                <a:moveTo>
                  <a:pt x="21372" y="52"/>
                </a:moveTo>
                <a:lnTo>
                  <a:pt x="21372" y="0"/>
                </a:lnTo>
                <a:lnTo>
                  <a:pt x="21531" y="0"/>
                </a:lnTo>
                <a:lnTo>
                  <a:pt x="21531" y="52"/>
                </a:lnTo>
                <a:lnTo>
                  <a:pt x="21372" y="52"/>
                </a:lnTo>
                <a:moveTo>
                  <a:pt x="21108" y="52"/>
                </a:moveTo>
                <a:lnTo>
                  <a:pt x="21108" y="0"/>
                </a:lnTo>
                <a:lnTo>
                  <a:pt x="21266" y="0"/>
                </a:lnTo>
                <a:lnTo>
                  <a:pt x="21266" y="52"/>
                </a:lnTo>
                <a:lnTo>
                  <a:pt x="21108" y="52"/>
                </a:lnTo>
                <a:moveTo>
                  <a:pt x="20843" y="52"/>
                </a:moveTo>
                <a:lnTo>
                  <a:pt x="20843" y="0"/>
                </a:lnTo>
                <a:lnTo>
                  <a:pt x="21002" y="0"/>
                </a:lnTo>
                <a:lnTo>
                  <a:pt x="21002" y="52"/>
                </a:lnTo>
                <a:lnTo>
                  <a:pt x="20843" y="52"/>
                </a:lnTo>
                <a:moveTo>
                  <a:pt x="20578" y="52"/>
                </a:moveTo>
                <a:lnTo>
                  <a:pt x="20578" y="0"/>
                </a:lnTo>
                <a:lnTo>
                  <a:pt x="20737" y="0"/>
                </a:lnTo>
                <a:lnTo>
                  <a:pt x="20737" y="52"/>
                </a:lnTo>
                <a:lnTo>
                  <a:pt x="20578" y="52"/>
                </a:lnTo>
                <a:moveTo>
                  <a:pt x="20313" y="52"/>
                </a:moveTo>
                <a:lnTo>
                  <a:pt x="20313" y="0"/>
                </a:lnTo>
                <a:lnTo>
                  <a:pt x="20472" y="0"/>
                </a:lnTo>
                <a:lnTo>
                  <a:pt x="20472" y="52"/>
                </a:lnTo>
                <a:lnTo>
                  <a:pt x="20313" y="52"/>
                </a:lnTo>
                <a:moveTo>
                  <a:pt x="20048" y="52"/>
                </a:moveTo>
                <a:lnTo>
                  <a:pt x="20048" y="0"/>
                </a:lnTo>
                <a:lnTo>
                  <a:pt x="20207" y="0"/>
                </a:lnTo>
                <a:lnTo>
                  <a:pt x="20207" y="52"/>
                </a:lnTo>
                <a:lnTo>
                  <a:pt x="20048" y="52"/>
                </a:lnTo>
                <a:moveTo>
                  <a:pt x="19784" y="52"/>
                </a:moveTo>
                <a:lnTo>
                  <a:pt x="19784" y="0"/>
                </a:lnTo>
                <a:lnTo>
                  <a:pt x="19942" y="0"/>
                </a:lnTo>
                <a:lnTo>
                  <a:pt x="19942" y="52"/>
                </a:lnTo>
                <a:lnTo>
                  <a:pt x="19784" y="52"/>
                </a:lnTo>
                <a:moveTo>
                  <a:pt x="19519" y="52"/>
                </a:moveTo>
                <a:lnTo>
                  <a:pt x="19519" y="0"/>
                </a:lnTo>
                <a:lnTo>
                  <a:pt x="19678" y="0"/>
                </a:lnTo>
                <a:lnTo>
                  <a:pt x="19678" y="52"/>
                </a:lnTo>
                <a:lnTo>
                  <a:pt x="19519" y="52"/>
                </a:lnTo>
                <a:moveTo>
                  <a:pt x="19254" y="52"/>
                </a:moveTo>
                <a:lnTo>
                  <a:pt x="19254" y="0"/>
                </a:lnTo>
                <a:lnTo>
                  <a:pt x="19413" y="0"/>
                </a:lnTo>
                <a:lnTo>
                  <a:pt x="19413" y="52"/>
                </a:lnTo>
                <a:lnTo>
                  <a:pt x="19254" y="52"/>
                </a:lnTo>
                <a:moveTo>
                  <a:pt x="18989" y="52"/>
                </a:moveTo>
                <a:lnTo>
                  <a:pt x="18989" y="0"/>
                </a:lnTo>
                <a:lnTo>
                  <a:pt x="19148" y="0"/>
                </a:lnTo>
                <a:lnTo>
                  <a:pt x="19148" y="52"/>
                </a:lnTo>
                <a:lnTo>
                  <a:pt x="18989" y="52"/>
                </a:lnTo>
                <a:moveTo>
                  <a:pt x="18724" y="52"/>
                </a:moveTo>
                <a:lnTo>
                  <a:pt x="18724" y="0"/>
                </a:lnTo>
                <a:lnTo>
                  <a:pt x="18883" y="0"/>
                </a:lnTo>
                <a:lnTo>
                  <a:pt x="18883" y="52"/>
                </a:lnTo>
                <a:lnTo>
                  <a:pt x="18724" y="52"/>
                </a:lnTo>
                <a:moveTo>
                  <a:pt x="18460" y="52"/>
                </a:moveTo>
                <a:lnTo>
                  <a:pt x="18460" y="0"/>
                </a:lnTo>
                <a:lnTo>
                  <a:pt x="18618" y="0"/>
                </a:lnTo>
                <a:lnTo>
                  <a:pt x="18618" y="52"/>
                </a:lnTo>
                <a:lnTo>
                  <a:pt x="18460" y="52"/>
                </a:lnTo>
                <a:moveTo>
                  <a:pt x="18195" y="52"/>
                </a:moveTo>
                <a:lnTo>
                  <a:pt x="18195" y="0"/>
                </a:lnTo>
                <a:lnTo>
                  <a:pt x="18354" y="0"/>
                </a:lnTo>
                <a:lnTo>
                  <a:pt x="18354" y="52"/>
                </a:lnTo>
                <a:lnTo>
                  <a:pt x="18195" y="52"/>
                </a:lnTo>
                <a:moveTo>
                  <a:pt x="17930" y="52"/>
                </a:moveTo>
                <a:lnTo>
                  <a:pt x="17930" y="0"/>
                </a:lnTo>
                <a:lnTo>
                  <a:pt x="18089" y="0"/>
                </a:lnTo>
                <a:lnTo>
                  <a:pt x="18089" y="52"/>
                </a:lnTo>
                <a:lnTo>
                  <a:pt x="17930" y="52"/>
                </a:lnTo>
                <a:moveTo>
                  <a:pt x="17665" y="52"/>
                </a:moveTo>
                <a:lnTo>
                  <a:pt x="17665" y="0"/>
                </a:lnTo>
                <a:lnTo>
                  <a:pt x="17824" y="0"/>
                </a:lnTo>
                <a:lnTo>
                  <a:pt x="17824" y="52"/>
                </a:lnTo>
                <a:lnTo>
                  <a:pt x="17665" y="52"/>
                </a:lnTo>
                <a:moveTo>
                  <a:pt x="17400" y="52"/>
                </a:moveTo>
                <a:lnTo>
                  <a:pt x="17400" y="0"/>
                </a:lnTo>
                <a:lnTo>
                  <a:pt x="17559" y="0"/>
                </a:lnTo>
                <a:lnTo>
                  <a:pt x="17559" y="52"/>
                </a:lnTo>
                <a:lnTo>
                  <a:pt x="17400" y="52"/>
                </a:lnTo>
                <a:moveTo>
                  <a:pt x="17136" y="52"/>
                </a:moveTo>
                <a:lnTo>
                  <a:pt x="17136" y="0"/>
                </a:lnTo>
                <a:lnTo>
                  <a:pt x="17294" y="0"/>
                </a:lnTo>
                <a:lnTo>
                  <a:pt x="17294" y="52"/>
                </a:lnTo>
                <a:lnTo>
                  <a:pt x="17136" y="52"/>
                </a:lnTo>
                <a:moveTo>
                  <a:pt x="16871" y="52"/>
                </a:moveTo>
                <a:lnTo>
                  <a:pt x="16871" y="0"/>
                </a:lnTo>
                <a:lnTo>
                  <a:pt x="17030" y="0"/>
                </a:lnTo>
                <a:lnTo>
                  <a:pt x="17030" y="52"/>
                </a:lnTo>
                <a:lnTo>
                  <a:pt x="16871" y="52"/>
                </a:lnTo>
                <a:moveTo>
                  <a:pt x="16606" y="52"/>
                </a:moveTo>
                <a:lnTo>
                  <a:pt x="16606" y="0"/>
                </a:lnTo>
                <a:lnTo>
                  <a:pt x="16765" y="0"/>
                </a:lnTo>
                <a:lnTo>
                  <a:pt x="16765" y="52"/>
                </a:lnTo>
                <a:lnTo>
                  <a:pt x="16606" y="52"/>
                </a:lnTo>
                <a:moveTo>
                  <a:pt x="16341" y="52"/>
                </a:moveTo>
                <a:lnTo>
                  <a:pt x="16341" y="0"/>
                </a:lnTo>
                <a:lnTo>
                  <a:pt x="16500" y="0"/>
                </a:lnTo>
                <a:lnTo>
                  <a:pt x="16500" y="52"/>
                </a:lnTo>
                <a:lnTo>
                  <a:pt x="16341" y="52"/>
                </a:lnTo>
                <a:moveTo>
                  <a:pt x="16076" y="52"/>
                </a:moveTo>
                <a:lnTo>
                  <a:pt x="16076" y="0"/>
                </a:lnTo>
                <a:lnTo>
                  <a:pt x="16235" y="0"/>
                </a:lnTo>
                <a:lnTo>
                  <a:pt x="16235" y="52"/>
                </a:lnTo>
                <a:lnTo>
                  <a:pt x="16076" y="52"/>
                </a:lnTo>
                <a:moveTo>
                  <a:pt x="15812" y="52"/>
                </a:moveTo>
                <a:lnTo>
                  <a:pt x="15812" y="0"/>
                </a:lnTo>
                <a:lnTo>
                  <a:pt x="15970" y="0"/>
                </a:lnTo>
                <a:lnTo>
                  <a:pt x="15970" y="52"/>
                </a:lnTo>
                <a:lnTo>
                  <a:pt x="15812" y="52"/>
                </a:lnTo>
                <a:moveTo>
                  <a:pt x="15547" y="52"/>
                </a:moveTo>
                <a:lnTo>
                  <a:pt x="15547" y="0"/>
                </a:lnTo>
                <a:lnTo>
                  <a:pt x="15706" y="0"/>
                </a:lnTo>
                <a:lnTo>
                  <a:pt x="15706" y="52"/>
                </a:lnTo>
                <a:lnTo>
                  <a:pt x="15547" y="52"/>
                </a:lnTo>
                <a:moveTo>
                  <a:pt x="15282" y="52"/>
                </a:moveTo>
                <a:lnTo>
                  <a:pt x="15282" y="0"/>
                </a:lnTo>
                <a:lnTo>
                  <a:pt x="15441" y="0"/>
                </a:lnTo>
                <a:lnTo>
                  <a:pt x="15441" y="52"/>
                </a:lnTo>
                <a:lnTo>
                  <a:pt x="15282" y="52"/>
                </a:lnTo>
                <a:moveTo>
                  <a:pt x="15017" y="52"/>
                </a:moveTo>
                <a:lnTo>
                  <a:pt x="15017" y="0"/>
                </a:lnTo>
                <a:lnTo>
                  <a:pt x="15176" y="0"/>
                </a:lnTo>
                <a:lnTo>
                  <a:pt x="15176" y="52"/>
                </a:lnTo>
                <a:lnTo>
                  <a:pt x="15017" y="52"/>
                </a:lnTo>
                <a:moveTo>
                  <a:pt x="14752" y="52"/>
                </a:moveTo>
                <a:lnTo>
                  <a:pt x="14752" y="0"/>
                </a:lnTo>
                <a:lnTo>
                  <a:pt x="14911" y="0"/>
                </a:lnTo>
                <a:lnTo>
                  <a:pt x="14911" y="52"/>
                </a:lnTo>
                <a:lnTo>
                  <a:pt x="14752" y="52"/>
                </a:lnTo>
                <a:moveTo>
                  <a:pt x="14488" y="52"/>
                </a:moveTo>
                <a:lnTo>
                  <a:pt x="14488" y="0"/>
                </a:lnTo>
                <a:lnTo>
                  <a:pt x="14646" y="0"/>
                </a:lnTo>
                <a:lnTo>
                  <a:pt x="14646" y="52"/>
                </a:lnTo>
                <a:lnTo>
                  <a:pt x="14488" y="52"/>
                </a:lnTo>
                <a:moveTo>
                  <a:pt x="14223" y="52"/>
                </a:moveTo>
                <a:lnTo>
                  <a:pt x="14223" y="0"/>
                </a:lnTo>
                <a:lnTo>
                  <a:pt x="14382" y="0"/>
                </a:lnTo>
                <a:lnTo>
                  <a:pt x="14382" y="52"/>
                </a:lnTo>
                <a:lnTo>
                  <a:pt x="14223" y="52"/>
                </a:lnTo>
                <a:moveTo>
                  <a:pt x="13958" y="52"/>
                </a:moveTo>
                <a:lnTo>
                  <a:pt x="13958" y="0"/>
                </a:lnTo>
                <a:lnTo>
                  <a:pt x="14117" y="0"/>
                </a:lnTo>
                <a:lnTo>
                  <a:pt x="14117" y="52"/>
                </a:lnTo>
                <a:lnTo>
                  <a:pt x="13958" y="52"/>
                </a:lnTo>
                <a:moveTo>
                  <a:pt x="13693" y="52"/>
                </a:moveTo>
                <a:lnTo>
                  <a:pt x="13693" y="0"/>
                </a:lnTo>
                <a:lnTo>
                  <a:pt x="13852" y="0"/>
                </a:lnTo>
                <a:lnTo>
                  <a:pt x="13852" y="52"/>
                </a:lnTo>
                <a:lnTo>
                  <a:pt x="13693" y="52"/>
                </a:lnTo>
                <a:moveTo>
                  <a:pt x="13428" y="52"/>
                </a:moveTo>
                <a:lnTo>
                  <a:pt x="13428" y="0"/>
                </a:lnTo>
                <a:lnTo>
                  <a:pt x="13587" y="0"/>
                </a:lnTo>
                <a:lnTo>
                  <a:pt x="13587" y="52"/>
                </a:lnTo>
                <a:lnTo>
                  <a:pt x="13428" y="52"/>
                </a:lnTo>
                <a:moveTo>
                  <a:pt x="13164" y="52"/>
                </a:moveTo>
                <a:lnTo>
                  <a:pt x="13164" y="0"/>
                </a:lnTo>
                <a:lnTo>
                  <a:pt x="13322" y="0"/>
                </a:lnTo>
                <a:lnTo>
                  <a:pt x="13322" y="52"/>
                </a:lnTo>
                <a:lnTo>
                  <a:pt x="13164" y="52"/>
                </a:lnTo>
                <a:moveTo>
                  <a:pt x="12898" y="52"/>
                </a:moveTo>
                <a:lnTo>
                  <a:pt x="12898" y="0"/>
                </a:lnTo>
                <a:lnTo>
                  <a:pt x="13056" y="0"/>
                </a:lnTo>
                <a:lnTo>
                  <a:pt x="13056" y="52"/>
                </a:lnTo>
                <a:lnTo>
                  <a:pt x="12898" y="52"/>
                </a:lnTo>
                <a:moveTo>
                  <a:pt x="12633" y="52"/>
                </a:moveTo>
                <a:lnTo>
                  <a:pt x="12633" y="0"/>
                </a:lnTo>
                <a:lnTo>
                  <a:pt x="12792" y="0"/>
                </a:lnTo>
                <a:lnTo>
                  <a:pt x="12792" y="52"/>
                </a:lnTo>
                <a:lnTo>
                  <a:pt x="12633" y="52"/>
                </a:lnTo>
                <a:moveTo>
                  <a:pt x="12368" y="52"/>
                </a:moveTo>
                <a:lnTo>
                  <a:pt x="12368" y="0"/>
                </a:lnTo>
                <a:lnTo>
                  <a:pt x="12527" y="0"/>
                </a:lnTo>
                <a:lnTo>
                  <a:pt x="12527" y="52"/>
                </a:lnTo>
                <a:lnTo>
                  <a:pt x="12368" y="52"/>
                </a:lnTo>
                <a:moveTo>
                  <a:pt x="12103" y="52"/>
                </a:moveTo>
                <a:lnTo>
                  <a:pt x="12103" y="0"/>
                </a:lnTo>
                <a:lnTo>
                  <a:pt x="12262" y="0"/>
                </a:lnTo>
                <a:lnTo>
                  <a:pt x="12262" y="52"/>
                </a:lnTo>
                <a:lnTo>
                  <a:pt x="12103" y="52"/>
                </a:lnTo>
                <a:moveTo>
                  <a:pt x="11839" y="52"/>
                </a:moveTo>
                <a:lnTo>
                  <a:pt x="11839" y="0"/>
                </a:lnTo>
                <a:lnTo>
                  <a:pt x="11997" y="0"/>
                </a:lnTo>
                <a:lnTo>
                  <a:pt x="11997" y="52"/>
                </a:lnTo>
                <a:lnTo>
                  <a:pt x="11839" y="52"/>
                </a:lnTo>
                <a:moveTo>
                  <a:pt x="11574" y="52"/>
                </a:moveTo>
                <a:lnTo>
                  <a:pt x="11574" y="0"/>
                </a:lnTo>
                <a:lnTo>
                  <a:pt x="11732" y="0"/>
                </a:lnTo>
                <a:lnTo>
                  <a:pt x="11732" y="52"/>
                </a:lnTo>
                <a:lnTo>
                  <a:pt x="11574" y="52"/>
                </a:lnTo>
                <a:moveTo>
                  <a:pt x="11309" y="52"/>
                </a:moveTo>
                <a:lnTo>
                  <a:pt x="11309" y="0"/>
                </a:lnTo>
                <a:lnTo>
                  <a:pt x="11468" y="0"/>
                </a:lnTo>
                <a:lnTo>
                  <a:pt x="11468" y="52"/>
                </a:lnTo>
                <a:lnTo>
                  <a:pt x="11309" y="52"/>
                </a:lnTo>
                <a:moveTo>
                  <a:pt x="11044" y="52"/>
                </a:moveTo>
                <a:lnTo>
                  <a:pt x="11044" y="0"/>
                </a:lnTo>
                <a:lnTo>
                  <a:pt x="11203" y="0"/>
                </a:lnTo>
                <a:lnTo>
                  <a:pt x="11203" y="52"/>
                </a:lnTo>
                <a:lnTo>
                  <a:pt x="11044" y="52"/>
                </a:lnTo>
                <a:moveTo>
                  <a:pt x="10779" y="52"/>
                </a:moveTo>
                <a:lnTo>
                  <a:pt x="10779" y="0"/>
                </a:lnTo>
                <a:lnTo>
                  <a:pt x="10938" y="0"/>
                </a:lnTo>
                <a:lnTo>
                  <a:pt x="10938" y="52"/>
                </a:lnTo>
                <a:lnTo>
                  <a:pt x="10779" y="52"/>
                </a:lnTo>
                <a:moveTo>
                  <a:pt x="10515" y="52"/>
                </a:moveTo>
                <a:lnTo>
                  <a:pt x="10515" y="0"/>
                </a:lnTo>
                <a:lnTo>
                  <a:pt x="10673" y="0"/>
                </a:lnTo>
                <a:lnTo>
                  <a:pt x="10673" y="52"/>
                </a:lnTo>
                <a:lnTo>
                  <a:pt x="10515" y="52"/>
                </a:lnTo>
                <a:moveTo>
                  <a:pt x="10250" y="52"/>
                </a:moveTo>
                <a:lnTo>
                  <a:pt x="10250" y="0"/>
                </a:lnTo>
                <a:lnTo>
                  <a:pt x="10408" y="0"/>
                </a:lnTo>
                <a:lnTo>
                  <a:pt x="10408" y="52"/>
                </a:lnTo>
                <a:lnTo>
                  <a:pt x="10250" y="52"/>
                </a:lnTo>
                <a:moveTo>
                  <a:pt x="9985" y="52"/>
                </a:moveTo>
                <a:lnTo>
                  <a:pt x="9985" y="0"/>
                </a:lnTo>
                <a:lnTo>
                  <a:pt x="10144" y="0"/>
                </a:lnTo>
                <a:lnTo>
                  <a:pt x="10144" y="52"/>
                </a:lnTo>
                <a:lnTo>
                  <a:pt x="9985" y="52"/>
                </a:lnTo>
                <a:moveTo>
                  <a:pt x="9720" y="52"/>
                </a:moveTo>
                <a:lnTo>
                  <a:pt x="9720" y="0"/>
                </a:lnTo>
                <a:lnTo>
                  <a:pt x="9879" y="0"/>
                </a:lnTo>
                <a:lnTo>
                  <a:pt x="9879" y="52"/>
                </a:lnTo>
                <a:lnTo>
                  <a:pt x="9720" y="52"/>
                </a:lnTo>
                <a:moveTo>
                  <a:pt x="9455" y="52"/>
                </a:moveTo>
                <a:lnTo>
                  <a:pt x="9455" y="0"/>
                </a:lnTo>
                <a:lnTo>
                  <a:pt x="9614" y="0"/>
                </a:lnTo>
                <a:lnTo>
                  <a:pt x="9614" y="52"/>
                </a:lnTo>
                <a:lnTo>
                  <a:pt x="9455" y="52"/>
                </a:lnTo>
                <a:moveTo>
                  <a:pt x="9190" y="52"/>
                </a:moveTo>
                <a:lnTo>
                  <a:pt x="9190" y="0"/>
                </a:lnTo>
                <a:lnTo>
                  <a:pt x="9349" y="0"/>
                </a:lnTo>
                <a:lnTo>
                  <a:pt x="9349" y="52"/>
                </a:lnTo>
                <a:lnTo>
                  <a:pt x="9190" y="52"/>
                </a:lnTo>
                <a:moveTo>
                  <a:pt x="8926" y="52"/>
                </a:moveTo>
                <a:lnTo>
                  <a:pt x="8926" y="0"/>
                </a:lnTo>
                <a:lnTo>
                  <a:pt x="9084" y="0"/>
                </a:lnTo>
                <a:lnTo>
                  <a:pt x="9084" y="52"/>
                </a:lnTo>
                <a:lnTo>
                  <a:pt x="8926" y="52"/>
                </a:lnTo>
                <a:moveTo>
                  <a:pt x="8661" y="52"/>
                </a:moveTo>
                <a:lnTo>
                  <a:pt x="8661" y="0"/>
                </a:lnTo>
                <a:lnTo>
                  <a:pt x="8820" y="0"/>
                </a:lnTo>
                <a:lnTo>
                  <a:pt x="8820" y="52"/>
                </a:lnTo>
                <a:lnTo>
                  <a:pt x="8661" y="52"/>
                </a:lnTo>
                <a:moveTo>
                  <a:pt x="8396" y="52"/>
                </a:moveTo>
                <a:lnTo>
                  <a:pt x="8396" y="0"/>
                </a:lnTo>
                <a:lnTo>
                  <a:pt x="8555" y="0"/>
                </a:lnTo>
                <a:lnTo>
                  <a:pt x="8555" y="52"/>
                </a:lnTo>
                <a:lnTo>
                  <a:pt x="8396" y="52"/>
                </a:lnTo>
                <a:moveTo>
                  <a:pt x="8131" y="52"/>
                </a:moveTo>
                <a:lnTo>
                  <a:pt x="8131" y="0"/>
                </a:lnTo>
                <a:lnTo>
                  <a:pt x="8290" y="0"/>
                </a:lnTo>
                <a:lnTo>
                  <a:pt x="8290" y="52"/>
                </a:lnTo>
                <a:lnTo>
                  <a:pt x="8131" y="52"/>
                </a:lnTo>
                <a:moveTo>
                  <a:pt x="7866" y="52"/>
                </a:moveTo>
                <a:lnTo>
                  <a:pt x="7866" y="0"/>
                </a:lnTo>
                <a:lnTo>
                  <a:pt x="8025" y="0"/>
                </a:lnTo>
                <a:lnTo>
                  <a:pt x="8025" y="52"/>
                </a:lnTo>
                <a:lnTo>
                  <a:pt x="7866" y="52"/>
                </a:lnTo>
                <a:moveTo>
                  <a:pt x="7602" y="52"/>
                </a:moveTo>
                <a:lnTo>
                  <a:pt x="7602" y="0"/>
                </a:lnTo>
                <a:lnTo>
                  <a:pt x="7760" y="0"/>
                </a:lnTo>
                <a:lnTo>
                  <a:pt x="7760" y="52"/>
                </a:lnTo>
                <a:lnTo>
                  <a:pt x="7602" y="52"/>
                </a:lnTo>
                <a:moveTo>
                  <a:pt x="7337" y="52"/>
                </a:moveTo>
                <a:lnTo>
                  <a:pt x="7337" y="0"/>
                </a:lnTo>
                <a:lnTo>
                  <a:pt x="7496" y="0"/>
                </a:lnTo>
                <a:lnTo>
                  <a:pt x="7496" y="52"/>
                </a:lnTo>
                <a:lnTo>
                  <a:pt x="7337" y="52"/>
                </a:lnTo>
                <a:moveTo>
                  <a:pt x="7072" y="52"/>
                </a:moveTo>
                <a:lnTo>
                  <a:pt x="7072" y="0"/>
                </a:lnTo>
                <a:lnTo>
                  <a:pt x="7231" y="0"/>
                </a:lnTo>
                <a:lnTo>
                  <a:pt x="7231" y="52"/>
                </a:lnTo>
                <a:lnTo>
                  <a:pt x="7072" y="52"/>
                </a:lnTo>
                <a:moveTo>
                  <a:pt x="6807" y="52"/>
                </a:moveTo>
                <a:lnTo>
                  <a:pt x="6807" y="0"/>
                </a:lnTo>
                <a:lnTo>
                  <a:pt x="6966" y="0"/>
                </a:lnTo>
                <a:lnTo>
                  <a:pt x="6966" y="52"/>
                </a:lnTo>
                <a:lnTo>
                  <a:pt x="6807" y="52"/>
                </a:lnTo>
                <a:moveTo>
                  <a:pt x="6542" y="52"/>
                </a:moveTo>
                <a:lnTo>
                  <a:pt x="6542" y="0"/>
                </a:lnTo>
                <a:lnTo>
                  <a:pt x="6701" y="0"/>
                </a:lnTo>
                <a:lnTo>
                  <a:pt x="6701" y="52"/>
                </a:lnTo>
                <a:lnTo>
                  <a:pt x="6542" y="52"/>
                </a:lnTo>
                <a:moveTo>
                  <a:pt x="6278" y="52"/>
                </a:moveTo>
                <a:lnTo>
                  <a:pt x="6278" y="0"/>
                </a:lnTo>
                <a:lnTo>
                  <a:pt x="6436" y="0"/>
                </a:lnTo>
                <a:lnTo>
                  <a:pt x="6436" y="52"/>
                </a:lnTo>
                <a:lnTo>
                  <a:pt x="6278" y="52"/>
                </a:lnTo>
                <a:moveTo>
                  <a:pt x="6013" y="52"/>
                </a:moveTo>
                <a:lnTo>
                  <a:pt x="6013" y="0"/>
                </a:lnTo>
                <a:lnTo>
                  <a:pt x="6172" y="0"/>
                </a:lnTo>
                <a:lnTo>
                  <a:pt x="6172" y="52"/>
                </a:lnTo>
                <a:lnTo>
                  <a:pt x="6013" y="52"/>
                </a:lnTo>
                <a:moveTo>
                  <a:pt x="5748" y="52"/>
                </a:moveTo>
                <a:lnTo>
                  <a:pt x="5748" y="0"/>
                </a:lnTo>
                <a:lnTo>
                  <a:pt x="5907" y="0"/>
                </a:lnTo>
                <a:lnTo>
                  <a:pt x="5907" y="52"/>
                </a:lnTo>
                <a:lnTo>
                  <a:pt x="5748" y="52"/>
                </a:lnTo>
                <a:moveTo>
                  <a:pt x="5483" y="52"/>
                </a:moveTo>
                <a:lnTo>
                  <a:pt x="5483" y="0"/>
                </a:lnTo>
                <a:lnTo>
                  <a:pt x="5642" y="0"/>
                </a:lnTo>
                <a:lnTo>
                  <a:pt x="5642" y="52"/>
                </a:lnTo>
                <a:lnTo>
                  <a:pt x="5483" y="52"/>
                </a:lnTo>
                <a:moveTo>
                  <a:pt x="5218" y="52"/>
                </a:moveTo>
                <a:lnTo>
                  <a:pt x="5218" y="0"/>
                </a:lnTo>
                <a:lnTo>
                  <a:pt x="5377" y="0"/>
                </a:lnTo>
                <a:lnTo>
                  <a:pt x="5377" y="52"/>
                </a:lnTo>
                <a:lnTo>
                  <a:pt x="5218" y="52"/>
                </a:lnTo>
                <a:moveTo>
                  <a:pt x="4954" y="52"/>
                </a:moveTo>
                <a:lnTo>
                  <a:pt x="4954" y="0"/>
                </a:lnTo>
                <a:lnTo>
                  <a:pt x="5112" y="0"/>
                </a:lnTo>
                <a:lnTo>
                  <a:pt x="5112" y="52"/>
                </a:lnTo>
                <a:lnTo>
                  <a:pt x="4954" y="52"/>
                </a:lnTo>
                <a:moveTo>
                  <a:pt x="4689" y="52"/>
                </a:moveTo>
                <a:lnTo>
                  <a:pt x="4689" y="0"/>
                </a:lnTo>
                <a:lnTo>
                  <a:pt x="4848" y="0"/>
                </a:lnTo>
                <a:lnTo>
                  <a:pt x="4848" y="52"/>
                </a:lnTo>
                <a:lnTo>
                  <a:pt x="4689" y="52"/>
                </a:lnTo>
                <a:moveTo>
                  <a:pt x="4424" y="52"/>
                </a:moveTo>
                <a:lnTo>
                  <a:pt x="4424" y="0"/>
                </a:lnTo>
                <a:lnTo>
                  <a:pt x="4583" y="0"/>
                </a:lnTo>
                <a:lnTo>
                  <a:pt x="4583" y="52"/>
                </a:lnTo>
                <a:lnTo>
                  <a:pt x="4424" y="52"/>
                </a:lnTo>
                <a:moveTo>
                  <a:pt x="4159" y="52"/>
                </a:moveTo>
                <a:lnTo>
                  <a:pt x="4159" y="0"/>
                </a:lnTo>
                <a:lnTo>
                  <a:pt x="4318" y="0"/>
                </a:lnTo>
                <a:lnTo>
                  <a:pt x="4318" y="52"/>
                </a:lnTo>
                <a:lnTo>
                  <a:pt x="4159" y="52"/>
                </a:lnTo>
                <a:moveTo>
                  <a:pt x="3894" y="52"/>
                </a:moveTo>
                <a:lnTo>
                  <a:pt x="3894" y="0"/>
                </a:lnTo>
                <a:lnTo>
                  <a:pt x="4053" y="0"/>
                </a:lnTo>
                <a:lnTo>
                  <a:pt x="4053" y="52"/>
                </a:lnTo>
                <a:lnTo>
                  <a:pt x="3894" y="52"/>
                </a:lnTo>
                <a:moveTo>
                  <a:pt x="3630" y="52"/>
                </a:moveTo>
                <a:lnTo>
                  <a:pt x="3630" y="0"/>
                </a:lnTo>
                <a:lnTo>
                  <a:pt x="3788" y="0"/>
                </a:lnTo>
                <a:lnTo>
                  <a:pt x="3788" y="52"/>
                </a:lnTo>
                <a:lnTo>
                  <a:pt x="3630" y="52"/>
                </a:lnTo>
                <a:moveTo>
                  <a:pt x="3365" y="52"/>
                </a:moveTo>
                <a:lnTo>
                  <a:pt x="3365" y="0"/>
                </a:lnTo>
                <a:lnTo>
                  <a:pt x="3524" y="0"/>
                </a:lnTo>
                <a:lnTo>
                  <a:pt x="3524" y="52"/>
                </a:lnTo>
                <a:lnTo>
                  <a:pt x="3365" y="52"/>
                </a:lnTo>
                <a:moveTo>
                  <a:pt x="3100" y="52"/>
                </a:moveTo>
                <a:lnTo>
                  <a:pt x="3100" y="0"/>
                </a:lnTo>
                <a:lnTo>
                  <a:pt x="3259" y="0"/>
                </a:lnTo>
                <a:lnTo>
                  <a:pt x="3259" y="52"/>
                </a:lnTo>
                <a:lnTo>
                  <a:pt x="3100" y="52"/>
                </a:lnTo>
                <a:moveTo>
                  <a:pt x="2835" y="52"/>
                </a:moveTo>
                <a:lnTo>
                  <a:pt x="2835" y="0"/>
                </a:lnTo>
                <a:lnTo>
                  <a:pt x="2994" y="0"/>
                </a:lnTo>
                <a:lnTo>
                  <a:pt x="2994" y="52"/>
                </a:lnTo>
                <a:lnTo>
                  <a:pt x="2835" y="52"/>
                </a:lnTo>
                <a:moveTo>
                  <a:pt x="2570" y="52"/>
                </a:moveTo>
                <a:lnTo>
                  <a:pt x="2570" y="0"/>
                </a:lnTo>
                <a:lnTo>
                  <a:pt x="2729" y="0"/>
                </a:lnTo>
                <a:lnTo>
                  <a:pt x="2729" y="52"/>
                </a:lnTo>
                <a:lnTo>
                  <a:pt x="2570" y="52"/>
                </a:lnTo>
                <a:moveTo>
                  <a:pt x="2306" y="52"/>
                </a:moveTo>
                <a:lnTo>
                  <a:pt x="2306" y="0"/>
                </a:lnTo>
                <a:lnTo>
                  <a:pt x="2464" y="0"/>
                </a:lnTo>
                <a:lnTo>
                  <a:pt x="2464" y="52"/>
                </a:lnTo>
                <a:lnTo>
                  <a:pt x="2306" y="52"/>
                </a:lnTo>
                <a:moveTo>
                  <a:pt x="2041" y="52"/>
                </a:moveTo>
                <a:lnTo>
                  <a:pt x="2041" y="0"/>
                </a:lnTo>
                <a:lnTo>
                  <a:pt x="2200" y="0"/>
                </a:lnTo>
                <a:lnTo>
                  <a:pt x="2200" y="52"/>
                </a:lnTo>
                <a:lnTo>
                  <a:pt x="2041" y="52"/>
                </a:lnTo>
                <a:moveTo>
                  <a:pt x="1776" y="52"/>
                </a:moveTo>
                <a:lnTo>
                  <a:pt x="1776" y="0"/>
                </a:lnTo>
                <a:lnTo>
                  <a:pt x="1935" y="0"/>
                </a:lnTo>
                <a:lnTo>
                  <a:pt x="1935" y="52"/>
                </a:lnTo>
                <a:lnTo>
                  <a:pt x="1776" y="52"/>
                </a:lnTo>
                <a:moveTo>
                  <a:pt x="1511" y="52"/>
                </a:moveTo>
                <a:lnTo>
                  <a:pt x="1511" y="0"/>
                </a:lnTo>
                <a:lnTo>
                  <a:pt x="1670" y="0"/>
                </a:lnTo>
                <a:lnTo>
                  <a:pt x="1670" y="52"/>
                </a:lnTo>
                <a:lnTo>
                  <a:pt x="1511" y="52"/>
                </a:lnTo>
                <a:moveTo>
                  <a:pt x="1246" y="52"/>
                </a:moveTo>
                <a:lnTo>
                  <a:pt x="1246" y="0"/>
                </a:lnTo>
                <a:lnTo>
                  <a:pt x="1405" y="0"/>
                </a:lnTo>
                <a:lnTo>
                  <a:pt x="1405" y="52"/>
                </a:lnTo>
                <a:lnTo>
                  <a:pt x="1246" y="52"/>
                </a:lnTo>
                <a:moveTo>
                  <a:pt x="982" y="52"/>
                </a:moveTo>
                <a:lnTo>
                  <a:pt x="982" y="0"/>
                </a:lnTo>
                <a:lnTo>
                  <a:pt x="1140" y="0"/>
                </a:lnTo>
                <a:lnTo>
                  <a:pt x="1140" y="52"/>
                </a:lnTo>
                <a:lnTo>
                  <a:pt x="982" y="52"/>
                </a:lnTo>
                <a:moveTo>
                  <a:pt x="717" y="52"/>
                </a:moveTo>
                <a:lnTo>
                  <a:pt x="717" y="0"/>
                </a:lnTo>
                <a:lnTo>
                  <a:pt x="876" y="0"/>
                </a:lnTo>
                <a:lnTo>
                  <a:pt x="876" y="52"/>
                </a:lnTo>
                <a:lnTo>
                  <a:pt x="717" y="52"/>
                </a:lnTo>
                <a:moveTo>
                  <a:pt x="452" y="52"/>
                </a:moveTo>
                <a:lnTo>
                  <a:pt x="452" y="0"/>
                </a:lnTo>
                <a:lnTo>
                  <a:pt x="611" y="0"/>
                </a:lnTo>
                <a:lnTo>
                  <a:pt x="611" y="52"/>
                </a:lnTo>
                <a:lnTo>
                  <a:pt x="452" y="52"/>
                </a:lnTo>
                <a:moveTo>
                  <a:pt x="187" y="52"/>
                </a:moveTo>
                <a:cubicBezTo>
                  <a:pt x="186" y="52"/>
                  <a:pt x="184" y="53"/>
                  <a:pt x="183" y="53"/>
                </a:cubicBezTo>
                <a:lnTo>
                  <a:pt x="182" y="0"/>
                </a:lnTo>
                <a:cubicBezTo>
                  <a:pt x="184" y="0"/>
                  <a:pt x="185" y="0"/>
                  <a:pt x="187" y="0"/>
                </a:cubicBezTo>
                <a:lnTo>
                  <a:pt x="346" y="0"/>
                </a:lnTo>
                <a:lnTo>
                  <a:pt x="346" y="52"/>
                </a:lnTo>
                <a:lnTo>
                  <a:pt x="187" y="52"/>
                </a:lnTo>
                <a:moveTo>
                  <a:pt x="37" y="115"/>
                </a:moveTo>
                <a:lnTo>
                  <a:pt x="0" y="77"/>
                </a:lnTo>
                <a:cubicBezTo>
                  <a:pt x="20" y="57"/>
                  <a:pt x="43" y="41"/>
                  <a:pt x="68" y="28"/>
                </a:cubicBezTo>
                <a:lnTo>
                  <a:pt x="92" y="75"/>
                </a:lnTo>
                <a:cubicBezTo>
                  <a:pt x="72" y="85"/>
                  <a:pt x="54" y="98"/>
                  <a:pt x="37" y="115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695880" y="5435280"/>
            <a:ext cx="10801800" cy="41760"/>
          </a:xfrm>
          <a:custGeom>
            <a:avLst/>
            <a:gdLst/>
            <a:ahLst/>
            <a:rect l="0" t="0" r="r" b="b"/>
            <a:pathLst>
              <a:path w="30005" h="116">
                <a:moveTo>
                  <a:pt x="102" y="47"/>
                </a:moveTo>
                <a:cubicBezTo>
                  <a:pt x="122" y="55"/>
                  <a:pt x="143" y="60"/>
                  <a:pt x="164" y="62"/>
                </a:cubicBezTo>
                <a:lnTo>
                  <a:pt x="159" y="115"/>
                </a:lnTo>
                <a:cubicBezTo>
                  <a:pt x="133" y="113"/>
                  <a:pt x="107" y="106"/>
                  <a:pt x="82" y="96"/>
                </a:cubicBezTo>
                <a:cubicBezTo>
                  <a:pt x="51" y="83"/>
                  <a:pt x="24" y="65"/>
                  <a:pt x="0" y="42"/>
                </a:cubicBezTo>
                <a:lnTo>
                  <a:pt x="37" y="3"/>
                </a:lnTo>
                <a:cubicBezTo>
                  <a:pt x="56" y="23"/>
                  <a:pt x="78" y="37"/>
                  <a:pt x="102" y="47"/>
                </a:cubicBezTo>
                <a:moveTo>
                  <a:pt x="426" y="63"/>
                </a:moveTo>
                <a:lnTo>
                  <a:pt x="426" y="116"/>
                </a:lnTo>
                <a:lnTo>
                  <a:pt x="267" y="116"/>
                </a:lnTo>
                <a:lnTo>
                  <a:pt x="267" y="63"/>
                </a:lnTo>
                <a:lnTo>
                  <a:pt x="426" y="63"/>
                </a:lnTo>
                <a:moveTo>
                  <a:pt x="691" y="63"/>
                </a:moveTo>
                <a:lnTo>
                  <a:pt x="691" y="116"/>
                </a:lnTo>
                <a:lnTo>
                  <a:pt x="532" y="116"/>
                </a:lnTo>
                <a:lnTo>
                  <a:pt x="532" y="63"/>
                </a:lnTo>
                <a:lnTo>
                  <a:pt x="691" y="63"/>
                </a:lnTo>
                <a:moveTo>
                  <a:pt x="955" y="63"/>
                </a:moveTo>
                <a:lnTo>
                  <a:pt x="955" y="116"/>
                </a:lnTo>
                <a:lnTo>
                  <a:pt x="797" y="116"/>
                </a:lnTo>
                <a:lnTo>
                  <a:pt x="797" y="63"/>
                </a:lnTo>
                <a:lnTo>
                  <a:pt x="955" y="63"/>
                </a:lnTo>
                <a:moveTo>
                  <a:pt x="1220" y="63"/>
                </a:moveTo>
                <a:lnTo>
                  <a:pt x="1220" y="116"/>
                </a:lnTo>
                <a:lnTo>
                  <a:pt x="1061" y="116"/>
                </a:lnTo>
                <a:lnTo>
                  <a:pt x="1061" y="63"/>
                </a:lnTo>
                <a:lnTo>
                  <a:pt x="1220" y="63"/>
                </a:lnTo>
                <a:moveTo>
                  <a:pt x="1485" y="63"/>
                </a:moveTo>
                <a:lnTo>
                  <a:pt x="1485" y="116"/>
                </a:lnTo>
                <a:lnTo>
                  <a:pt x="1326" y="116"/>
                </a:lnTo>
                <a:lnTo>
                  <a:pt x="1326" y="63"/>
                </a:lnTo>
                <a:lnTo>
                  <a:pt x="1485" y="63"/>
                </a:lnTo>
                <a:moveTo>
                  <a:pt x="1750" y="63"/>
                </a:moveTo>
                <a:lnTo>
                  <a:pt x="1750" y="116"/>
                </a:lnTo>
                <a:lnTo>
                  <a:pt x="1591" y="116"/>
                </a:lnTo>
                <a:lnTo>
                  <a:pt x="1591" y="63"/>
                </a:lnTo>
                <a:lnTo>
                  <a:pt x="1750" y="63"/>
                </a:lnTo>
                <a:moveTo>
                  <a:pt x="2015" y="63"/>
                </a:moveTo>
                <a:lnTo>
                  <a:pt x="2015" y="116"/>
                </a:lnTo>
                <a:lnTo>
                  <a:pt x="1856" y="116"/>
                </a:lnTo>
                <a:lnTo>
                  <a:pt x="1856" y="63"/>
                </a:lnTo>
                <a:lnTo>
                  <a:pt x="2015" y="63"/>
                </a:lnTo>
                <a:moveTo>
                  <a:pt x="2279" y="63"/>
                </a:moveTo>
                <a:lnTo>
                  <a:pt x="2279" y="116"/>
                </a:lnTo>
                <a:lnTo>
                  <a:pt x="2121" y="116"/>
                </a:lnTo>
                <a:lnTo>
                  <a:pt x="2121" y="63"/>
                </a:lnTo>
                <a:lnTo>
                  <a:pt x="2279" y="63"/>
                </a:lnTo>
                <a:moveTo>
                  <a:pt x="2544" y="63"/>
                </a:moveTo>
                <a:lnTo>
                  <a:pt x="2544" y="116"/>
                </a:lnTo>
                <a:lnTo>
                  <a:pt x="2385" y="116"/>
                </a:lnTo>
                <a:lnTo>
                  <a:pt x="2385" y="63"/>
                </a:lnTo>
                <a:lnTo>
                  <a:pt x="2544" y="63"/>
                </a:lnTo>
                <a:moveTo>
                  <a:pt x="2809" y="63"/>
                </a:moveTo>
                <a:lnTo>
                  <a:pt x="2809" y="116"/>
                </a:lnTo>
                <a:lnTo>
                  <a:pt x="2650" y="116"/>
                </a:lnTo>
                <a:lnTo>
                  <a:pt x="2650" y="63"/>
                </a:lnTo>
                <a:lnTo>
                  <a:pt x="2809" y="63"/>
                </a:lnTo>
                <a:moveTo>
                  <a:pt x="3074" y="63"/>
                </a:moveTo>
                <a:lnTo>
                  <a:pt x="3074" y="116"/>
                </a:lnTo>
                <a:lnTo>
                  <a:pt x="2915" y="116"/>
                </a:lnTo>
                <a:lnTo>
                  <a:pt x="2915" y="63"/>
                </a:lnTo>
                <a:lnTo>
                  <a:pt x="3074" y="63"/>
                </a:lnTo>
                <a:moveTo>
                  <a:pt x="3339" y="63"/>
                </a:moveTo>
                <a:lnTo>
                  <a:pt x="3339" y="116"/>
                </a:lnTo>
                <a:lnTo>
                  <a:pt x="3180" y="116"/>
                </a:lnTo>
                <a:lnTo>
                  <a:pt x="3180" y="63"/>
                </a:lnTo>
                <a:lnTo>
                  <a:pt x="3339" y="63"/>
                </a:lnTo>
                <a:moveTo>
                  <a:pt x="3603" y="63"/>
                </a:moveTo>
                <a:lnTo>
                  <a:pt x="3603" y="116"/>
                </a:lnTo>
                <a:lnTo>
                  <a:pt x="3445" y="116"/>
                </a:lnTo>
                <a:lnTo>
                  <a:pt x="3445" y="63"/>
                </a:lnTo>
                <a:lnTo>
                  <a:pt x="3603" y="63"/>
                </a:lnTo>
                <a:moveTo>
                  <a:pt x="3868" y="63"/>
                </a:moveTo>
                <a:lnTo>
                  <a:pt x="3868" y="116"/>
                </a:lnTo>
                <a:lnTo>
                  <a:pt x="3709" y="116"/>
                </a:lnTo>
                <a:lnTo>
                  <a:pt x="3709" y="63"/>
                </a:lnTo>
                <a:lnTo>
                  <a:pt x="3868" y="63"/>
                </a:lnTo>
                <a:moveTo>
                  <a:pt x="4133" y="63"/>
                </a:moveTo>
                <a:lnTo>
                  <a:pt x="4133" y="116"/>
                </a:lnTo>
                <a:lnTo>
                  <a:pt x="3974" y="116"/>
                </a:lnTo>
                <a:lnTo>
                  <a:pt x="3974" y="63"/>
                </a:lnTo>
                <a:lnTo>
                  <a:pt x="4133" y="63"/>
                </a:lnTo>
                <a:moveTo>
                  <a:pt x="4398" y="63"/>
                </a:moveTo>
                <a:lnTo>
                  <a:pt x="4398" y="116"/>
                </a:lnTo>
                <a:lnTo>
                  <a:pt x="4239" y="116"/>
                </a:lnTo>
                <a:lnTo>
                  <a:pt x="4239" y="63"/>
                </a:lnTo>
                <a:lnTo>
                  <a:pt x="4398" y="63"/>
                </a:lnTo>
                <a:moveTo>
                  <a:pt x="4663" y="63"/>
                </a:moveTo>
                <a:lnTo>
                  <a:pt x="4663" y="116"/>
                </a:lnTo>
                <a:lnTo>
                  <a:pt x="4504" y="116"/>
                </a:lnTo>
                <a:lnTo>
                  <a:pt x="4504" y="63"/>
                </a:lnTo>
                <a:lnTo>
                  <a:pt x="4663" y="63"/>
                </a:lnTo>
                <a:moveTo>
                  <a:pt x="4927" y="63"/>
                </a:moveTo>
                <a:lnTo>
                  <a:pt x="4927" y="116"/>
                </a:lnTo>
                <a:lnTo>
                  <a:pt x="4769" y="116"/>
                </a:lnTo>
                <a:lnTo>
                  <a:pt x="4769" y="63"/>
                </a:lnTo>
                <a:lnTo>
                  <a:pt x="4927" y="63"/>
                </a:lnTo>
                <a:moveTo>
                  <a:pt x="5192" y="63"/>
                </a:moveTo>
                <a:lnTo>
                  <a:pt x="5192" y="116"/>
                </a:lnTo>
                <a:lnTo>
                  <a:pt x="5033" y="116"/>
                </a:lnTo>
                <a:lnTo>
                  <a:pt x="5033" y="63"/>
                </a:lnTo>
                <a:lnTo>
                  <a:pt x="5192" y="63"/>
                </a:lnTo>
                <a:moveTo>
                  <a:pt x="5457" y="63"/>
                </a:moveTo>
                <a:lnTo>
                  <a:pt x="5457" y="116"/>
                </a:lnTo>
                <a:lnTo>
                  <a:pt x="5298" y="116"/>
                </a:lnTo>
                <a:lnTo>
                  <a:pt x="5298" y="63"/>
                </a:lnTo>
                <a:lnTo>
                  <a:pt x="5457" y="63"/>
                </a:lnTo>
                <a:moveTo>
                  <a:pt x="5722" y="63"/>
                </a:moveTo>
                <a:lnTo>
                  <a:pt x="5722" y="116"/>
                </a:lnTo>
                <a:lnTo>
                  <a:pt x="5563" y="116"/>
                </a:lnTo>
                <a:lnTo>
                  <a:pt x="5563" y="63"/>
                </a:lnTo>
                <a:lnTo>
                  <a:pt x="5722" y="63"/>
                </a:lnTo>
                <a:moveTo>
                  <a:pt x="5987" y="63"/>
                </a:moveTo>
                <a:lnTo>
                  <a:pt x="5987" y="116"/>
                </a:lnTo>
                <a:lnTo>
                  <a:pt x="5828" y="116"/>
                </a:lnTo>
                <a:lnTo>
                  <a:pt x="5828" y="63"/>
                </a:lnTo>
                <a:lnTo>
                  <a:pt x="5987" y="63"/>
                </a:lnTo>
                <a:moveTo>
                  <a:pt x="6251" y="63"/>
                </a:moveTo>
                <a:lnTo>
                  <a:pt x="6251" y="116"/>
                </a:lnTo>
                <a:lnTo>
                  <a:pt x="6093" y="116"/>
                </a:lnTo>
                <a:lnTo>
                  <a:pt x="6093" y="63"/>
                </a:lnTo>
                <a:lnTo>
                  <a:pt x="6251" y="63"/>
                </a:lnTo>
                <a:moveTo>
                  <a:pt x="6516" y="63"/>
                </a:moveTo>
                <a:lnTo>
                  <a:pt x="6516" y="116"/>
                </a:lnTo>
                <a:lnTo>
                  <a:pt x="6357" y="116"/>
                </a:lnTo>
                <a:lnTo>
                  <a:pt x="6357" y="63"/>
                </a:lnTo>
                <a:lnTo>
                  <a:pt x="6516" y="63"/>
                </a:lnTo>
                <a:moveTo>
                  <a:pt x="6781" y="63"/>
                </a:moveTo>
                <a:lnTo>
                  <a:pt x="6781" y="116"/>
                </a:lnTo>
                <a:lnTo>
                  <a:pt x="6622" y="116"/>
                </a:lnTo>
                <a:lnTo>
                  <a:pt x="6622" y="63"/>
                </a:lnTo>
                <a:lnTo>
                  <a:pt x="6781" y="63"/>
                </a:lnTo>
                <a:moveTo>
                  <a:pt x="7046" y="63"/>
                </a:moveTo>
                <a:lnTo>
                  <a:pt x="7046" y="116"/>
                </a:lnTo>
                <a:lnTo>
                  <a:pt x="6887" y="116"/>
                </a:lnTo>
                <a:lnTo>
                  <a:pt x="6887" y="63"/>
                </a:lnTo>
                <a:lnTo>
                  <a:pt x="7046" y="63"/>
                </a:lnTo>
                <a:moveTo>
                  <a:pt x="7311" y="63"/>
                </a:moveTo>
                <a:lnTo>
                  <a:pt x="7311" y="116"/>
                </a:lnTo>
                <a:lnTo>
                  <a:pt x="7152" y="116"/>
                </a:lnTo>
                <a:lnTo>
                  <a:pt x="7152" y="63"/>
                </a:lnTo>
                <a:lnTo>
                  <a:pt x="7311" y="63"/>
                </a:lnTo>
                <a:moveTo>
                  <a:pt x="7575" y="63"/>
                </a:moveTo>
                <a:lnTo>
                  <a:pt x="7575" y="116"/>
                </a:lnTo>
                <a:lnTo>
                  <a:pt x="7417" y="116"/>
                </a:lnTo>
                <a:lnTo>
                  <a:pt x="7417" y="63"/>
                </a:lnTo>
                <a:lnTo>
                  <a:pt x="7575" y="63"/>
                </a:lnTo>
                <a:moveTo>
                  <a:pt x="7840" y="63"/>
                </a:moveTo>
                <a:lnTo>
                  <a:pt x="7840" y="116"/>
                </a:lnTo>
                <a:lnTo>
                  <a:pt x="7681" y="116"/>
                </a:lnTo>
                <a:lnTo>
                  <a:pt x="7681" y="63"/>
                </a:lnTo>
                <a:lnTo>
                  <a:pt x="7840" y="63"/>
                </a:lnTo>
                <a:moveTo>
                  <a:pt x="8105" y="63"/>
                </a:moveTo>
                <a:lnTo>
                  <a:pt x="8105" y="116"/>
                </a:lnTo>
                <a:lnTo>
                  <a:pt x="7946" y="116"/>
                </a:lnTo>
                <a:lnTo>
                  <a:pt x="7946" y="63"/>
                </a:lnTo>
                <a:lnTo>
                  <a:pt x="8105" y="63"/>
                </a:lnTo>
                <a:moveTo>
                  <a:pt x="8370" y="63"/>
                </a:moveTo>
                <a:lnTo>
                  <a:pt x="8370" y="116"/>
                </a:lnTo>
                <a:lnTo>
                  <a:pt x="8211" y="116"/>
                </a:lnTo>
                <a:lnTo>
                  <a:pt x="8211" y="63"/>
                </a:lnTo>
                <a:lnTo>
                  <a:pt x="8370" y="63"/>
                </a:lnTo>
                <a:moveTo>
                  <a:pt x="8635" y="63"/>
                </a:moveTo>
                <a:lnTo>
                  <a:pt x="8635" y="116"/>
                </a:lnTo>
                <a:lnTo>
                  <a:pt x="8476" y="116"/>
                </a:lnTo>
                <a:lnTo>
                  <a:pt x="8476" y="63"/>
                </a:lnTo>
                <a:lnTo>
                  <a:pt x="8635" y="63"/>
                </a:lnTo>
                <a:moveTo>
                  <a:pt x="8899" y="63"/>
                </a:moveTo>
                <a:lnTo>
                  <a:pt x="8899" y="116"/>
                </a:lnTo>
                <a:lnTo>
                  <a:pt x="8741" y="116"/>
                </a:lnTo>
                <a:lnTo>
                  <a:pt x="8741" y="63"/>
                </a:lnTo>
                <a:lnTo>
                  <a:pt x="8899" y="63"/>
                </a:lnTo>
                <a:moveTo>
                  <a:pt x="9164" y="63"/>
                </a:moveTo>
                <a:lnTo>
                  <a:pt x="9164" y="116"/>
                </a:lnTo>
                <a:lnTo>
                  <a:pt x="9005" y="116"/>
                </a:lnTo>
                <a:lnTo>
                  <a:pt x="9005" y="63"/>
                </a:lnTo>
                <a:lnTo>
                  <a:pt x="9164" y="63"/>
                </a:lnTo>
                <a:moveTo>
                  <a:pt x="9429" y="63"/>
                </a:moveTo>
                <a:lnTo>
                  <a:pt x="9429" y="116"/>
                </a:lnTo>
                <a:lnTo>
                  <a:pt x="9270" y="116"/>
                </a:lnTo>
                <a:lnTo>
                  <a:pt x="9270" y="63"/>
                </a:lnTo>
                <a:lnTo>
                  <a:pt x="9429" y="63"/>
                </a:lnTo>
                <a:moveTo>
                  <a:pt x="9694" y="63"/>
                </a:moveTo>
                <a:lnTo>
                  <a:pt x="9694" y="116"/>
                </a:lnTo>
                <a:lnTo>
                  <a:pt x="9535" y="116"/>
                </a:lnTo>
                <a:lnTo>
                  <a:pt x="9535" y="63"/>
                </a:lnTo>
                <a:lnTo>
                  <a:pt x="9694" y="63"/>
                </a:lnTo>
                <a:moveTo>
                  <a:pt x="9959" y="63"/>
                </a:moveTo>
                <a:lnTo>
                  <a:pt x="9959" y="116"/>
                </a:lnTo>
                <a:lnTo>
                  <a:pt x="9800" y="116"/>
                </a:lnTo>
                <a:lnTo>
                  <a:pt x="9800" y="63"/>
                </a:lnTo>
                <a:lnTo>
                  <a:pt x="9959" y="63"/>
                </a:lnTo>
                <a:moveTo>
                  <a:pt x="10223" y="63"/>
                </a:moveTo>
                <a:lnTo>
                  <a:pt x="10223" y="116"/>
                </a:lnTo>
                <a:lnTo>
                  <a:pt x="10065" y="116"/>
                </a:lnTo>
                <a:lnTo>
                  <a:pt x="10065" y="63"/>
                </a:lnTo>
                <a:lnTo>
                  <a:pt x="10223" y="63"/>
                </a:lnTo>
                <a:moveTo>
                  <a:pt x="10488" y="63"/>
                </a:moveTo>
                <a:lnTo>
                  <a:pt x="10488" y="116"/>
                </a:lnTo>
                <a:lnTo>
                  <a:pt x="10330" y="116"/>
                </a:lnTo>
                <a:lnTo>
                  <a:pt x="10330" y="63"/>
                </a:lnTo>
                <a:lnTo>
                  <a:pt x="10488" y="63"/>
                </a:lnTo>
                <a:moveTo>
                  <a:pt x="10753" y="63"/>
                </a:moveTo>
                <a:lnTo>
                  <a:pt x="10753" y="116"/>
                </a:lnTo>
                <a:lnTo>
                  <a:pt x="10594" y="116"/>
                </a:lnTo>
                <a:lnTo>
                  <a:pt x="10594" y="63"/>
                </a:lnTo>
                <a:lnTo>
                  <a:pt x="10753" y="63"/>
                </a:lnTo>
                <a:moveTo>
                  <a:pt x="11018" y="63"/>
                </a:moveTo>
                <a:lnTo>
                  <a:pt x="11018" y="116"/>
                </a:lnTo>
                <a:lnTo>
                  <a:pt x="10859" y="116"/>
                </a:lnTo>
                <a:lnTo>
                  <a:pt x="10859" y="63"/>
                </a:lnTo>
                <a:lnTo>
                  <a:pt x="11018" y="63"/>
                </a:lnTo>
                <a:moveTo>
                  <a:pt x="11283" y="63"/>
                </a:moveTo>
                <a:lnTo>
                  <a:pt x="11283" y="116"/>
                </a:lnTo>
                <a:lnTo>
                  <a:pt x="11124" y="116"/>
                </a:lnTo>
                <a:lnTo>
                  <a:pt x="11124" y="63"/>
                </a:lnTo>
                <a:lnTo>
                  <a:pt x="11283" y="63"/>
                </a:lnTo>
                <a:moveTo>
                  <a:pt x="11547" y="63"/>
                </a:moveTo>
                <a:lnTo>
                  <a:pt x="11547" y="116"/>
                </a:lnTo>
                <a:lnTo>
                  <a:pt x="11389" y="116"/>
                </a:lnTo>
                <a:lnTo>
                  <a:pt x="11389" y="63"/>
                </a:lnTo>
                <a:lnTo>
                  <a:pt x="11547" y="63"/>
                </a:lnTo>
                <a:moveTo>
                  <a:pt x="11812" y="63"/>
                </a:moveTo>
                <a:lnTo>
                  <a:pt x="11812" y="116"/>
                </a:lnTo>
                <a:lnTo>
                  <a:pt x="11654" y="116"/>
                </a:lnTo>
                <a:lnTo>
                  <a:pt x="11654" y="63"/>
                </a:lnTo>
                <a:lnTo>
                  <a:pt x="11812" y="63"/>
                </a:lnTo>
                <a:moveTo>
                  <a:pt x="12077" y="63"/>
                </a:moveTo>
                <a:lnTo>
                  <a:pt x="12077" y="116"/>
                </a:lnTo>
                <a:lnTo>
                  <a:pt x="11918" y="116"/>
                </a:lnTo>
                <a:lnTo>
                  <a:pt x="11918" y="63"/>
                </a:lnTo>
                <a:lnTo>
                  <a:pt x="12077" y="63"/>
                </a:lnTo>
                <a:moveTo>
                  <a:pt x="12342" y="63"/>
                </a:moveTo>
                <a:lnTo>
                  <a:pt x="12342" y="116"/>
                </a:lnTo>
                <a:lnTo>
                  <a:pt x="12183" y="116"/>
                </a:lnTo>
                <a:lnTo>
                  <a:pt x="12183" y="63"/>
                </a:lnTo>
                <a:lnTo>
                  <a:pt x="12342" y="63"/>
                </a:lnTo>
                <a:moveTo>
                  <a:pt x="12607" y="63"/>
                </a:moveTo>
                <a:lnTo>
                  <a:pt x="12607" y="116"/>
                </a:lnTo>
                <a:lnTo>
                  <a:pt x="12448" y="116"/>
                </a:lnTo>
                <a:lnTo>
                  <a:pt x="12448" y="63"/>
                </a:lnTo>
                <a:lnTo>
                  <a:pt x="12607" y="63"/>
                </a:lnTo>
                <a:moveTo>
                  <a:pt x="12871" y="63"/>
                </a:moveTo>
                <a:lnTo>
                  <a:pt x="12871" y="116"/>
                </a:lnTo>
                <a:lnTo>
                  <a:pt x="12713" y="116"/>
                </a:lnTo>
                <a:lnTo>
                  <a:pt x="12713" y="63"/>
                </a:lnTo>
                <a:lnTo>
                  <a:pt x="12871" y="63"/>
                </a:lnTo>
                <a:moveTo>
                  <a:pt x="13137" y="63"/>
                </a:moveTo>
                <a:lnTo>
                  <a:pt x="13137" y="116"/>
                </a:lnTo>
                <a:lnTo>
                  <a:pt x="12978" y="116"/>
                </a:lnTo>
                <a:lnTo>
                  <a:pt x="12978" y="63"/>
                </a:lnTo>
                <a:lnTo>
                  <a:pt x="13137" y="63"/>
                </a:lnTo>
                <a:moveTo>
                  <a:pt x="13402" y="63"/>
                </a:moveTo>
                <a:lnTo>
                  <a:pt x="13402" y="116"/>
                </a:lnTo>
                <a:lnTo>
                  <a:pt x="13243" y="116"/>
                </a:lnTo>
                <a:lnTo>
                  <a:pt x="13243" y="63"/>
                </a:lnTo>
                <a:lnTo>
                  <a:pt x="13402" y="63"/>
                </a:lnTo>
                <a:moveTo>
                  <a:pt x="13667" y="63"/>
                </a:moveTo>
                <a:lnTo>
                  <a:pt x="13667" y="116"/>
                </a:lnTo>
                <a:lnTo>
                  <a:pt x="13508" y="116"/>
                </a:lnTo>
                <a:lnTo>
                  <a:pt x="13508" y="63"/>
                </a:lnTo>
                <a:lnTo>
                  <a:pt x="13667" y="63"/>
                </a:lnTo>
                <a:moveTo>
                  <a:pt x="13932" y="63"/>
                </a:moveTo>
                <a:lnTo>
                  <a:pt x="13932" y="116"/>
                </a:lnTo>
                <a:lnTo>
                  <a:pt x="13773" y="116"/>
                </a:lnTo>
                <a:lnTo>
                  <a:pt x="13773" y="63"/>
                </a:lnTo>
                <a:lnTo>
                  <a:pt x="13932" y="63"/>
                </a:lnTo>
                <a:moveTo>
                  <a:pt x="14197" y="63"/>
                </a:moveTo>
                <a:lnTo>
                  <a:pt x="14197" y="116"/>
                </a:lnTo>
                <a:lnTo>
                  <a:pt x="14038" y="116"/>
                </a:lnTo>
                <a:lnTo>
                  <a:pt x="14038" y="63"/>
                </a:lnTo>
                <a:lnTo>
                  <a:pt x="14197" y="63"/>
                </a:lnTo>
                <a:moveTo>
                  <a:pt x="14461" y="63"/>
                </a:moveTo>
                <a:lnTo>
                  <a:pt x="14461" y="116"/>
                </a:lnTo>
                <a:lnTo>
                  <a:pt x="14303" y="116"/>
                </a:lnTo>
                <a:lnTo>
                  <a:pt x="14303" y="63"/>
                </a:lnTo>
                <a:lnTo>
                  <a:pt x="14461" y="63"/>
                </a:lnTo>
                <a:moveTo>
                  <a:pt x="14726" y="63"/>
                </a:moveTo>
                <a:lnTo>
                  <a:pt x="14726" y="116"/>
                </a:lnTo>
                <a:lnTo>
                  <a:pt x="14567" y="116"/>
                </a:lnTo>
                <a:lnTo>
                  <a:pt x="14567" y="63"/>
                </a:lnTo>
                <a:lnTo>
                  <a:pt x="14726" y="63"/>
                </a:lnTo>
                <a:moveTo>
                  <a:pt x="14991" y="63"/>
                </a:moveTo>
                <a:lnTo>
                  <a:pt x="14991" y="116"/>
                </a:lnTo>
                <a:lnTo>
                  <a:pt x="14832" y="116"/>
                </a:lnTo>
                <a:lnTo>
                  <a:pt x="14832" y="63"/>
                </a:lnTo>
                <a:lnTo>
                  <a:pt x="14991" y="63"/>
                </a:lnTo>
                <a:moveTo>
                  <a:pt x="15256" y="63"/>
                </a:moveTo>
                <a:lnTo>
                  <a:pt x="15256" y="116"/>
                </a:lnTo>
                <a:lnTo>
                  <a:pt x="15097" y="116"/>
                </a:lnTo>
                <a:lnTo>
                  <a:pt x="15097" y="63"/>
                </a:lnTo>
                <a:lnTo>
                  <a:pt x="15256" y="63"/>
                </a:lnTo>
                <a:moveTo>
                  <a:pt x="15521" y="63"/>
                </a:moveTo>
                <a:lnTo>
                  <a:pt x="15521" y="116"/>
                </a:lnTo>
                <a:lnTo>
                  <a:pt x="15362" y="116"/>
                </a:lnTo>
                <a:lnTo>
                  <a:pt x="15362" y="63"/>
                </a:lnTo>
                <a:lnTo>
                  <a:pt x="15521" y="63"/>
                </a:lnTo>
                <a:moveTo>
                  <a:pt x="15785" y="63"/>
                </a:moveTo>
                <a:lnTo>
                  <a:pt x="15785" y="116"/>
                </a:lnTo>
                <a:lnTo>
                  <a:pt x="15627" y="116"/>
                </a:lnTo>
                <a:lnTo>
                  <a:pt x="15627" y="63"/>
                </a:lnTo>
                <a:lnTo>
                  <a:pt x="15785" y="63"/>
                </a:lnTo>
                <a:moveTo>
                  <a:pt x="16050" y="63"/>
                </a:moveTo>
                <a:lnTo>
                  <a:pt x="16050" y="116"/>
                </a:lnTo>
                <a:lnTo>
                  <a:pt x="15891" y="116"/>
                </a:lnTo>
                <a:lnTo>
                  <a:pt x="15891" y="63"/>
                </a:lnTo>
                <a:lnTo>
                  <a:pt x="16050" y="63"/>
                </a:lnTo>
                <a:moveTo>
                  <a:pt x="16315" y="63"/>
                </a:moveTo>
                <a:lnTo>
                  <a:pt x="16315" y="116"/>
                </a:lnTo>
                <a:lnTo>
                  <a:pt x="16156" y="116"/>
                </a:lnTo>
                <a:lnTo>
                  <a:pt x="16156" y="63"/>
                </a:lnTo>
                <a:lnTo>
                  <a:pt x="16315" y="63"/>
                </a:lnTo>
                <a:moveTo>
                  <a:pt x="16580" y="63"/>
                </a:moveTo>
                <a:lnTo>
                  <a:pt x="16580" y="116"/>
                </a:lnTo>
                <a:lnTo>
                  <a:pt x="16421" y="116"/>
                </a:lnTo>
                <a:lnTo>
                  <a:pt x="16421" y="63"/>
                </a:lnTo>
                <a:lnTo>
                  <a:pt x="16580" y="63"/>
                </a:lnTo>
                <a:moveTo>
                  <a:pt x="16845" y="63"/>
                </a:moveTo>
                <a:lnTo>
                  <a:pt x="16845" y="116"/>
                </a:lnTo>
                <a:lnTo>
                  <a:pt x="16686" y="116"/>
                </a:lnTo>
                <a:lnTo>
                  <a:pt x="16686" y="63"/>
                </a:lnTo>
                <a:lnTo>
                  <a:pt x="16845" y="63"/>
                </a:lnTo>
                <a:moveTo>
                  <a:pt x="17109" y="63"/>
                </a:moveTo>
                <a:lnTo>
                  <a:pt x="17109" y="116"/>
                </a:lnTo>
                <a:lnTo>
                  <a:pt x="16951" y="116"/>
                </a:lnTo>
                <a:lnTo>
                  <a:pt x="16951" y="63"/>
                </a:lnTo>
                <a:lnTo>
                  <a:pt x="17109" y="63"/>
                </a:lnTo>
                <a:moveTo>
                  <a:pt x="17374" y="63"/>
                </a:moveTo>
                <a:lnTo>
                  <a:pt x="17374" y="116"/>
                </a:lnTo>
                <a:lnTo>
                  <a:pt x="17215" y="116"/>
                </a:lnTo>
                <a:lnTo>
                  <a:pt x="17215" y="63"/>
                </a:lnTo>
                <a:lnTo>
                  <a:pt x="17374" y="63"/>
                </a:lnTo>
                <a:moveTo>
                  <a:pt x="17639" y="63"/>
                </a:moveTo>
                <a:lnTo>
                  <a:pt x="17639" y="116"/>
                </a:lnTo>
                <a:lnTo>
                  <a:pt x="17480" y="116"/>
                </a:lnTo>
                <a:lnTo>
                  <a:pt x="17480" y="63"/>
                </a:lnTo>
                <a:lnTo>
                  <a:pt x="17639" y="63"/>
                </a:lnTo>
                <a:moveTo>
                  <a:pt x="17904" y="63"/>
                </a:moveTo>
                <a:lnTo>
                  <a:pt x="17904" y="116"/>
                </a:lnTo>
                <a:lnTo>
                  <a:pt x="17745" y="116"/>
                </a:lnTo>
                <a:lnTo>
                  <a:pt x="17745" y="63"/>
                </a:lnTo>
                <a:lnTo>
                  <a:pt x="17904" y="63"/>
                </a:lnTo>
                <a:moveTo>
                  <a:pt x="18169" y="63"/>
                </a:moveTo>
                <a:lnTo>
                  <a:pt x="18169" y="116"/>
                </a:lnTo>
                <a:lnTo>
                  <a:pt x="18010" y="116"/>
                </a:lnTo>
                <a:lnTo>
                  <a:pt x="18010" y="63"/>
                </a:lnTo>
                <a:lnTo>
                  <a:pt x="18169" y="63"/>
                </a:lnTo>
                <a:moveTo>
                  <a:pt x="18433" y="63"/>
                </a:moveTo>
                <a:lnTo>
                  <a:pt x="18433" y="116"/>
                </a:lnTo>
                <a:lnTo>
                  <a:pt x="18275" y="116"/>
                </a:lnTo>
                <a:lnTo>
                  <a:pt x="18275" y="63"/>
                </a:lnTo>
                <a:lnTo>
                  <a:pt x="18433" y="63"/>
                </a:lnTo>
                <a:moveTo>
                  <a:pt x="18698" y="63"/>
                </a:moveTo>
                <a:lnTo>
                  <a:pt x="18698" y="116"/>
                </a:lnTo>
                <a:lnTo>
                  <a:pt x="18539" y="116"/>
                </a:lnTo>
                <a:lnTo>
                  <a:pt x="18539" y="63"/>
                </a:lnTo>
                <a:lnTo>
                  <a:pt x="18698" y="63"/>
                </a:lnTo>
                <a:moveTo>
                  <a:pt x="18963" y="63"/>
                </a:moveTo>
                <a:lnTo>
                  <a:pt x="18963" y="116"/>
                </a:lnTo>
                <a:lnTo>
                  <a:pt x="18804" y="116"/>
                </a:lnTo>
                <a:lnTo>
                  <a:pt x="18804" y="63"/>
                </a:lnTo>
                <a:lnTo>
                  <a:pt x="18963" y="63"/>
                </a:lnTo>
                <a:moveTo>
                  <a:pt x="19228" y="63"/>
                </a:moveTo>
                <a:lnTo>
                  <a:pt x="19228" y="116"/>
                </a:lnTo>
                <a:lnTo>
                  <a:pt x="19069" y="116"/>
                </a:lnTo>
                <a:lnTo>
                  <a:pt x="19069" y="63"/>
                </a:lnTo>
                <a:lnTo>
                  <a:pt x="19228" y="63"/>
                </a:lnTo>
                <a:moveTo>
                  <a:pt x="19493" y="63"/>
                </a:moveTo>
                <a:lnTo>
                  <a:pt x="19493" y="116"/>
                </a:lnTo>
                <a:lnTo>
                  <a:pt x="19334" y="116"/>
                </a:lnTo>
                <a:lnTo>
                  <a:pt x="19334" y="63"/>
                </a:lnTo>
                <a:lnTo>
                  <a:pt x="19493" y="63"/>
                </a:lnTo>
                <a:moveTo>
                  <a:pt x="19757" y="63"/>
                </a:moveTo>
                <a:lnTo>
                  <a:pt x="19757" y="116"/>
                </a:lnTo>
                <a:lnTo>
                  <a:pt x="19599" y="116"/>
                </a:lnTo>
                <a:lnTo>
                  <a:pt x="19599" y="63"/>
                </a:lnTo>
                <a:lnTo>
                  <a:pt x="19757" y="63"/>
                </a:lnTo>
                <a:moveTo>
                  <a:pt x="20022" y="63"/>
                </a:moveTo>
                <a:lnTo>
                  <a:pt x="20022" y="116"/>
                </a:lnTo>
                <a:lnTo>
                  <a:pt x="19863" y="116"/>
                </a:lnTo>
                <a:lnTo>
                  <a:pt x="19863" y="63"/>
                </a:lnTo>
                <a:lnTo>
                  <a:pt x="20022" y="63"/>
                </a:lnTo>
                <a:moveTo>
                  <a:pt x="20287" y="63"/>
                </a:moveTo>
                <a:lnTo>
                  <a:pt x="20287" y="116"/>
                </a:lnTo>
                <a:lnTo>
                  <a:pt x="20128" y="116"/>
                </a:lnTo>
                <a:lnTo>
                  <a:pt x="20128" y="63"/>
                </a:lnTo>
                <a:lnTo>
                  <a:pt x="20287" y="63"/>
                </a:lnTo>
                <a:moveTo>
                  <a:pt x="20552" y="63"/>
                </a:moveTo>
                <a:lnTo>
                  <a:pt x="20552" y="116"/>
                </a:lnTo>
                <a:lnTo>
                  <a:pt x="20393" y="116"/>
                </a:lnTo>
                <a:lnTo>
                  <a:pt x="20393" y="63"/>
                </a:lnTo>
                <a:lnTo>
                  <a:pt x="20552" y="63"/>
                </a:lnTo>
                <a:moveTo>
                  <a:pt x="20817" y="63"/>
                </a:moveTo>
                <a:lnTo>
                  <a:pt x="20817" y="116"/>
                </a:lnTo>
                <a:lnTo>
                  <a:pt x="20658" y="116"/>
                </a:lnTo>
                <a:lnTo>
                  <a:pt x="20658" y="63"/>
                </a:lnTo>
                <a:lnTo>
                  <a:pt x="20817" y="63"/>
                </a:lnTo>
                <a:moveTo>
                  <a:pt x="21081" y="63"/>
                </a:moveTo>
                <a:lnTo>
                  <a:pt x="21081" y="116"/>
                </a:lnTo>
                <a:lnTo>
                  <a:pt x="20923" y="116"/>
                </a:lnTo>
                <a:lnTo>
                  <a:pt x="20923" y="63"/>
                </a:lnTo>
                <a:lnTo>
                  <a:pt x="21081" y="63"/>
                </a:lnTo>
                <a:moveTo>
                  <a:pt x="21346" y="63"/>
                </a:moveTo>
                <a:lnTo>
                  <a:pt x="21346" y="116"/>
                </a:lnTo>
                <a:lnTo>
                  <a:pt x="21187" y="116"/>
                </a:lnTo>
                <a:lnTo>
                  <a:pt x="21187" y="63"/>
                </a:lnTo>
                <a:lnTo>
                  <a:pt x="21346" y="63"/>
                </a:lnTo>
                <a:moveTo>
                  <a:pt x="21611" y="63"/>
                </a:moveTo>
                <a:lnTo>
                  <a:pt x="21611" y="116"/>
                </a:lnTo>
                <a:lnTo>
                  <a:pt x="21452" y="116"/>
                </a:lnTo>
                <a:lnTo>
                  <a:pt x="21452" y="63"/>
                </a:lnTo>
                <a:lnTo>
                  <a:pt x="21611" y="63"/>
                </a:lnTo>
                <a:moveTo>
                  <a:pt x="21876" y="63"/>
                </a:moveTo>
                <a:lnTo>
                  <a:pt x="21876" y="116"/>
                </a:lnTo>
                <a:lnTo>
                  <a:pt x="21717" y="116"/>
                </a:lnTo>
                <a:lnTo>
                  <a:pt x="21717" y="63"/>
                </a:lnTo>
                <a:lnTo>
                  <a:pt x="21876" y="63"/>
                </a:lnTo>
                <a:moveTo>
                  <a:pt x="22141" y="63"/>
                </a:moveTo>
                <a:lnTo>
                  <a:pt x="22141" y="116"/>
                </a:lnTo>
                <a:lnTo>
                  <a:pt x="21982" y="116"/>
                </a:lnTo>
                <a:lnTo>
                  <a:pt x="21982" y="63"/>
                </a:lnTo>
                <a:lnTo>
                  <a:pt x="22141" y="63"/>
                </a:lnTo>
                <a:moveTo>
                  <a:pt x="22405" y="63"/>
                </a:moveTo>
                <a:lnTo>
                  <a:pt x="22405" y="116"/>
                </a:lnTo>
                <a:lnTo>
                  <a:pt x="22247" y="116"/>
                </a:lnTo>
                <a:lnTo>
                  <a:pt x="22247" y="63"/>
                </a:lnTo>
                <a:lnTo>
                  <a:pt x="22405" y="63"/>
                </a:lnTo>
                <a:moveTo>
                  <a:pt x="22670" y="63"/>
                </a:moveTo>
                <a:lnTo>
                  <a:pt x="22670" y="116"/>
                </a:lnTo>
                <a:lnTo>
                  <a:pt x="22511" y="116"/>
                </a:lnTo>
                <a:lnTo>
                  <a:pt x="22511" y="63"/>
                </a:lnTo>
                <a:lnTo>
                  <a:pt x="22670" y="63"/>
                </a:lnTo>
                <a:moveTo>
                  <a:pt x="22935" y="63"/>
                </a:moveTo>
                <a:lnTo>
                  <a:pt x="22935" y="116"/>
                </a:lnTo>
                <a:lnTo>
                  <a:pt x="22776" y="116"/>
                </a:lnTo>
                <a:lnTo>
                  <a:pt x="22776" y="63"/>
                </a:lnTo>
                <a:lnTo>
                  <a:pt x="22935" y="63"/>
                </a:lnTo>
                <a:moveTo>
                  <a:pt x="23200" y="63"/>
                </a:moveTo>
                <a:lnTo>
                  <a:pt x="23200" y="116"/>
                </a:lnTo>
                <a:lnTo>
                  <a:pt x="23041" y="116"/>
                </a:lnTo>
                <a:lnTo>
                  <a:pt x="23041" y="63"/>
                </a:lnTo>
                <a:lnTo>
                  <a:pt x="23200" y="63"/>
                </a:lnTo>
                <a:moveTo>
                  <a:pt x="23465" y="63"/>
                </a:moveTo>
                <a:lnTo>
                  <a:pt x="23465" y="116"/>
                </a:lnTo>
                <a:lnTo>
                  <a:pt x="23306" y="116"/>
                </a:lnTo>
                <a:lnTo>
                  <a:pt x="23306" y="63"/>
                </a:lnTo>
                <a:lnTo>
                  <a:pt x="23465" y="63"/>
                </a:lnTo>
                <a:moveTo>
                  <a:pt x="23729" y="63"/>
                </a:moveTo>
                <a:lnTo>
                  <a:pt x="23729" y="116"/>
                </a:lnTo>
                <a:lnTo>
                  <a:pt x="23571" y="116"/>
                </a:lnTo>
                <a:lnTo>
                  <a:pt x="23571" y="63"/>
                </a:lnTo>
                <a:lnTo>
                  <a:pt x="23729" y="63"/>
                </a:lnTo>
                <a:moveTo>
                  <a:pt x="23994" y="63"/>
                </a:moveTo>
                <a:lnTo>
                  <a:pt x="23994" y="116"/>
                </a:lnTo>
                <a:lnTo>
                  <a:pt x="23835" y="116"/>
                </a:lnTo>
                <a:lnTo>
                  <a:pt x="23835" y="63"/>
                </a:lnTo>
                <a:lnTo>
                  <a:pt x="23994" y="63"/>
                </a:lnTo>
                <a:moveTo>
                  <a:pt x="24259" y="63"/>
                </a:moveTo>
                <a:lnTo>
                  <a:pt x="24259" y="116"/>
                </a:lnTo>
                <a:lnTo>
                  <a:pt x="24100" y="116"/>
                </a:lnTo>
                <a:lnTo>
                  <a:pt x="24100" y="63"/>
                </a:lnTo>
                <a:lnTo>
                  <a:pt x="24259" y="63"/>
                </a:lnTo>
                <a:moveTo>
                  <a:pt x="24524" y="63"/>
                </a:moveTo>
                <a:lnTo>
                  <a:pt x="24524" y="116"/>
                </a:lnTo>
                <a:lnTo>
                  <a:pt x="24365" y="116"/>
                </a:lnTo>
                <a:lnTo>
                  <a:pt x="24365" y="63"/>
                </a:lnTo>
                <a:lnTo>
                  <a:pt x="24524" y="63"/>
                </a:lnTo>
                <a:moveTo>
                  <a:pt x="24789" y="63"/>
                </a:moveTo>
                <a:lnTo>
                  <a:pt x="24789" y="116"/>
                </a:lnTo>
                <a:lnTo>
                  <a:pt x="24630" y="116"/>
                </a:lnTo>
                <a:lnTo>
                  <a:pt x="24630" y="63"/>
                </a:lnTo>
                <a:lnTo>
                  <a:pt x="24789" y="63"/>
                </a:lnTo>
                <a:moveTo>
                  <a:pt x="25053" y="63"/>
                </a:moveTo>
                <a:lnTo>
                  <a:pt x="25053" y="116"/>
                </a:lnTo>
                <a:lnTo>
                  <a:pt x="24895" y="116"/>
                </a:lnTo>
                <a:lnTo>
                  <a:pt x="24895" y="63"/>
                </a:lnTo>
                <a:lnTo>
                  <a:pt x="25053" y="63"/>
                </a:lnTo>
                <a:moveTo>
                  <a:pt x="25318" y="63"/>
                </a:moveTo>
                <a:lnTo>
                  <a:pt x="25318" y="116"/>
                </a:lnTo>
                <a:lnTo>
                  <a:pt x="25160" y="116"/>
                </a:lnTo>
                <a:lnTo>
                  <a:pt x="25160" y="63"/>
                </a:lnTo>
                <a:lnTo>
                  <a:pt x="25318" y="63"/>
                </a:lnTo>
                <a:moveTo>
                  <a:pt x="25583" y="63"/>
                </a:moveTo>
                <a:lnTo>
                  <a:pt x="25583" y="116"/>
                </a:lnTo>
                <a:lnTo>
                  <a:pt x="25424" y="116"/>
                </a:lnTo>
                <a:lnTo>
                  <a:pt x="25424" y="63"/>
                </a:lnTo>
                <a:lnTo>
                  <a:pt x="25583" y="63"/>
                </a:lnTo>
                <a:moveTo>
                  <a:pt x="25848" y="63"/>
                </a:moveTo>
                <a:lnTo>
                  <a:pt x="25848" y="116"/>
                </a:lnTo>
                <a:lnTo>
                  <a:pt x="25689" y="116"/>
                </a:lnTo>
                <a:lnTo>
                  <a:pt x="25689" y="63"/>
                </a:lnTo>
                <a:lnTo>
                  <a:pt x="25848" y="63"/>
                </a:lnTo>
                <a:moveTo>
                  <a:pt x="26113" y="63"/>
                </a:moveTo>
                <a:lnTo>
                  <a:pt x="26113" y="116"/>
                </a:lnTo>
                <a:lnTo>
                  <a:pt x="25954" y="116"/>
                </a:lnTo>
                <a:lnTo>
                  <a:pt x="25954" y="63"/>
                </a:lnTo>
                <a:lnTo>
                  <a:pt x="26113" y="63"/>
                </a:lnTo>
                <a:moveTo>
                  <a:pt x="26377" y="63"/>
                </a:moveTo>
                <a:lnTo>
                  <a:pt x="26377" y="116"/>
                </a:lnTo>
                <a:lnTo>
                  <a:pt x="26219" y="116"/>
                </a:lnTo>
                <a:lnTo>
                  <a:pt x="26219" y="63"/>
                </a:lnTo>
                <a:lnTo>
                  <a:pt x="26377" y="63"/>
                </a:lnTo>
                <a:moveTo>
                  <a:pt x="26642" y="63"/>
                </a:moveTo>
                <a:lnTo>
                  <a:pt x="26642" y="116"/>
                </a:lnTo>
                <a:lnTo>
                  <a:pt x="26484" y="116"/>
                </a:lnTo>
                <a:lnTo>
                  <a:pt x="26484" y="63"/>
                </a:lnTo>
                <a:lnTo>
                  <a:pt x="26642" y="63"/>
                </a:lnTo>
                <a:moveTo>
                  <a:pt x="26907" y="63"/>
                </a:moveTo>
                <a:lnTo>
                  <a:pt x="26907" y="116"/>
                </a:lnTo>
                <a:lnTo>
                  <a:pt x="26748" y="116"/>
                </a:lnTo>
                <a:lnTo>
                  <a:pt x="26748" y="63"/>
                </a:lnTo>
                <a:lnTo>
                  <a:pt x="26907" y="63"/>
                </a:lnTo>
                <a:moveTo>
                  <a:pt x="27172" y="63"/>
                </a:moveTo>
                <a:lnTo>
                  <a:pt x="27172" y="116"/>
                </a:lnTo>
                <a:lnTo>
                  <a:pt x="27013" y="116"/>
                </a:lnTo>
                <a:lnTo>
                  <a:pt x="27013" y="63"/>
                </a:lnTo>
                <a:lnTo>
                  <a:pt x="27172" y="63"/>
                </a:lnTo>
                <a:moveTo>
                  <a:pt x="27437" y="63"/>
                </a:moveTo>
                <a:lnTo>
                  <a:pt x="27437" y="116"/>
                </a:lnTo>
                <a:lnTo>
                  <a:pt x="27278" y="116"/>
                </a:lnTo>
                <a:lnTo>
                  <a:pt x="27278" y="63"/>
                </a:lnTo>
                <a:lnTo>
                  <a:pt x="27437" y="63"/>
                </a:lnTo>
                <a:moveTo>
                  <a:pt x="27702" y="63"/>
                </a:moveTo>
                <a:lnTo>
                  <a:pt x="27702" y="116"/>
                </a:lnTo>
                <a:lnTo>
                  <a:pt x="27543" y="116"/>
                </a:lnTo>
                <a:lnTo>
                  <a:pt x="27543" y="63"/>
                </a:lnTo>
                <a:lnTo>
                  <a:pt x="27702" y="63"/>
                </a:lnTo>
                <a:moveTo>
                  <a:pt x="27966" y="63"/>
                </a:moveTo>
                <a:lnTo>
                  <a:pt x="27966" y="116"/>
                </a:lnTo>
                <a:lnTo>
                  <a:pt x="27808" y="116"/>
                </a:lnTo>
                <a:lnTo>
                  <a:pt x="27808" y="63"/>
                </a:lnTo>
                <a:lnTo>
                  <a:pt x="27966" y="63"/>
                </a:lnTo>
                <a:moveTo>
                  <a:pt x="28231" y="63"/>
                </a:moveTo>
                <a:lnTo>
                  <a:pt x="28231" y="116"/>
                </a:lnTo>
                <a:lnTo>
                  <a:pt x="28072" y="116"/>
                </a:lnTo>
                <a:lnTo>
                  <a:pt x="28072" y="63"/>
                </a:lnTo>
                <a:lnTo>
                  <a:pt x="28231" y="63"/>
                </a:lnTo>
                <a:moveTo>
                  <a:pt x="28496" y="63"/>
                </a:moveTo>
                <a:lnTo>
                  <a:pt x="28496" y="116"/>
                </a:lnTo>
                <a:lnTo>
                  <a:pt x="28337" y="116"/>
                </a:lnTo>
                <a:lnTo>
                  <a:pt x="28337" y="63"/>
                </a:lnTo>
                <a:lnTo>
                  <a:pt x="28496" y="63"/>
                </a:lnTo>
                <a:moveTo>
                  <a:pt x="28761" y="63"/>
                </a:moveTo>
                <a:lnTo>
                  <a:pt x="28761" y="116"/>
                </a:lnTo>
                <a:lnTo>
                  <a:pt x="28602" y="116"/>
                </a:lnTo>
                <a:lnTo>
                  <a:pt x="28602" y="63"/>
                </a:lnTo>
                <a:lnTo>
                  <a:pt x="28761" y="63"/>
                </a:lnTo>
                <a:moveTo>
                  <a:pt x="29026" y="63"/>
                </a:moveTo>
                <a:lnTo>
                  <a:pt x="29026" y="116"/>
                </a:lnTo>
                <a:lnTo>
                  <a:pt x="28867" y="116"/>
                </a:lnTo>
                <a:lnTo>
                  <a:pt x="28867" y="63"/>
                </a:lnTo>
                <a:lnTo>
                  <a:pt x="29026" y="63"/>
                </a:lnTo>
                <a:moveTo>
                  <a:pt x="29290" y="63"/>
                </a:moveTo>
                <a:lnTo>
                  <a:pt x="29290" y="116"/>
                </a:lnTo>
                <a:lnTo>
                  <a:pt x="29132" y="116"/>
                </a:lnTo>
                <a:lnTo>
                  <a:pt x="29132" y="63"/>
                </a:lnTo>
                <a:lnTo>
                  <a:pt x="29290" y="63"/>
                </a:lnTo>
                <a:moveTo>
                  <a:pt x="29555" y="63"/>
                </a:moveTo>
                <a:lnTo>
                  <a:pt x="29555" y="116"/>
                </a:lnTo>
                <a:lnTo>
                  <a:pt x="29396" y="116"/>
                </a:lnTo>
                <a:lnTo>
                  <a:pt x="29396" y="63"/>
                </a:lnTo>
                <a:lnTo>
                  <a:pt x="29555" y="63"/>
                </a:lnTo>
                <a:moveTo>
                  <a:pt x="29817" y="63"/>
                </a:moveTo>
                <a:cubicBezTo>
                  <a:pt x="29818" y="63"/>
                  <a:pt x="29819" y="63"/>
                  <a:pt x="29820" y="63"/>
                </a:cubicBezTo>
                <a:lnTo>
                  <a:pt x="29820" y="116"/>
                </a:lnTo>
                <a:cubicBezTo>
                  <a:pt x="29819" y="116"/>
                  <a:pt x="29818" y="116"/>
                  <a:pt x="29817" y="116"/>
                </a:cubicBezTo>
                <a:lnTo>
                  <a:pt x="29661" y="116"/>
                </a:lnTo>
                <a:lnTo>
                  <a:pt x="29661" y="63"/>
                </a:lnTo>
                <a:lnTo>
                  <a:pt x="29817" y="63"/>
                </a:lnTo>
                <a:moveTo>
                  <a:pt x="29967" y="0"/>
                </a:moveTo>
                <a:lnTo>
                  <a:pt x="30005" y="39"/>
                </a:lnTo>
                <a:cubicBezTo>
                  <a:pt x="29984" y="59"/>
                  <a:pt x="29960" y="76"/>
                  <a:pt x="29934" y="89"/>
                </a:cubicBezTo>
                <a:lnTo>
                  <a:pt x="29911" y="41"/>
                </a:lnTo>
                <a:cubicBezTo>
                  <a:pt x="29932" y="31"/>
                  <a:pt x="29951" y="18"/>
                  <a:pt x="29967" y="0"/>
                </a:cubicBez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11483640" y="4844520"/>
            <a:ext cx="41760" cy="604800"/>
          </a:xfrm>
          <a:custGeom>
            <a:avLst/>
            <a:gdLst/>
            <a:ahLst/>
            <a:rect l="0" t="0" r="r" b="b"/>
            <a:pathLst>
              <a:path w="116" h="1680">
                <a:moveTo>
                  <a:pt x="0" y="1642"/>
                </a:moveTo>
                <a:cubicBezTo>
                  <a:pt x="18" y="1625"/>
                  <a:pt x="32" y="1605"/>
                  <a:pt x="42" y="1583"/>
                </a:cubicBezTo>
                <a:lnTo>
                  <a:pt x="91" y="1605"/>
                </a:lnTo>
                <a:cubicBezTo>
                  <a:pt x="77" y="1633"/>
                  <a:pt x="59" y="1658"/>
                  <a:pt x="38" y="1680"/>
                </a:cubicBezTo>
                <a:lnTo>
                  <a:pt x="0" y="1642"/>
                </a:lnTo>
                <a:moveTo>
                  <a:pt x="62" y="1332"/>
                </a:moveTo>
                <a:lnTo>
                  <a:pt x="116" y="1332"/>
                </a:lnTo>
                <a:lnTo>
                  <a:pt x="116" y="1491"/>
                </a:lnTo>
                <a:lnTo>
                  <a:pt x="62" y="1491"/>
                </a:lnTo>
                <a:lnTo>
                  <a:pt x="62" y="1332"/>
                </a:lnTo>
                <a:moveTo>
                  <a:pt x="62" y="1067"/>
                </a:moveTo>
                <a:lnTo>
                  <a:pt x="116" y="1067"/>
                </a:lnTo>
                <a:lnTo>
                  <a:pt x="116" y="1226"/>
                </a:lnTo>
                <a:lnTo>
                  <a:pt x="62" y="1226"/>
                </a:lnTo>
                <a:lnTo>
                  <a:pt x="62" y="1067"/>
                </a:lnTo>
                <a:moveTo>
                  <a:pt x="62" y="801"/>
                </a:moveTo>
                <a:lnTo>
                  <a:pt x="116" y="801"/>
                </a:lnTo>
                <a:lnTo>
                  <a:pt x="116" y="961"/>
                </a:lnTo>
                <a:lnTo>
                  <a:pt x="62" y="961"/>
                </a:lnTo>
                <a:lnTo>
                  <a:pt x="62" y="801"/>
                </a:lnTo>
                <a:moveTo>
                  <a:pt x="62" y="537"/>
                </a:moveTo>
                <a:lnTo>
                  <a:pt x="116" y="537"/>
                </a:lnTo>
                <a:lnTo>
                  <a:pt x="116" y="695"/>
                </a:lnTo>
                <a:lnTo>
                  <a:pt x="62" y="695"/>
                </a:lnTo>
                <a:lnTo>
                  <a:pt x="62" y="537"/>
                </a:lnTo>
                <a:moveTo>
                  <a:pt x="62" y="272"/>
                </a:moveTo>
                <a:lnTo>
                  <a:pt x="116" y="272"/>
                </a:lnTo>
                <a:lnTo>
                  <a:pt x="116" y="431"/>
                </a:lnTo>
                <a:lnTo>
                  <a:pt x="62" y="431"/>
                </a:lnTo>
                <a:lnTo>
                  <a:pt x="62" y="272"/>
                </a:lnTo>
                <a:moveTo>
                  <a:pt x="62" y="89"/>
                </a:moveTo>
                <a:cubicBezTo>
                  <a:pt x="62" y="64"/>
                  <a:pt x="58" y="41"/>
                  <a:pt x="50" y="17"/>
                </a:cubicBezTo>
                <a:lnTo>
                  <a:pt x="100" y="0"/>
                </a:lnTo>
                <a:cubicBezTo>
                  <a:pt x="111" y="28"/>
                  <a:pt x="116" y="58"/>
                  <a:pt x="116" y="89"/>
                </a:cubicBezTo>
                <a:lnTo>
                  <a:pt x="116" y="166"/>
                </a:lnTo>
                <a:lnTo>
                  <a:pt x="62" y="166"/>
                </a:lnTo>
                <a:lnTo>
                  <a:pt x="62" y="89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655200" y="4770000"/>
            <a:ext cx="10881720" cy="718560"/>
          </a:xfrm>
          <a:custGeom>
            <a:avLst/>
            <a:gdLst/>
            <a:ahLst/>
            <a:rect l="0" t="0" r="r" b="b"/>
            <a:pathLst>
              <a:path w="30227" h="1996">
                <a:moveTo>
                  <a:pt x="561" y="0"/>
                </a:moveTo>
                <a:lnTo>
                  <a:pt x="720" y="0"/>
                </a:lnTo>
                <a:lnTo>
                  <a:pt x="720" y="116"/>
                </a:lnTo>
                <a:lnTo>
                  <a:pt x="561" y="116"/>
                </a:lnTo>
                <a:lnTo>
                  <a:pt x="561" y="0"/>
                </a:lnTo>
                <a:moveTo>
                  <a:pt x="826" y="0"/>
                </a:moveTo>
                <a:lnTo>
                  <a:pt x="985" y="0"/>
                </a:lnTo>
                <a:lnTo>
                  <a:pt x="985" y="116"/>
                </a:lnTo>
                <a:lnTo>
                  <a:pt x="826" y="116"/>
                </a:lnTo>
                <a:lnTo>
                  <a:pt x="826" y="0"/>
                </a:lnTo>
                <a:moveTo>
                  <a:pt x="1091" y="0"/>
                </a:moveTo>
                <a:lnTo>
                  <a:pt x="1249" y="0"/>
                </a:lnTo>
                <a:lnTo>
                  <a:pt x="1249" y="116"/>
                </a:lnTo>
                <a:lnTo>
                  <a:pt x="1091" y="116"/>
                </a:lnTo>
                <a:lnTo>
                  <a:pt x="1091" y="0"/>
                </a:lnTo>
                <a:moveTo>
                  <a:pt x="1355" y="0"/>
                </a:moveTo>
                <a:lnTo>
                  <a:pt x="1514" y="0"/>
                </a:lnTo>
                <a:lnTo>
                  <a:pt x="1514" y="116"/>
                </a:lnTo>
                <a:lnTo>
                  <a:pt x="1355" y="116"/>
                </a:lnTo>
                <a:lnTo>
                  <a:pt x="1355" y="0"/>
                </a:lnTo>
                <a:moveTo>
                  <a:pt x="1620" y="0"/>
                </a:moveTo>
                <a:lnTo>
                  <a:pt x="1779" y="0"/>
                </a:lnTo>
                <a:lnTo>
                  <a:pt x="1779" y="116"/>
                </a:lnTo>
                <a:lnTo>
                  <a:pt x="1620" y="116"/>
                </a:lnTo>
                <a:lnTo>
                  <a:pt x="1620" y="0"/>
                </a:lnTo>
                <a:moveTo>
                  <a:pt x="1885" y="0"/>
                </a:moveTo>
                <a:lnTo>
                  <a:pt x="2044" y="0"/>
                </a:lnTo>
                <a:lnTo>
                  <a:pt x="2044" y="116"/>
                </a:lnTo>
                <a:lnTo>
                  <a:pt x="1885" y="116"/>
                </a:lnTo>
                <a:lnTo>
                  <a:pt x="1885" y="0"/>
                </a:lnTo>
                <a:moveTo>
                  <a:pt x="2150" y="0"/>
                </a:moveTo>
                <a:lnTo>
                  <a:pt x="2309" y="0"/>
                </a:lnTo>
                <a:lnTo>
                  <a:pt x="2309" y="116"/>
                </a:lnTo>
                <a:lnTo>
                  <a:pt x="2150" y="116"/>
                </a:lnTo>
                <a:lnTo>
                  <a:pt x="2150" y="0"/>
                </a:lnTo>
                <a:moveTo>
                  <a:pt x="2415" y="0"/>
                </a:moveTo>
                <a:lnTo>
                  <a:pt x="2573" y="0"/>
                </a:lnTo>
                <a:lnTo>
                  <a:pt x="2573" y="116"/>
                </a:lnTo>
                <a:lnTo>
                  <a:pt x="2415" y="116"/>
                </a:lnTo>
                <a:lnTo>
                  <a:pt x="2415" y="0"/>
                </a:lnTo>
                <a:moveTo>
                  <a:pt x="2679" y="0"/>
                </a:moveTo>
                <a:lnTo>
                  <a:pt x="2838" y="0"/>
                </a:lnTo>
                <a:lnTo>
                  <a:pt x="2838" y="116"/>
                </a:lnTo>
                <a:lnTo>
                  <a:pt x="2679" y="116"/>
                </a:lnTo>
                <a:lnTo>
                  <a:pt x="2679" y="0"/>
                </a:lnTo>
                <a:moveTo>
                  <a:pt x="2944" y="0"/>
                </a:moveTo>
                <a:lnTo>
                  <a:pt x="3103" y="0"/>
                </a:lnTo>
                <a:lnTo>
                  <a:pt x="3103" y="116"/>
                </a:lnTo>
                <a:lnTo>
                  <a:pt x="2944" y="116"/>
                </a:lnTo>
                <a:lnTo>
                  <a:pt x="2944" y="0"/>
                </a:lnTo>
                <a:moveTo>
                  <a:pt x="3209" y="0"/>
                </a:moveTo>
                <a:lnTo>
                  <a:pt x="3368" y="0"/>
                </a:lnTo>
                <a:lnTo>
                  <a:pt x="3368" y="116"/>
                </a:lnTo>
                <a:lnTo>
                  <a:pt x="3209" y="116"/>
                </a:lnTo>
                <a:lnTo>
                  <a:pt x="3209" y="0"/>
                </a:lnTo>
                <a:moveTo>
                  <a:pt x="3474" y="0"/>
                </a:moveTo>
                <a:lnTo>
                  <a:pt x="3633" y="0"/>
                </a:lnTo>
                <a:lnTo>
                  <a:pt x="3633" y="116"/>
                </a:lnTo>
                <a:lnTo>
                  <a:pt x="3474" y="116"/>
                </a:lnTo>
                <a:lnTo>
                  <a:pt x="3474" y="0"/>
                </a:lnTo>
                <a:moveTo>
                  <a:pt x="3739" y="0"/>
                </a:moveTo>
                <a:lnTo>
                  <a:pt x="3897" y="0"/>
                </a:lnTo>
                <a:lnTo>
                  <a:pt x="3897" y="116"/>
                </a:lnTo>
                <a:lnTo>
                  <a:pt x="3739" y="116"/>
                </a:lnTo>
                <a:lnTo>
                  <a:pt x="3739" y="0"/>
                </a:lnTo>
                <a:moveTo>
                  <a:pt x="4003" y="0"/>
                </a:moveTo>
                <a:lnTo>
                  <a:pt x="4162" y="0"/>
                </a:lnTo>
                <a:lnTo>
                  <a:pt x="4162" y="116"/>
                </a:lnTo>
                <a:lnTo>
                  <a:pt x="4003" y="116"/>
                </a:lnTo>
                <a:lnTo>
                  <a:pt x="4003" y="0"/>
                </a:lnTo>
                <a:moveTo>
                  <a:pt x="4268" y="0"/>
                </a:moveTo>
                <a:lnTo>
                  <a:pt x="4427" y="0"/>
                </a:lnTo>
                <a:lnTo>
                  <a:pt x="4427" y="116"/>
                </a:lnTo>
                <a:lnTo>
                  <a:pt x="4268" y="116"/>
                </a:lnTo>
                <a:lnTo>
                  <a:pt x="4268" y="0"/>
                </a:lnTo>
                <a:moveTo>
                  <a:pt x="4533" y="0"/>
                </a:moveTo>
                <a:lnTo>
                  <a:pt x="4692" y="0"/>
                </a:lnTo>
                <a:lnTo>
                  <a:pt x="4692" y="116"/>
                </a:lnTo>
                <a:lnTo>
                  <a:pt x="4533" y="116"/>
                </a:lnTo>
                <a:lnTo>
                  <a:pt x="4533" y="0"/>
                </a:lnTo>
                <a:moveTo>
                  <a:pt x="4798" y="0"/>
                </a:moveTo>
                <a:lnTo>
                  <a:pt x="4957" y="0"/>
                </a:lnTo>
                <a:lnTo>
                  <a:pt x="4957" y="116"/>
                </a:lnTo>
                <a:lnTo>
                  <a:pt x="4798" y="116"/>
                </a:lnTo>
                <a:lnTo>
                  <a:pt x="4798" y="0"/>
                </a:lnTo>
                <a:moveTo>
                  <a:pt x="5063" y="0"/>
                </a:moveTo>
                <a:lnTo>
                  <a:pt x="5221" y="0"/>
                </a:lnTo>
                <a:lnTo>
                  <a:pt x="5221" y="116"/>
                </a:lnTo>
                <a:lnTo>
                  <a:pt x="5063" y="116"/>
                </a:lnTo>
                <a:lnTo>
                  <a:pt x="5063" y="0"/>
                </a:lnTo>
                <a:moveTo>
                  <a:pt x="5327" y="0"/>
                </a:moveTo>
                <a:lnTo>
                  <a:pt x="5486" y="0"/>
                </a:lnTo>
                <a:lnTo>
                  <a:pt x="5486" y="116"/>
                </a:lnTo>
                <a:lnTo>
                  <a:pt x="5327" y="116"/>
                </a:lnTo>
                <a:lnTo>
                  <a:pt x="5327" y="0"/>
                </a:lnTo>
                <a:moveTo>
                  <a:pt x="5592" y="0"/>
                </a:moveTo>
                <a:lnTo>
                  <a:pt x="5751" y="0"/>
                </a:lnTo>
                <a:lnTo>
                  <a:pt x="5751" y="116"/>
                </a:lnTo>
                <a:lnTo>
                  <a:pt x="5592" y="116"/>
                </a:lnTo>
                <a:lnTo>
                  <a:pt x="5592" y="0"/>
                </a:lnTo>
                <a:moveTo>
                  <a:pt x="5857" y="0"/>
                </a:moveTo>
                <a:lnTo>
                  <a:pt x="6016" y="0"/>
                </a:lnTo>
                <a:lnTo>
                  <a:pt x="6016" y="116"/>
                </a:lnTo>
                <a:lnTo>
                  <a:pt x="5857" y="116"/>
                </a:lnTo>
                <a:lnTo>
                  <a:pt x="5857" y="0"/>
                </a:lnTo>
                <a:moveTo>
                  <a:pt x="6122" y="0"/>
                </a:moveTo>
                <a:lnTo>
                  <a:pt x="6281" y="0"/>
                </a:lnTo>
                <a:lnTo>
                  <a:pt x="6281" y="116"/>
                </a:lnTo>
                <a:lnTo>
                  <a:pt x="6122" y="116"/>
                </a:lnTo>
                <a:lnTo>
                  <a:pt x="6122" y="0"/>
                </a:lnTo>
                <a:moveTo>
                  <a:pt x="6387" y="0"/>
                </a:moveTo>
                <a:lnTo>
                  <a:pt x="6545" y="0"/>
                </a:lnTo>
                <a:lnTo>
                  <a:pt x="6545" y="116"/>
                </a:lnTo>
                <a:lnTo>
                  <a:pt x="6387" y="116"/>
                </a:lnTo>
                <a:lnTo>
                  <a:pt x="6387" y="0"/>
                </a:lnTo>
                <a:moveTo>
                  <a:pt x="6651" y="0"/>
                </a:moveTo>
                <a:lnTo>
                  <a:pt x="6810" y="0"/>
                </a:lnTo>
                <a:lnTo>
                  <a:pt x="6810" y="116"/>
                </a:lnTo>
                <a:lnTo>
                  <a:pt x="6651" y="116"/>
                </a:lnTo>
                <a:lnTo>
                  <a:pt x="6651" y="0"/>
                </a:lnTo>
                <a:moveTo>
                  <a:pt x="6916" y="0"/>
                </a:moveTo>
                <a:lnTo>
                  <a:pt x="7075" y="0"/>
                </a:lnTo>
                <a:lnTo>
                  <a:pt x="7075" y="116"/>
                </a:lnTo>
                <a:lnTo>
                  <a:pt x="6916" y="116"/>
                </a:lnTo>
                <a:lnTo>
                  <a:pt x="6916" y="0"/>
                </a:lnTo>
                <a:moveTo>
                  <a:pt x="7181" y="0"/>
                </a:moveTo>
                <a:lnTo>
                  <a:pt x="7340" y="0"/>
                </a:lnTo>
                <a:lnTo>
                  <a:pt x="7340" y="116"/>
                </a:lnTo>
                <a:lnTo>
                  <a:pt x="7181" y="116"/>
                </a:lnTo>
                <a:lnTo>
                  <a:pt x="7181" y="0"/>
                </a:lnTo>
                <a:moveTo>
                  <a:pt x="7446" y="0"/>
                </a:moveTo>
                <a:lnTo>
                  <a:pt x="7605" y="0"/>
                </a:lnTo>
                <a:lnTo>
                  <a:pt x="7605" y="116"/>
                </a:lnTo>
                <a:lnTo>
                  <a:pt x="7446" y="116"/>
                </a:lnTo>
                <a:lnTo>
                  <a:pt x="7446" y="0"/>
                </a:lnTo>
                <a:moveTo>
                  <a:pt x="7711" y="0"/>
                </a:moveTo>
                <a:lnTo>
                  <a:pt x="7869" y="0"/>
                </a:lnTo>
                <a:lnTo>
                  <a:pt x="7869" y="116"/>
                </a:lnTo>
                <a:lnTo>
                  <a:pt x="7711" y="116"/>
                </a:lnTo>
                <a:lnTo>
                  <a:pt x="7711" y="0"/>
                </a:lnTo>
                <a:moveTo>
                  <a:pt x="7975" y="0"/>
                </a:moveTo>
                <a:lnTo>
                  <a:pt x="8134" y="0"/>
                </a:lnTo>
                <a:lnTo>
                  <a:pt x="8134" y="116"/>
                </a:lnTo>
                <a:lnTo>
                  <a:pt x="7975" y="116"/>
                </a:lnTo>
                <a:lnTo>
                  <a:pt x="7975" y="0"/>
                </a:lnTo>
                <a:moveTo>
                  <a:pt x="8240" y="0"/>
                </a:moveTo>
                <a:lnTo>
                  <a:pt x="8399" y="0"/>
                </a:lnTo>
                <a:lnTo>
                  <a:pt x="8399" y="116"/>
                </a:lnTo>
                <a:lnTo>
                  <a:pt x="8240" y="116"/>
                </a:lnTo>
                <a:lnTo>
                  <a:pt x="8240" y="0"/>
                </a:lnTo>
                <a:moveTo>
                  <a:pt x="8505" y="0"/>
                </a:moveTo>
                <a:lnTo>
                  <a:pt x="8664" y="0"/>
                </a:lnTo>
                <a:lnTo>
                  <a:pt x="8664" y="116"/>
                </a:lnTo>
                <a:lnTo>
                  <a:pt x="8505" y="116"/>
                </a:lnTo>
                <a:lnTo>
                  <a:pt x="8505" y="0"/>
                </a:lnTo>
                <a:moveTo>
                  <a:pt x="8770" y="0"/>
                </a:moveTo>
                <a:lnTo>
                  <a:pt x="8929" y="0"/>
                </a:lnTo>
                <a:lnTo>
                  <a:pt x="8929" y="116"/>
                </a:lnTo>
                <a:lnTo>
                  <a:pt x="8770" y="116"/>
                </a:lnTo>
                <a:lnTo>
                  <a:pt x="8770" y="0"/>
                </a:lnTo>
                <a:moveTo>
                  <a:pt x="9035" y="0"/>
                </a:moveTo>
                <a:lnTo>
                  <a:pt x="9193" y="0"/>
                </a:lnTo>
                <a:lnTo>
                  <a:pt x="9193" y="116"/>
                </a:lnTo>
                <a:lnTo>
                  <a:pt x="9035" y="116"/>
                </a:lnTo>
                <a:lnTo>
                  <a:pt x="9035" y="0"/>
                </a:lnTo>
                <a:moveTo>
                  <a:pt x="9299" y="0"/>
                </a:moveTo>
                <a:lnTo>
                  <a:pt x="9458" y="0"/>
                </a:lnTo>
                <a:lnTo>
                  <a:pt x="9458" y="116"/>
                </a:lnTo>
                <a:lnTo>
                  <a:pt x="9299" y="116"/>
                </a:lnTo>
                <a:lnTo>
                  <a:pt x="9299" y="0"/>
                </a:lnTo>
                <a:moveTo>
                  <a:pt x="9564" y="0"/>
                </a:moveTo>
                <a:lnTo>
                  <a:pt x="9723" y="0"/>
                </a:lnTo>
                <a:lnTo>
                  <a:pt x="9723" y="116"/>
                </a:lnTo>
                <a:lnTo>
                  <a:pt x="9564" y="116"/>
                </a:lnTo>
                <a:lnTo>
                  <a:pt x="9564" y="0"/>
                </a:lnTo>
                <a:moveTo>
                  <a:pt x="9829" y="0"/>
                </a:moveTo>
                <a:lnTo>
                  <a:pt x="9988" y="0"/>
                </a:lnTo>
                <a:lnTo>
                  <a:pt x="9988" y="116"/>
                </a:lnTo>
                <a:lnTo>
                  <a:pt x="9829" y="116"/>
                </a:lnTo>
                <a:lnTo>
                  <a:pt x="9829" y="0"/>
                </a:lnTo>
                <a:moveTo>
                  <a:pt x="10094" y="0"/>
                </a:moveTo>
                <a:lnTo>
                  <a:pt x="10253" y="0"/>
                </a:lnTo>
                <a:lnTo>
                  <a:pt x="10253" y="116"/>
                </a:lnTo>
                <a:lnTo>
                  <a:pt x="10094" y="116"/>
                </a:lnTo>
                <a:lnTo>
                  <a:pt x="10094" y="0"/>
                </a:lnTo>
                <a:moveTo>
                  <a:pt x="10359" y="0"/>
                </a:moveTo>
                <a:lnTo>
                  <a:pt x="10517" y="0"/>
                </a:lnTo>
                <a:lnTo>
                  <a:pt x="10517" y="116"/>
                </a:lnTo>
                <a:lnTo>
                  <a:pt x="10359" y="116"/>
                </a:lnTo>
                <a:lnTo>
                  <a:pt x="10359" y="0"/>
                </a:lnTo>
                <a:moveTo>
                  <a:pt x="10624" y="0"/>
                </a:moveTo>
                <a:lnTo>
                  <a:pt x="10782" y="0"/>
                </a:lnTo>
                <a:lnTo>
                  <a:pt x="10782" y="116"/>
                </a:lnTo>
                <a:lnTo>
                  <a:pt x="10624" y="116"/>
                </a:lnTo>
                <a:lnTo>
                  <a:pt x="10624" y="0"/>
                </a:lnTo>
                <a:moveTo>
                  <a:pt x="10888" y="0"/>
                </a:moveTo>
                <a:lnTo>
                  <a:pt x="11047" y="0"/>
                </a:lnTo>
                <a:lnTo>
                  <a:pt x="11047" y="116"/>
                </a:lnTo>
                <a:lnTo>
                  <a:pt x="10888" y="116"/>
                </a:lnTo>
                <a:lnTo>
                  <a:pt x="10888" y="0"/>
                </a:lnTo>
                <a:moveTo>
                  <a:pt x="11153" y="0"/>
                </a:moveTo>
                <a:lnTo>
                  <a:pt x="11312" y="0"/>
                </a:lnTo>
                <a:lnTo>
                  <a:pt x="11312" y="116"/>
                </a:lnTo>
                <a:lnTo>
                  <a:pt x="11153" y="116"/>
                </a:lnTo>
                <a:lnTo>
                  <a:pt x="11153" y="0"/>
                </a:lnTo>
                <a:moveTo>
                  <a:pt x="11418" y="0"/>
                </a:moveTo>
                <a:lnTo>
                  <a:pt x="11577" y="0"/>
                </a:lnTo>
                <a:lnTo>
                  <a:pt x="11577" y="116"/>
                </a:lnTo>
                <a:lnTo>
                  <a:pt x="11418" y="116"/>
                </a:lnTo>
                <a:lnTo>
                  <a:pt x="11418" y="0"/>
                </a:lnTo>
                <a:moveTo>
                  <a:pt x="11683" y="0"/>
                </a:moveTo>
                <a:lnTo>
                  <a:pt x="11841" y="0"/>
                </a:lnTo>
                <a:lnTo>
                  <a:pt x="11841" y="116"/>
                </a:lnTo>
                <a:lnTo>
                  <a:pt x="11683" y="116"/>
                </a:lnTo>
                <a:lnTo>
                  <a:pt x="11683" y="0"/>
                </a:lnTo>
                <a:moveTo>
                  <a:pt x="11948" y="0"/>
                </a:moveTo>
                <a:lnTo>
                  <a:pt x="12106" y="0"/>
                </a:lnTo>
                <a:lnTo>
                  <a:pt x="12106" y="116"/>
                </a:lnTo>
                <a:lnTo>
                  <a:pt x="11948" y="116"/>
                </a:lnTo>
                <a:lnTo>
                  <a:pt x="11948" y="0"/>
                </a:lnTo>
                <a:moveTo>
                  <a:pt x="12212" y="0"/>
                </a:moveTo>
                <a:lnTo>
                  <a:pt x="12371" y="0"/>
                </a:lnTo>
                <a:lnTo>
                  <a:pt x="12371" y="116"/>
                </a:lnTo>
                <a:lnTo>
                  <a:pt x="12212" y="116"/>
                </a:lnTo>
                <a:lnTo>
                  <a:pt x="12212" y="0"/>
                </a:lnTo>
                <a:moveTo>
                  <a:pt x="12477" y="0"/>
                </a:moveTo>
                <a:lnTo>
                  <a:pt x="12636" y="0"/>
                </a:lnTo>
                <a:lnTo>
                  <a:pt x="12636" y="116"/>
                </a:lnTo>
                <a:lnTo>
                  <a:pt x="12477" y="116"/>
                </a:lnTo>
                <a:lnTo>
                  <a:pt x="12477" y="0"/>
                </a:lnTo>
                <a:moveTo>
                  <a:pt x="12742" y="0"/>
                </a:moveTo>
                <a:lnTo>
                  <a:pt x="12901" y="0"/>
                </a:lnTo>
                <a:lnTo>
                  <a:pt x="12901" y="116"/>
                </a:lnTo>
                <a:lnTo>
                  <a:pt x="12742" y="116"/>
                </a:lnTo>
                <a:lnTo>
                  <a:pt x="12742" y="0"/>
                </a:lnTo>
                <a:moveTo>
                  <a:pt x="13007" y="0"/>
                </a:moveTo>
                <a:lnTo>
                  <a:pt x="13165" y="0"/>
                </a:lnTo>
                <a:lnTo>
                  <a:pt x="13165" y="116"/>
                </a:lnTo>
                <a:lnTo>
                  <a:pt x="13007" y="116"/>
                </a:lnTo>
                <a:lnTo>
                  <a:pt x="13007" y="0"/>
                </a:lnTo>
                <a:moveTo>
                  <a:pt x="13272" y="0"/>
                </a:moveTo>
                <a:lnTo>
                  <a:pt x="13431" y="0"/>
                </a:lnTo>
                <a:lnTo>
                  <a:pt x="13431" y="116"/>
                </a:lnTo>
                <a:lnTo>
                  <a:pt x="13272" y="116"/>
                </a:lnTo>
                <a:lnTo>
                  <a:pt x="13272" y="0"/>
                </a:lnTo>
                <a:moveTo>
                  <a:pt x="13537" y="0"/>
                </a:moveTo>
                <a:lnTo>
                  <a:pt x="13696" y="0"/>
                </a:lnTo>
                <a:lnTo>
                  <a:pt x="13696" y="116"/>
                </a:lnTo>
                <a:lnTo>
                  <a:pt x="13537" y="116"/>
                </a:lnTo>
                <a:lnTo>
                  <a:pt x="13537" y="0"/>
                </a:lnTo>
                <a:moveTo>
                  <a:pt x="13802" y="0"/>
                </a:moveTo>
                <a:lnTo>
                  <a:pt x="13961" y="0"/>
                </a:lnTo>
                <a:lnTo>
                  <a:pt x="13961" y="116"/>
                </a:lnTo>
                <a:lnTo>
                  <a:pt x="13802" y="116"/>
                </a:lnTo>
                <a:lnTo>
                  <a:pt x="13802" y="0"/>
                </a:lnTo>
                <a:moveTo>
                  <a:pt x="14067" y="0"/>
                </a:moveTo>
                <a:lnTo>
                  <a:pt x="14226" y="0"/>
                </a:lnTo>
                <a:lnTo>
                  <a:pt x="14226" y="116"/>
                </a:lnTo>
                <a:lnTo>
                  <a:pt x="14067" y="116"/>
                </a:lnTo>
                <a:lnTo>
                  <a:pt x="14067" y="0"/>
                </a:lnTo>
                <a:moveTo>
                  <a:pt x="14332" y="0"/>
                </a:moveTo>
                <a:lnTo>
                  <a:pt x="14491" y="0"/>
                </a:lnTo>
                <a:lnTo>
                  <a:pt x="14491" y="116"/>
                </a:lnTo>
                <a:lnTo>
                  <a:pt x="14332" y="116"/>
                </a:lnTo>
                <a:lnTo>
                  <a:pt x="14332" y="0"/>
                </a:lnTo>
                <a:moveTo>
                  <a:pt x="14597" y="0"/>
                </a:moveTo>
                <a:lnTo>
                  <a:pt x="14755" y="0"/>
                </a:lnTo>
                <a:lnTo>
                  <a:pt x="14755" y="116"/>
                </a:lnTo>
                <a:lnTo>
                  <a:pt x="14597" y="116"/>
                </a:lnTo>
                <a:lnTo>
                  <a:pt x="14597" y="0"/>
                </a:lnTo>
                <a:moveTo>
                  <a:pt x="14861" y="0"/>
                </a:moveTo>
                <a:lnTo>
                  <a:pt x="15020" y="0"/>
                </a:lnTo>
                <a:lnTo>
                  <a:pt x="15020" y="116"/>
                </a:lnTo>
                <a:lnTo>
                  <a:pt x="14861" y="116"/>
                </a:lnTo>
                <a:lnTo>
                  <a:pt x="14861" y="0"/>
                </a:lnTo>
                <a:moveTo>
                  <a:pt x="15126" y="0"/>
                </a:moveTo>
                <a:lnTo>
                  <a:pt x="15285" y="0"/>
                </a:lnTo>
                <a:lnTo>
                  <a:pt x="15285" y="116"/>
                </a:lnTo>
                <a:lnTo>
                  <a:pt x="15126" y="116"/>
                </a:lnTo>
                <a:lnTo>
                  <a:pt x="15126" y="0"/>
                </a:lnTo>
                <a:moveTo>
                  <a:pt x="15391" y="0"/>
                </a:moveTo>
                <a:lnTo>
                  <a:pt x="15550" y="0"/>
                </a:lnTo>
                <a:lnTo>
                  <a:pt x="15550" y="116"/>
                </a:lnTo>
                <a:lnTo>
                  <a:pt x="15391" y="116"/>
                </a:lnTo>
                <a:lnTo>
                  <a:pt x="15391" y="0"/>
                </a:lnTo>
                <a:moveTo>
                  <a:pt x="15656" y="0"/>
                </a:moveTo>
                <a:lnTo>
                  <a:pt x="15815" y="0"/>
                </a:lnTo>
                <a:lnTo>
                  <a:pt x="15815" y="116"/>
                </a:lnTo>
                <a:lnTo>
                  <a:pt x="15656" y="116"/>
                </a:lnTo>
                <a:lnTo>
                  <a:pt x="15656" y="0"/>
                </a:lnTo>
                <a:moveTo>
                  <a:pt x="15921" y="0"/>
                </a:moveTo>
                <a:lnTo>
                  <a:pt x="16079" y="0"/>
                </a:lnTo>
                <a:lnTo>
                  <a:pt x="16079" y="116"/>
                </a:lnTo>
                <a:lnTo>
                  <a:pt x="15921" y="116"/>
                </a:lnTo>
                <a:lnTo>
                  <a:pt x="15921" y="0"/>
                </a:lnTo>
                <a:moveTo>
                  <a:pt x="16185" y="0"/>
                </a:moveTo>
                <a:lnTo>
                  <a:pt x="16344" y="0"/>
                </a:lnTo>
                <a:lnTo>
                  <a:pt x="16344" y="116"/>
                </a:lnTo>
                <a:lnTo>
                  <a:pt x="16185" y="116"/>
                </a:lnTo>
                <a:lnTo>
                  <a:pt x="16185" y="0"/>
                </a:lnTo>
                <a:moveTo>
                  <a:pt x="16450" y="0"/>
                </a:moveTo>
                <a:lnTo>
                  <a:pt x="16609" y="0"/>
                </a:lnTo>
                <a:lnTo>
                  <a:pt x="16609" y="116"/>
                </a:lnTo>
                <a:lnTo>
                  <a:pt x="16450" y="116"/>
                </a:lnTo>
                <a:lnTo>
                  <a:pt x="16450" y="0"/>
                </a:lnTo>
                <a:moveTo>
                  <a:pt x="16715" y="0"/>
                </a:moveTo>
                <a:lnTo>
                  <a:pt x="16874" y="0"/>
                </a:lnTo>
                <a:lnTo>
                  <a:pt x="16874" y="116"/>
                </a:lnTo>
                <a:lnTo>
                  <a:pt x="16715" y="116"/>
                </a:lnTo>
                <a:lnTo>
                  <a:pt x="16715" y="0"/>
                </a:lnTo>
                <a:moveTo>
                  <a:pt x="16980" y="0"/>
                </a:moveTo>
                <a:lnTo>
                  <a:pt x="17139" y="0"/>
                </a:lnTo>
                <a:lnTo>
                  <a:pt x="17139" y="116"/>
                </a:lnTo>
                <a:lnTo>
                  <a:pt x="16980" y="116"/>
                </a:lnTo>
                <a:lnTo>
                  <a:pt x="16980" y="0"/>
                </a:lnTo>
                <a:moveTo>
                  <a:pt x="17245" y="0"/>
                </a:moveTo>
                <a:lnTo>
                  <a:pt x="17403" y="0"/>
                </a:lnTo>
                <a:lnTo>
                  <a:pt x="17403" y="116"/>
                </a:lnTo>
                <a:lnTo>
                  <a:pt x="17245" y="116"/>
                </a:lnTo>
                <a:lnTo>
                  <a:pt x="17245" y="0"/>
                </a:lnTo>
                <a:moveTo>
                  <a:pt x="17509" y="0"/>
                </a:moveTo>
                <a:lnTo>
                  <a:pt x="17668" y="0"/>
                </a:lnTo>
                <a:lnTo>
                  <a:pt x="17668" y="116"/>
                </a:lnTo>
                <a:lnTo>
                  <a:pt x="17509" y="116"/>
                </a:lnTo>
                <a:lnTo>
                  <a:pt x="17509" y="0"/>
                </a:lnTo>
                <a:moveTo>
                  <a:pt x="17774" y="0"/>
                </a:moveTo>
                <a:lnTo>
                  <a:pt x="17933" y="0"/>
                </a:lnTo>
                <a:lnTo>
                  <a:pt x="17933" y="116"/>
                </a:lnTo>
                <a:lnTo>
                  <a:pt x="17774" y="116"/>
                </a:lnTo>
                <a:lnTo>
                  <a:pt x="17774" y="0"/>
                </a:lnTo>
                <a:moveTo>
                  <a:pt x="18039" y="0"/>
                </a:moveTo>
                <a:lnTo>
                  <a:pt x="18198" y="0"/>
                </a:lnTo>
                <a:lnTo>
                  <a:pt x="18198" y="116"/>
                </a:lnTo>
                <a:lnTo>
                  <a:pt x="18039" y="116"/>
                </a:lnTo>
                <a:lnTo>
                  <a:pt x="18039" y="0"/>
                </a:lnTo>
                <a:moveTo>
                  <a:pt x="18304" y="0"/>
                </a:moveTo>
                <a:lnTo>
                  <a:pt x="18463" y="0"/>
                </a:lnTo>
                <a:lnTo>
                  <a:pt x="18463" y="116"/>
                </a:lnTo>
                <a:lnTo>
                  <a:pt x="18304" y="116"/>
                </a:lnTo>
                <a:lnTo>
                  <a:pt x="18304" y="0"/>
                </a:lnTo>
                <a:moveTo>
                  <a:pt x="18569" y="0"/>
                </a:moveTo>
                <a:lnTo>
                  <a:pt x="18727" y="0"/>
                </a:lnTo>
                <a:lnTo>
                  <a:pt x="18727" y="116"/>
                </a:lnTo>
                <a:lnTo>
                  <a:pt x="18569" y="116"/>
                </a:lnTo>
                <a:lnTo>
                  <a:pt x="18569" y="0"/>
                </a:lnTo>
                <a:moveTo>
                  <a:pt x="18833" y="0"/>
                </a:moveTo>
                <a:lnTo>
                  <a:pt x="18992" y="0"/>
                </a:lnTo>
                <a:lnTo>
                  <a:pt x="18992" y="116"/>
                </a:lnTo>
                <a:lnTo>
                  <a:pt x="18833" y="116"/>
                </a:lnTo>
                <a:lnTo>
                  <a:pt x="18833" y="0"/>
                </a:lnTo>
                <a:moveTo>
                  <a:pt x="19098" y="0"/>
                </a:moveTo>
                <a:lnTo>
                  <a:pt x="19257" y="0"/>
                </a:lnTo>
                <a:lnTo>
                  <a:pt x="19257" y="116"/>
                </a:lnTo>
                <a:lnTo>
                  <a:pt x="19098" y="116"/>
                </a:lnTo>
                <a:lnTo>
                  <a:pt x="19098" y="0"/>
                </a:lnTo>
                <a:moveTo>
                  <a:pt x="19363" y="0"/>
                </a:moveTo>
                <a:lnTo>
                  <a:pt x="19522" y="0"/>
                </a:lnTo>
                <a:lnTo>
                  <a:pt x="19522" y="116"/>
                </a:lnTo>
                <a:lnTo>
                  <a:pt x="19363" y="116"/>
                </a:lnTo>
                <a:lnTo>
                  <a:pt x="19363" y="0"/>
                </a:lnTo>
                <a:moveTo>
                  <a:pt x="19628" y="0"/>
                </a:moveTo>
                <a:lnTo>
                  <a:pt x="19787" y="0"/>
                </a:lnTo>
                <a:lnTo>
                  <a:pt x="19787" y="116"/>
                </a:lnTo>
                <a:lnTo>
                  <a:pt x="19628" y="116"/>
                </a:lnTo>
                <a:lnTo>
                  <a:pt x="19628" y="0"/>
                </a:lnTo>
                <a:moveTo>
                  <a:pt x="19893" y="0"/>
                </a:moveTo>
                <a:lnTo>
                  <a:pt x="20051" y="0"/>
                </a:lnTo>
                <a:lnTo>
                  <a:pt x="20051" y="116"/>
                </a:lnTo>
                <a:lnTo>
                  <a:pt x="19893" y="116"/>
                </a:lnTo>
                <a:lnTo>
                  <a:pt x="19893" y="0"/>
                </a:lnTo>
                <a:moveTo>
                  <a:pt x="20157" y="0"/>
                </a:moveTo>
                <a:lnTo>
                  <a:pt x="20316" y="0"/>
                </a:lnTo>
                <a:lnTo>
                  <a:pt x="20316" y="116"/>
                </a:lnTo>
                <a:lnTo>
                  <a:pt x="20157" y="116"/>
                </a:lnTo>
                <a:lnTo>
                  <a:pt x="20157" y="0"/>
                </a:lnTo>
                <a:moveTo>
                  <a:pt x="20422" y="0"/>
                </a:moveTo>
                <a:lnTo>
                  <a:pt x="20581" y="0"/>
                </a:lnTo>
                <a:lnTo>
                  <a:pt x="20581" y="116"/>
                </a:lnTo>
                <a:lnTo>
                  <a:pt x="20422" y="116"/>
                </a:lnTo>
                <a:lnTo>
                  <a:pt x="20422" y="0"/>
                </a:lnTo>
                <a:moveTo>
                  <a:pt x="20687" y="0"/>
                </a:moveTo>
                <a:lnTo>
                  <a:pt x="20846" y="0"/>
                </a:lnTo>
                <a:lnTo>
                  <a:pt x="20846" y="116"/>
                </a:lnTo>
                <a:lnTo>
                  <a:pt x="20687" y="116"/>
                </a:lnTo>
                <a:lnTo>
                  <a:pt x="20687" y="0"/>
                </a:lnTo>
                <a:moveTo>
                  <a:pt x="20952" y="0"/>
                </a:moveTo>
                <a:lnTo>
                  <a:pt x="21111" y="0"/>
                </a:lnTo>
                <a:lnTo>
                  <a:pt x="21111" y="116"/>
                </a:lnTo>
                <a:lnTo>
                  <a:pt x="20952" y="116"/>
                </a:lnTo>
                <a:lnTo>
                  <a:pt x="20952" y="0"/>
                </a:lnTo>
                <a:moveTo>
                  <a:pt x="21217" y="0"/>
                </a:moveTo>
                <a:lnTo>
                  <a:pt x="21375" y="0"/>
                </a:lnTo>
                <a:lnTo>
                  <a:pt x="21375" y="116"/>
                </a:lnTo>
                <a:lnTo>
                  <a:pt x="21217" y="116"/>
                </a:lnTo>
                <a:lnTo>
                  <a:pt x="21217" y="0"/>
                </a:lnTo>
                <a:moveTo>
                  <a:pt x="21481" y="0"/>
                </a:moveTo>
                <a:lnTo>
                  <a:pt x="21640" y="0"/>
                </a:lnTo>
                <a:lnTo>
                  <a:pt x="21640" y="116"/>
                </a:lnTo>
                <a:lnTo>
                  <a:pt x="21481" y="116"/>
                </a:lnTo>
                <a:lnTo>
                  <a:pt x="21481" y="0"/>
                </a:lnTo>
                <a:moveTo>
                  <a:pt x="21746" y="0"/>
                </a:moveTo>
                <a:lnTo>
                  <a:pt x="21905" y="0"/>
                </a:lnTo>
                <a:lnTo>
                  <a:pt x="21905" y="116"/>
                </a:lnTo>
                <a:lnTo>
                  <a:pt x="21746" y="116"/>
                </a:lnTo>
                <a:lnTo>
                  <a:pt x="21746" y="0"/>
                </a:lnTo>
                <a:moveTo>
                  <a:pt x="22011" y="0"/>
                </a:moveTo>
                <a:lnTo>
                  <a:pt x="22170" y="0"/>
                </a:lnTo>
                <a:lnTo>
                  <a:pt x="22170" y="116"/>
                </a:lnTo>
                <a:lnTo>
                  <a:pt x="22011" y="116"/>
                </a:lnTo>
                <a:lnTo>
                  <a:pt x="22011" y="0"/>
                </a:lnTo>
                <a:moveTo>
                  <a:pt x="22276" y="0"/>
                </a:moveTo>
                <a:lnTo>
                  <a:pt x="22435" y="0"/>
                </a:lnTo>
                <a:lnTo>
                  <a:pt x="22435" y="116"/>
                </a:lnTo>
                <a:lnTo>
                  <a:pt x="22276" y="116"/>
                </a:lnTo>
                <a:lnTo>
                  <a:pt x="22276" y="0"/>
                </a:lnTo>
                <a:moveTo>
                  <a:pt x="22541" y="0"/>
                </a:moveTo>
                <a:lnTo>
                  <a:pt x="22699" y="0"/>
                </a:lnTo>
                <a:lnTo>
                  <a:pt x="22699" y="116"/>
                </a:lnTo>
                <a:lnTo>
                  <a:pt x="22541" y="116"/>
                </a:lnTo>
                <a:lnTo>
                  <a:pt x="22541" y="0"/>
                </a:lnTo>
                <a:moveTo>
                  <a:pt x="22805" y="0"/>
                </a:moveTo>
                <a:lnTo>
                  <a:pt x="22964" y="0"/>
                </a:lnTo>
                <a:lnTo>
                  <a:pt x="22964" y="116"/>
                </a:lnTo>
                <a:lnTo>
                  <a:pt x="22805" y="116"/>
                </a:lnTo>
                <a:lnTo>
                  <a:pt x="22805" y="0"/>
                </a:lnTo>
                <a:moveTo>
                  <a:pt x="23070" y="0"/>
                </a:moveTo>
                <a:lnTo>
                  <a:pt x="23229" y="0"/>
                </a:lnTo>
                <a:lnTo>
                  <a:pt x="23229" y="116"/>
                </a:lnTo>
                <a:lnTo>
                  <a:pt x="23070" y="116"/>
                </a:lnTo>
                <a:lnTo>
                  <a:pt x="23070" y="0"/>
                </a:lnTo>
                <a:moveTo>
                  <a:pt x="23335" y="0"/>
                </a:moveTo>
                <a:lnTo>
                  <a:pt x="23494" y="0"/>
                </a:lnTo>
                <a:lnTo>
                  <a:pt x="23494" y="116"/>
                </a:lnTo>
                <a:lnTo>
                  <a:pt x="23335" y="116"/>
                </a:lnTo>
                <a:lnTo>
                  <a:pt x="23335" y="0"/>
                </a:lnTo>
                <a:moveTo>
                  <a:pt x="23600" y="0"/>
                </a:moveTo>
                <a:lnTo>
                  <a:pt x="23759" y="0"/>
                </a:lnTo>
                <a:lnTo>
                  <a:pt x="23759" y="116"/>
                </a:lnTo>
                <a:lnTo>
                  <a:pt x="23600" y="116"/>
                </a:lnTo>
                <a:lnTo>
                  <a:pt x="23600" y="0"/>
                </a:lnTo>
                <a:moveTo>
                  <a:pt x="23865" y="0"/>
                </a:moveTo>
                <a:lnTo>
                  <a:pt x="24023" y="0"/>
                </a:lnTo>
                <a:lnTo>
                  <a:pt x="24023" y="116"/>
                </a:lnTo>
                <a:lnTo>
                  <a:pt x="23865" y="116"/>
                </a:lnTo>
                <a:lnTo>
                  <a:pt x="23865" y="0"/>
                </a:lnTo>
                <a:moveTo>
                  <a:pt x="24130" y="0"/>
                </a:moveTo>
                <a:lnTo>
                  <a:pt x="24288" y="0"/>
                </a:lnTo>
                <a:lnTo>
                  <a:pt x="24288" y="116"/>
                </a:lnTo>
                <a:lnTo>
                  <a:pt x="24130" y="116"/>
                </a:lnTo>
                <a:lnTo>
                  <a:pt x="24130" y="0"/>
                </a:lnTo>
                <a:moveTo>
                  <a:pt x="24394" y="0"/>
                </a:moveTo>
                <a:lnTo>
                  <a:pt x="24553" y="0"/>
                </a:lnTo>
                <a:lnTo>
                  <a:pt x="24553" y="116"/>
                </a:lnTo>
                <a:lnTo>
                  <a:pt x="24394" y="116"/>
                </a:lnTo>
                <a:lnTo>
                  <a:pt x="24394" y="0"/>
                </a:lnTo>
                <a:moveTo>
                  <a:pt x="24659" y="0"/>
                </a:moveTo>
                <a:lnTo>
                  <a:pt x="24818" y="0"/>
                </a:lnTo>
                <a:lnTo>
                  <a:pt x="24818" y="116"/>
                </a:lnTo>
                <a:lnTo>
                  <a:pt x="24659" y="116"/>
                </a:lnTo>
                <a:lnTo>
                  <a:pt x="24659" y="0"/>
                </a:lnTo>
                <a:moveTo>
                  <a:pt x="24924" y="0"/>
                </a:moveTo>
                <a:lnTo>
                  <a:pt x="25083" y="0"/>
                </a:lnTo>
                <a:lnTo>
                  <a:pt x="25083" y="116"/>
                </a:lnTo>
                <a:lnTo>
                  <a:pt x="24924" y="116"/>
                </a:lnTo>
                <a:lnTo>
                  <a:pt x="24924" y="0"/>
                </a:lnTo>
                <a:moveTo>
                  <a:pt x="25189" y="0"/>
                </a:moveTo>
                <a:lnTo>
                  <a:pt x="25347" y="0"/>
                </a:lnTo>
                <a:lnTo>
                  <a:pt x="25347" y="116"/>
                </a:lnTo>
                <a:lnTo>
                  <a:pt x="25189" y="116"/>
                </a:lnTo>
                <a:lnTo>
                  <a:pt x="25189" y="0"/>
                </a:lnTo>
                <a:moveTo>
                  <a:pt x="25454" y="0"/>
                </a:moveTo>
                <a:lnTo>
                  <a:pt x="25612" y="0"/>
                </a:lnTo>
                <a:lnTo>
                  <a:pt x="25612" y="116"/>
                </a:lnTo>
                <a:lnTo>
                  <a:pt x="25454" y="116"/>
                </a:lnTo>
                <a:lnTo>
                  <a:pt x="25454" y="0"/>
                </a:lnTo>
                <a:moveTo>
                  <a:pt x="25718" y="0"/>
                </a:moveTo>
                <a:lnTo>
                  <a:pt x="25877" y="0"/>
                </a:lnTo>
                <a:lnTo>
                  <a:pt x="25877" y="116"/>
                </a:lnTo>
                <a:lnTo>
                  <a:pt x="25718" y="116"/>
                </a:lnTo>
                <a:lnTo>
                  <a:pt x="25718" y="0"/>
                </a:lnTo>
                <a:moveTo>
                  <a:pt x="25983" y="0"/>
                </a:moveTo>
                <a:lnTo>
                  <a:pt x="26142" y="0"/>
                </a:lnTo>
                <a:lnTo>
                  <a:pt x="26142" y="116"/>
                </a:lnTo>
                <a:lnTo>
                  <a:pt x="25983" y="116"/>
                </a:lnTo>
                <a:lnTo>
                  <a:pt x="25983" y="0"/>
                </a:lnTo>
                <a:moveTo>
                  <a:pt x="26248" y="0"/>
                </a:moveTo>
                <a:lnTo>
                  <a:pt x="26407" y="0"/>
                </a:lnTo>
                <a:lnTo>
                  <a:pt x="26407" y="116"/>
                </a:lnTo>
                <a:lnTo>
                  <a:pt x="26248" y="116"/>
                </a:lnTo>
                <a:lnTo>
                  <a:pt x="26248" y="0"/>
                </a:lnTo>
                <a:moveTo>
                  <a:pt x="26513" y="0"/>
                </a:moveTo>
                <a:lnTo>
                  <a:pt x="26671" y="0"/>
                </a:lnTo>
                <a:lnTo>
                  <a:pt x="26671" y="116"/>
                </a:lnTo>
                <a:lnTo>
                  <a:pt x="26513" y="116"/>
                </a:lnTo>
                <a:lnTo>
                  <a:pt x="26513" y="0"/>
                </a:lnTo>
                <a:moveTo>
                  <a:pt x="26778" y="0"/>
                </a:moveTo>
                <a:lnTo>
                  <a:pt x="26936" y="0"/>
                </a:lnTo>
                <a:lnTo>
                  <a:pt x="26936" y="116"/>
                </a:lnTo>
                <a:lnTo>
                  <a:pt x="26778" y="116"/>
                </a:lnTo>
                <a:lnTo>
                  <a:pt x="26778" y="0"/>
                </a:lnTo>
                <a:moveTo>
                  <a:pt x="27042" y="0"/>
                </a:moveTo>
                <a:lnTo>
                  <a:pt x="27201" y="0"/>
                </a:lnTo>
                <a:lnTo>
                  <a:pt x="27201" y="116"/>
                </a:lnTo>
                <a:lnTo>
                  <a:pt x="27042" y="116"/>
                </a:lnTo>
                <a:lnTo>
                  <a:pt x="27042" y="0"/>
                </a:lnTo>
                <a:moveTo>
                  <a:pt x="27307" y="0"/>
                </a:moveTo>
                <a:lnTo>
                  <a:pt x="27466" y="0"/>
                </a:lnTo>
                <a:lnTo>
                  <a:pt x="27466" y="116"/>
                </a:lnTo>
                <a:lnTo>
                  <a:pt x="27307" y="116"/>
                </a:lnTo>
                <a:lnTo>
                  <a:pt x="27307" y="0"/>
                </a:lnTo>
                <a:moveTo>
                  <a:pt x="27572" y="0"/>
                </a:moveTo>
                <a:lnTo>
                  <a:pt x="27731" y="0"/>
                </a:lnTo>
                <a:lnTo>
                  <a:pt x="27731" y="116"/>
                </a:lnTo>
                <a:lnTo>
                  <a:pt x="27572" y="116"/>
                </a:lnTo>
                <a:lnTo>
                  <a:pt x="27572" y="0"/>
                </a:lnTo>
                <a:moveTo>
                  <a:pt x="27837" y="0"/>
                </a:moveTo>
                <a:lnTo>
                  <a:pt x="27996" y="0"/>
                </a:lnTo>
                <a:lnTo>
                  <a:pt x="27996" y="116"/>
                </a:lnTo>
                <a:lnTo>
                  <a:pt x="27837" y="116"/>
                </a:lnTo>
                <a:lnTo>
                  <a:pt x="27837" y="0"/>
                </a:lnTo>
                <a:moveTo>
                  <a:pt x="28102" y="0"/>
                </a:moveTo>
                <a:lnTo>
                  <a:pt x="28260" y="0"/>
                </a:lnTo>
                <a:lnTo>
                  <a:pt x="28260" y="116"/>
                </a:lnTo>
                <a:lnTo>
                  <a:pt x="28102" y="116"/>
                </a:lnTo>
                <a:lnTo>
                  <a:pt x="28102" y="0"/>
                </a:lnTo>
                <a:moveTo>
                  <a:pt x="28366" y="0"/>
                </a:moveTo>
                <a:lnTo>
                  <a:pt x="28525" y="0"/>
                </a:lnTo>
                <a:lnTo>
                  <a:pt x="28525" y="116"/>
                </a:lnTo>
                <a:lnTo>
                  <a:pt x="28366" y="116"/>
                </a:lnTo>
                <a:lnTo>
                  <a:pt x="28366" y="0"/>
                </a:lnTo>
                <a:moveTo>
                  <a:pt x="28631" y="0"/>
                </a:moveTo>
                <a:lnTo>
                  <a:pt x="28790" y="0"/>
                </a:lnTo>
                <a:lnTo>
                  <a:pt x="28790" y="116"/>
                </a:lnTo>
                <a:lnTo>
                  <a:pt x="28631" y="116"/>
                </a:lnTo>
                <a:lnTo>
                  <a:pt x="28631" y="0"/>
                </a:lnTo>
                <a:moveTo>
                  <a:pt x="28896" y="0"/>
                </a:moveTo>
                <a:lnTo>
                  <a:pt x="29055" y="0"/>
                </a:lnTo>
                <a:lnTo>
                  <a:pt x="29055" y="116"/>
                </a:lnTo>
                <a:lnTo>
                  <a:pt x="28896" y="116"/>
                </a:lnTo>
                <a:lnTo>
                  <a:pt x="28896" y="0"/>
                </a:lnTo>
                <a:moveTo>
                  <a:pt x="29161" y="0"/>
                </a:moveTo>
                <a:lnTo>
                  <a:pt x="29320" y="0"/>
                </a:lnTo>
                <a:lnTo>
                  <a:pt x="29320" y="116"/>
                </a:lnTo>
                <a:lnTo>
                  <a:pt x="29161" y="116"/>
                </a:lnTo>
                <a:lnTo>
                  <a:pt x="29161" y="0"/>
                </a:lnTo>
                <a:moveTo>
                  <a:pt x="29426" y="0"/>
                </a:moveTo>
                <a:lnTo>
                  <a:pt x="29584" y="0"/>
                </a:lnTo>
                <a:lnTo>
                  <a:pt x="29584" y="116"/>
                </a:lnTo>
                <a:lnTo>
                  <a:pt x="29426" y="116"/>
                </a:lnTo>
                <a:lnTo>
                  <a:pt x="29426" y="0"/>
                </a:lnTo>
                <a:moveTo>
                  <a:pt x="29690" y="0"/>
                </a:moveTo>
                <a:lnTo>
                  <a:pt x="29849" y="0"/>
                </a:lnTo>
                <a:lnTo>
                  <a:pt x="29849" y="116"/>
                </a:lnTo>
                <a:lnTo>
                  <a:pt x="29690" y="116"/>
                </a:lnTo>
                <a:lnTo>
                  <a:pt x="29690" y="0"/>
                </a:lnTo>
                <a:moveTo>
                  <a:pt x="29960" y="1"/>
                </a:moveTo>
                <a:cubicBezTo>
                  <a:pt x="30029" y="8"/>
                  <a:pt x="30088" y="36"/>
                  <a:pt x="30138" y="85"/>
                </a:cubicBezTo>
                <a:lnTo>
                  <a:pt x="30056" y="168"/>
                </a:lnTo>
                <a:cubicBezTo>
                  <a:pt x="30026" y="138"/>
                  <a:pt x="29990" y="121"/>
                  <a:pt x="29948" y="117"/>
                </a:cubicBezTo>
                <a:lnTo>
                  <a:pt x="29960" y="1"/>
                </a:lnTo>
                <a:moveTo>
                  <a:pt x="30209" y="196"/>
                </a:moveTo>
                <a:cubicBezTo>
                  <a:pt x="30221" y="228"/>
                  <a:pt x="30227" y="262"/>
                  <a:pt x="30227" y="296"/>
                </a:cubicBezTo>
                <a:lnTo>
                  <a:pt x="30227" y="373"/>
                </a:lnTo>
                <a:lnTo>
                  <a:pt x="30110" y="373"/>
                </a:lnTo>
                <a:lnTo>
                  <a:pt x="30110" y="296"/>
                </a:lnTo>
                <a:cubicBezTo>
                  <a:pt x="30110" y="275"/>
                  <a:pt x="30107" y="255"/>
                  <a:pt x="30100" y="235"/>
                </a:cubicBezTo>
                <a:lnTo>
                  <a:pt x="30209" y="196"/>
                </a:lnTo>
                <a:moveTo>
                  <a:pt x="30227" y="479"/>
                </a:moveTo>
                <a:lnTo>
                  <a:pt x="30227" y="638"/>
                </a:lnTo>
                <a:lnTo>
                  <a:pt x="30110" y="638"/>
                </a:lnTo>
                <a:lnTo>
                  <a:pt x="30110" y="479"/>
                </a:lnTo>
                <a:lnTo>
                  <a:pt x="30227" y="479"/>
                </a:lnTo>
                <a:moveTo>
                  <a:pt x="30227" y="744"/>
                </a:moveTo>
                <a:lnTo>
                  <a:pt x="30227" y="902"/>
                </a:lnTo>
                <a:lnTo>
                  <a:pt x="30110" y="902"/>
                </a:lnTo>
                <a:lnTo>
                  <a:pt x="30110" y="744"/>
                </a:lnTo>
                <a:lnTo>
                  <a:pt x="30227" y="744"/>
                </a:lnTo>
                <a:moveTo>
                  <a:pt x="30227" y="1008"/>
                </a:moveTo>
                <a:lnTo>
                  <a:pt x="30227" y="1167"/>
                </a:lnTo>
                <a:lnTo>
                  <a:pt x="30110" y="1167"/>
                </a:lnTo>
                <a:lnTo>
                  <a:pt x="30110" y="1008"/>
                </a:lnTo>
                <a:lnTo>
                  <a:pt x="30227" y="1008"/>
                </a:lnTo>
                <a:moveTo>
                  <a:pt x="30227" y="1273"/>
                </a:moveTo>
                <a:lnTo>
                  <a:pt x="30227" y="1432"/>
                </a:lnTo>
                <a:lnTo>
                  <a:pt x="30110" y="1432"/>
                </a:lnTo>
                <a:lnTo>
                  <a:pt x="30110" y="1273"/>
                </a:lnTo>
                <a:lnTo>
                  <a:pt x="30227" y="1273"/>
                </a:lnTo>
                <a:moveTo>
                  <a:pt x="30227" y="1538"/>
                </a:moveTo>
                <a:lnTo>
                  <a:pt x="30227" y="1697"/>
                </a:lnTo>
                <a:lnTo>
                  <a:pt x="30110" y="1697"/>
                </a:lnTo>
                <a:lnTo>
                  <a:pt x="30110" y="1538"/>
                </a:lnTo>
                <a:lnTo>
                  <a:pt x="30227" y="1538"/>
                </a:lnTo>
                <a:moveTo>
                  <a:pt x="30199" y="1826"/>
                </a:moveTo>
                <a:cubicBezTo>
                  <a:pt x="30169" y="1888"/>
                  <a:pt x="30123" y="1935"/>
                  <a:pt x="30061" y="1965"/>
                </a:cubicBezTo>
                <a:lnTo>
                  <a:pt x="30010" y="1861"/>
                </a:lnTo>
                <a:cubicBezTo>
                  <a:pt x="30048" y="1842"/>
                  <a:pt x="30075" y="1814"/>
                  <a:pt x="30093" y="1776"/>
                </a:cubicBezTo>
                <a:lnTo>
                  <a:pt x="30199" y="1826"/>
                </a:lnTo>
                <a:moveTo>
                  <a:pt x="29933" y="1996"/>
                </a:moveTo>
                <a:cubicBezTo>
                  <a:pt x="29932" y="1996"/>
                  <a:pt x="29931" y="1996"/>
                  <a:pt x="29930" y="1996"/>
                </a:cubicBezTo>
                <a:lnTo>
                  <a:pt x="29774" y="1996"/>
                </a:lnTo>
                <a:lnTo>
                  <a:pt x="29774" y="1879"/>
                </a:lnTo>
                <a:lnTo>
                  <a:pt x="29930" y="1879"/>
                </a:lnTo>
                <a:cubicBezTo>
                  <a:pt x="29931" y="1879"/>
                  <a:pt x="29932" y="1879"/>
                  <a:pt x="29932" y="1879"/>
                </a:cubicBezTo>
                <a:lnTo>
                  <a:pt x="29933" y="1996"/>
                </a:lnTo>
                <a:moveTo>
                  <a:pt x="29668" y="1996"/>
                </a:moveTo>
                <a:lnTo>
                  <a:pt x="29509" y="1996"/>
                </a:lnTo>
                <a:lnTo>
                  <a:pt x="29509" y="1879"/>
                </a:lnTo>
                <a:lnTo>
                  <a:pt x="29668" y="1879"/>
                </a:lnTo>
                <a:lnTo>
                  <a:pt x="29668" y="1996"/>
                </a:lnTo>
                <a:moveTo>
                  <a:pt x="29403" y="1996"/>
                </a:moveTo>
                <a:lnTo>
                  <a:pt x="29245" y="1996"/>
                </a:lnTo>
                <a:lnTo>
                  <a:pt x="29245" y="1879"/>
                </a:lnTo>
                <a:lnTo>
                  <a:pt x="29403" y="1879"/>
                </a:lnTo>
                <a:lnTo>
                  <a:pt x="29403" y="1996"/>
                </a:lnTo>
                <a:moveTo>
                  <a:pt x="29139" y="1996"/>
                </a:moveTo>
                <a:lnTo>
                  <a:pt x="28980" y="1996"/>
                </a:lnTo>
                <a:lnTo>
                  <a:pt x="28980" y="1879"/>
                </a:lnTo>
                <a:lnTo>
                  <a:pt x="29139" y="1879"/>
                </a:lnTo>
                <a:lnTo>
                  <a:pt x="29139" y="1996"/>
                </a:lnTo>
                <a:moveTo>
                  <a:pt x="28874" y="1996"/>
                </a:moveTo>
                <a:lnTo>
                  <a:pt x="28715" y="1996"/>
                </a:lnTo>
                <a:lnTo>
                  <a:pt x="28715" y="1879"/>
                </a:lnTo>
                <a:lnTo>
                  <a:pt x="28874" y="1879"/>
                </a:lnTo>
                <a:lnTo>
                  <a:pt x="28874" y="1996"/>
                </a:lnTo>
                <a:moveTo>
                  <a:pt x="28609" y="1996"/>
                </a:moveTo>
                <a:lnTo>
                  <a:pt x="28450" y="1996"/>
                </a:lnTo>
                <a:lnTo>
                  <a:pt x="28450" y="1879"/>
                </a:lnTo>
                <a:lnTo>
                  <a:pt x="28609" y="1879"/>
                </a:lnTo>
                <a:lnTo>
                  <a:pt x="28609" y="1996"/>
                </a:lnTo>
                <a:moveTo>
                  <a:pt x="28344" y="1996"/>
                </a:moveTo>
                <a:lnTo>
                  <a:pt x="28185" y="1996"/>
                </a:lnTo>
                <a:lnTo>
                  <a:pt x="28185" y="1879"/>
                </a:lnTo>
                <a:lnTo>
                  <a:pt x="28344" y="1879"/>
                </a:lnTo>
                <a:lnTo>
                  <a:pt x="28344" y="1996"/>
                </a:lnTo>
                <a:moveTo>
                  <a:pt x="28079" y="1996"/>
                </a:moveTo>
                <a:lnTo>
                  <a:pt x="27921" y="1996"/>
                </a:lnTo>
                <a:lnTo>
                  <a:pt x="27921" y="1879"/>
                </a:lnTo>
                <a:lnTo>
                  <a:pt x="28079" y="1879"/>
                </a:lnTo>
                <a:lnTo>
                  <a:pt x="28079" y="1996"/>
                </a:lnTo>
                <a:moveTo>
                  <a:pt x="27815" y="1996"/>
                </a:moveTo>
                <a:lnTo>
                  <a:pt x="27656" y="1996"/>
                </a:lnTo>
                <a:lnTo>
                  <a:pt x="27656" y="1879"/>
                </a:lnTo>
                <a:lnTo>
                  <a:pt x="27815" y="1879"/>
                </a:lnTo>
                <a:lnTo>
                  <a:pt x="27815" y="1996"/>
                </a:lnTo>
                <a:moveTo>
                  <a:pt x="27550" y="1996"/>
                </a:moveTo>
                <a:lnTo>
                  <a:pt x="27391" y="1996"/>
                </a:lnTo>
                <a:lnTo>
                  <a:pt x="27391" y="1879"/>
                </a:lnTo>
                <a:lnTo>
                  <a:pt x="27550" y="1879"/>
                </a:lnTo>
                <a:lnTo>
                  <a:pt x="27550" y="1996"/>
                </a:lnTo>
                <a:moveTo>
                  <a:pt x="27285" y="1996"/>
                </a:moveTo>
                <a:lnTo>
                  <a:pt x="27126" y="1996"/>
                </a:lnTo>
                <a:lnTo>
                  <a:pt x="27126" y="1879"/>
                </a:lnTo>
                <a:lnTo>
                  <a:pt x="27285" y="1879"/>
                </a:lnTo>
                <a:lnTo>
                  <a:pt x="27285" y="1996"/>
                </a:lnTo>
                <a:moveTo>
                  <a:pt x="27020" y="1996"/>
                </a:moveTo>
                <a:lnTo>
                  <a:pt x="26861" y="1996"/>
                </a:lnTo>
                <a:lnTo>
                  <a:pt x="26861" y="1879"/>
                </a:lnTo>
                <a:lnTo>
                  <a:pt x="27020" y="1879"/>
                </a:lnTo>
                <a:lnTo>
                  <a:pt x="27020" y="1996"/>
                </a:lnTo>
                <a:moveTo>
                  <a:pt x="26755" y="1996"/>
                </a:moveTo>
                <a:lnTo>
                  <a:pt x="26597" y="1996"/>
                </a:lnTo>
                <a:lnTo>
                  <a:pt x="26597" y="1879"/>
                </a:lnTo>
                <a:lnTo>
                  <a:pt x="26755" y="1879"/>
                </a:lnTo>
                <a:lnTo>
                  <a:pt x="26755" y="1996"/>
                </a:lnTo>
                <a:moveTo>
                  <a:pt x="26490" y="1996"/>
                </a:moveTo>
                <a:lnTo>
                  <a:pt x="26332" y="1996"/>
                </a:lnTo>
                <a:lnTo>
                  <a:pt x="26332" y="1879"/>
                </a:lnTo>
                <a:lnTo>
                  <a:pt x="26490" y="1879"/>
                </a:lnTo>
                <a:lnTo>
                  <a:pt x="26490" y="1996"/>
                </a:lnTo>
                <a:moveTo>
                  <a:pt x="26226" y="1996"/>
                </a:moveTo>
                <a:lnTo>
                  <a:pt x="26067" y="1996"/>
                </a:lnTo>
                <a:lnTo>
                  <a:pt x="26067" y="1879"/>
                </a:lnTo>
                <a:lnTo>
                  <a:pt x="26226" y="1879"/>
                </a:lnTo>
                <a:lnTo>
                  <a:pt x="26226" y="1996"/>
                </a:lnTo>
                <a:moveTo>
                  <a:pt x="25961" y="1996"/>
                </a:moveTo>
                <a:lnTo>
                  <a:pt x="25802" y="1996"/>
                </a:lnTo>
                <a:lnTo>
                  <a:pt x="25802" y="1879"/>
                </a:lnTo>
                <a:lnTo>
                  <a:pt x="25961" y="1879"/>
                </a:lnTo>
                <a:lnTo>
                  <a:pt x="25961" y="1996"/>
                </a:lnTo>
                <a:moveTo>
                  <a:pt x="25696" y="1996"/>
                </a:moveTo>
                <a:lnTo>
                  <a:pt x="25537" y="1996"/>
                </a:lnTo>
                <a:lnTo>
                  <a:pt x="25537" y="1879"/>
                </a:lnTo>
                <a:lnTo>
                  <a:pt x="25696" y="1879"/>
                </a:lnTo>
                <a:lnTo>
                  <a:pt x="25696" y="1996"/>
                </a:lnTo>
                <a:moveTo>
                  <a:pt x="25431" y="1996"/>
                </a:moveTo>
                <a:lnTo>
                  <a:pt x="25273" y="1996"/>
                </a:lnTo>
                <a:lnTo>
                  <a:pt x="25273" y="1879"/>
                </a:lnTo>
                <a:lnTo>
                  <a:pt x="25431" y="1879"/>
                </a:lnTo>
                <a:lnTo>
                  <a:pt x="25431" y="1996"/>
                </a:lnTo>
                <a:moveTo>
                  <a:pt x="25166" y="1996"/>
                </a:moveTo>
                <a:lnTo>
                  <a:pt x="25008" y="1996"/>
                </a:lnTo>
                <a:lnTo>
                  <a:pt x="25008" y="1879"/>
                </a:lnTo>
                <a:lnTo>
                  <a:pt x="25166" y="1879"/>
                </a:lnTo>
                <a:lnTo>
                  <a:pt x="25166" y="1996"/>
                </a:lnTo>
                <a:moveTo>
                  <a:pt x="24902" y="1996"/>
                </a:moveTo>
                <a:lnTo>
                  <a:pt x="24743" y="1996"/>
                </a:lnTo>
                <a:lnTo>
                  <a:pt x="24743" y="1879"/>
                </a:lnTo>
                <a:lnTo>
                  <a:pt x="24902" y="1879"/>
                </a:lnTo>
                <a:lnTo>
                  <a:pt x="24902" y="1996"/>
                </a:lnTo>
                <a:moveTo>
                  <a:pt x="24637" y="1996"/>
                </a:moveTo>
                <a:lnTo>
                  <a:pt x="24478" y="1996"/>
                </a:lnTo>
                <a:lnTo>
                  <a:pt x="24478" y="1879"/>
                </a:lnTo>
                <a:lnTo>
                  <a:pt x="24637" y="1879"/>
                </a:lnTo>
                <a:lnTo>
                  <a:pt x="24637" y="1996"/>
                </a:lnTo>
                <a:moveTo>
                  <a:pt x="24372" y="1996"/>
                </a:moveTo>
                <a:lnTo>
                  <a:pt x="24213" y="1996"/>
                </a:lnTo>
                <a:lnTo>
                  <a:pt x="24213" y="1879"/>
                </a:lnTo>
                <a:lnTo>
                  <a:pt x="24372" y="1879"/>
                </a:lnTo>
                <a:lnTo>
                  <a:pt x="24372" y="1996"/>
                </a:lnTo>
                <a:moveTo>
                  <a:pt x="24107" y="1996"/>
                </a:moveTo>
                <a:lnTo>
                  <a:pt x="23948" y="1996"/>
                </a:lnTo>
                <a:lnTo>
                  <a:pt x="23948" y="1879"/>
                </a:lnTo>
                <a:lnTo>
                  <a:pt x="24107" y="1879"/>
                </a:lnTo>
                <a:lnTo>
                  <a:pt x="24107" y="1996"/>
                </a:lnTo>
                <a:moveTo>
                  <a:pt x="23842" y="1996"/>
                </a:moveTo>
                <a:lnTo>
                  <a:pt x="23684" y="1996"/>
                </a:lnTo>
                <a:lnTo>
                  <a:pt x="23684" y="1879"/>
                </a:lnTo>
                <a:lnTo>
                  <a:pt x="23842" y="1879"/>
                </a:lnTo>
                <a:lnTo>
                  <a:pt x="23842" y="1996"/>
                </a:lnTo>
                <a:moveTo>
                  <a:pt x="23578" y="1996"/>
                </a:moveTo>
                <a:lnTo>
                  <a:pt x="23419" y="1996"/>
                </a:lnTo>
                <a:lnTo>
                  <a:pt x="23419" y="1879"/>
                </a:lnTo>
                <a:lnTo>
                  <a:pt x="23578" y="1879"/>
                </a:lnTo>
                <a:lnTo>
                  <a:pt x="23578" y="1996"/>
                </a:lnTo>
                <a:moveTo>
                  <a:pt x="23313" y="1996"/>
                </a:moveTo>
                <a:lnTo>
                  <a:pt x="23154" y="1996"/>
                </a:lnTo>
                <a:lnTo>
                  <a:pt x="23154" y="1879"/>
                </a:lnTo>
                <a:lnTo>
                  <a:pt x="23313" y="1879"/>
                </a:lnTo>
                <a:lnTo>
                  <a:pt x="23313" y="1996"/>
                </a:lnTo>
                <a:moveTo>
                  <a:pt x="23048" y="1996"/>
                </a:moveTo>
                <a:lnTo>
                  <a:pt x="22889" y="1996"/>
                </a:lnTo>
                <a:lnTo>
                  <a:pt x="22889" y="1879"/>
                </a:lnTo>
                <a:lnTo>
                  <a:pt x="23048" y="1879"/>
                </a:lnTo>
                <a:lnTo>
                  <a:pt x="23048" y="1996"/>
                </a:lnTo>
                <a:moveTo>
                  <a:pt x="22783" y="1996"/>
                </a:moveTo>
                <a:lnTo>
                  <a:pt x="22624" y="1996"/>
                </a:lnTo>
                <a:lnTo>
                  <a:pt x="22624" y="1879"/>
                </a:lnTo>
                <a:lnTo>
                  <a:pt x="22783" y="1879"/>
                </a:lnTo>
                <a:lnTo>
                  <a:pt x="22783" y="1996"/>
                </a:lnTo>
                <a:moveTo>
                  <a:pt x="22518" y="1996"/>
                </a:moveTo>
                <a:lnTo>
                  <a:pt x="22360" y="1996"/>
                </a:lnTo>
                <a:lnTo>
                  <a:pt x="22360" y="1879"/>
                </a:lnTo>
                <a:lnTo>
                  <a:pt x="22518" y="1879"/>
                </a:lnTo>
                <a:lnTo>
                  <a:pt x="22518" y="1996"/>
                </a:lnTo>
                <a:moveTo>
                  <a:pt x="22254" y="1996"/>
                </a:moveTo>
                <a:lnTo>
                  <a:pt x="22095" y="1996"/>
                </a:lnTo>
                <a:lnTo>
                  <a:pt x="22095" y="1879"/>
                </a:lnTo>
                <a:lnTo>
                  <a:pt x="22254" y="1879"/>
                </a:lnTo>
                <a:lnTo>
                  <a:pt x="22254" y="1996"/>
                </a:lnTo>
                <a:moveTo>
                  <a:pt x="21989" y="1996"/>
                </a:moveTo>
                <a:lnTo>
                  <a:pt x="21830" y="1996"/>
                </a:lnTo>
                <a:lnTo>
                  <a:pt x="21830" y="1879"/>
                </a:lnTo>
                <a:lnTo>
                  <a:pt x="21989" y="1879"/>
                </a:lnTo>
                <a:lnTo>
                  <a:pt x="21989" y="1996"/>
                </a:lnTo>
                <a:moveTo>
                  <a:pt x="21724" y="1996"/>
                </a:moveTo>
                <a:lnTo>
                  <a:pt x="21565" y="1996"/>
                </a:lnTo>
                <a:lnTo>
                  <a:pt x="21565" y="1879"/>
                </a:lnTo>
                <a:lnTo>
                  <a:pt x="21724" y="1879"/>
                </a:lnTo>
                <a:lnTo>
                  <a:pt x="21724" y="1996"/>
                </a:lnTo>
                <a:moveTo>
                  <a:pt x="21459" y="1996"/>
                </a:moveTo>
                <a:lnTo>
                  <a:pt x="21300" y="1996"/>
                </a:lnTo>
                <a:lnTo>
                  <a:pt x="21300" y="1879"/>
                </a:lnTo>
                <a:lnTo>
                  <a:pt x="21459" y="1879"/>
                </a:lnTo>
                <a:lnTo>
                  <a:pt x="21459" y="1996"/>
                </a:lnTo>
                <a:moveTo>
                  <a:pt x="21194" y="1996"/>
                </a:moveTo>
                <a:lnTo>
                  <a:pt x="21036" y="1996"/>
                </a:lnTo>
                <a:lnTo>
                  <a:pt x="21036" y="1879"/>
                </a:lnTo>
                <a:lnTo>
                  <a:pt x="21194" y="1879"/>
                </a:lnTo>
                <a:lnTo>
                  <a:pt x="21194" y="1996"/>
                </a:lnTo>
                <a:moveTo>
                  <a:pt x="20930" y="1996"/>
                </a:moveTo>
                <a:lnTo>
                  <a:pt x="20771" y="1996"/>
                </a:lnTo>
                <a:lnTo>
                  <a:pt x="20771" y="1879"/>
                </a:lnTo>
                <a:lnTo>
                  <a:pt x="20930" y="1879"/>
                </a:lnTo>
                <a:lnTo>
                  <a:pt x="20930" y="1996"/>
                </a:lnTo>
                <a:moveTo>
                  <a:pt x="20665" y="1996"/>
                </a:moveTo>
                <a:lnTo>
                  <a:pt x="20506" y="1996"/>
                </a:lnTo>
                <a:lnTo>
                  <a:pt x="20506" y="1879"/>
                </a:lnTo>
                <a:lnTo>
                  <a:pt x="20665" y="1879"/>
                </a:lnTo>
                <a:lnTo>
                  <a:pt x="20665" y="1996"/>
                </a:lnTo>
                <a:moveTo>
                  <a:pt x="20400" y="1996"/>
                </a:moveTo>
                <a:lnTo>
                  <a:pt x="20241" y="1996"/>
                </a:lnTo>
                <a:lnTo>
                  <a:pt x="20241" y="1879"/>
                </a:lnTo>
                <a:lnTo>
                  <a:pt x="20400" y="1879"/>
                </a:lnTo>
                <a:lnTo>
                  <a:pt x="20400" y="1996"/>
                </a:lnTo>
                <a:moveTo>
                  <a:pt x="20135" y="1996"/>
                </a:moveTo>
                <a:lnTo>
                  <a:pt x="19976" y="1996"/>
                </a:lnTo>
                <a:lnTo>
                  <a:pt x="19976" y="1879"/>
                </a:lnTo>
                <a:lnTo>
                  <a:pt x="20135" y="1879"/>
                </a:lnTo>
                <a:lnTo>
                  <a:pt x="20135" y="1996"/>
                </a:lnTo>
                <a:moveTo>
                  <a:pt x="19870" y="1996"/>
                </a:moveTo>
                <a:lnTo>
                  <a:pt x="19712" y="1996"/>
                </a:lnTo>
                <a:lnTo>
                  <a:pt x="19712" y="1879"/>
                </a:lnTo>
                <a:lnTo>
                  <a:pt x="19870" y="1879"/>
                </a:lnTo>
                <a:lnTo>
                  <a:pt x="19870" y="1996"/>
                </a:lnTo>
                <a:moveTo>
                  <a:pt x="19606" y="1996"/>
                </a:moveTo>
                <a:lnTo>
                  <a:pt x="19447" y="1996"/>
                </a:lnTo>
                <a:lnTo>
                  <a:pt x="19447" y="1879"/>
                </a:lnTo>
                <a:lnTo>
                  <a:pt x="19606" y="1879"/>
                </a:lnTo>
                <a:lnTo>
                  <a:pt x="19606" y="1996"/>
                </a:lnTo>
                <a:moveTo>
                  <a:pt x="19341" y="1996"/>
                </a:moveTo>
                <a:lnTo>
                  <a:pt x="19182" y="1996"/>
                </a:lnTo>
                <a:lnTo>
                  <a:pt x="19182" y="1879"/>
                </a:lnTo>
                <a:lnTo>
                  <a:pt x="19341" y="1879"/>
                </a:lnTo>
                <a:lnTo>
                  <a:pt x="19341" y="1996"/>
                </a:lnTo>
                <a:moveTo>
                  <a:pt x="19076" y="1996"/>
                </a:moveTo>
                <a:lnTo>
                  <a:pt x="18917" y="1996"/>
                </a:lnTo>
                <a:lnTo>
                  <a:pt x="18917" y="1879"/>
                </a:lnTo>
                <a:lnTo>
                  <a:pt x="19076" y="1879"/>
                </a:lnTo>
                <a:lnTo>
                  <a:pt x="19076" y="1996"/>
                </a:lnTo>
                <a:moveTo>
                  <a:pt x="18811" y="1996"/>
                </a:moveTo>
                <a:lnTo>
                  <a:pt x="18652" y="1996"/>
                </a:lnTo>
                <a:lnTo>
                  <a:pt x="18652" y="1879"/>
                </a:lnTo>
                <a:lnTo>
                  <a:pt x="18811" y="1879"/>
                </a:lnTo>
                <a:lnTo>
                  <a:pt x="18811" y="1996"/>
                </a:lnTo>
                <a:moveTo>
                  <a:pt x="18546" y="1996"/>
                </a:moveTo>
                <a:lnTo>
                  <a:pt x="18388" y="1996"/>
                </a:lnTo>
                <a:lnTo>
                  <a:pt x="18388" y="1879"/>
                </a:lnTo>
                <a:lnTo>
                  <a:pt x="18546" y="1879"/>
                </a:lnTo>
                <a:lnTo>
                  <a:pt x="18546" y="1996"/>
                </a:lnTo>
                <a:moveTo>
                  <a:pt x="18282" y="1996"/>
                </a:moveTo>
                <a:lnTo>
                  <a:pt x="18123" y="1996"/>
                </a:lnTo>
                <a:lnTo>
                  <a:pt x="18123" y="1879"/>
                </a:lnTo>
                <a:lnTo>
                  <a:pt x="18282" y="1879"/>
                </a:lnTo>
                <a:lnTo>
                  <a:pt x="18282" y="1996"/>
                </a:lnTo>
                <a:moveTo>
                  <a:pt x="18017" y="1996"/>
                </a:moveTo>
                <a:lnTo>
                  <a:pt x="17858" y="1996"/>
                </a:lnTo>
                <a:lnTo>
                  <a:pt x="17858" y="1879"/>
                </a:lnTo>
                <a:lnTo>
                  <a:pt x="18017" y="1879"/>
                </a:lnTo>
                <a:lnTo>
                  <a:pt x="18017" y="1996"/>
                </a:lnTo>
                <a:moveTo>
                  <a:pt x="17752" y="1996"/>
                </a:moveTo>
                <a:lnTo>
                  <a:pt x="17593" y="1996"/>
                </a:lnTo>
                <a:lnTo>
                  <a:pt x="17593" y="1879"/>
                </a:lnTo>
                <a:lnTo>
                  <a:pt x="17752" y="1879"/>
                </a:lnTo>
                <a:lnTo>
                  <a:pt x="17752" y="1996"/>
                </a:lnTo>
                <a:moveTo>
                  <a:pt x="17487" y="1996"/>
                </a:moveTo>
                <a:lnTo>
                  <a:pt x="17328" y="1996"/>
                </a:lnTo>
                <a:lnTo>
                  <a:pt x="17328" y="1879"/>
                </a:lnTo>
                <a:lnTo>
                  <a:pt x="17487" y="1879"/>
                </a:lnTo>
                <a:lnTo>
                  <a:pt x="17487" y="1996"/>
                </a:lnTo>
                <a:moveTo>
                  <a:pt x="17222" y="1996"/>
                </a:moveTo>
                <a:lnTo>
                  <a:pt x="17064" y="1996"/>
                </a:lnTo>
                <a:lnTo>
                  <a:pt x="17064" y="1879"/>
                </a:lnTo>
                <a:lnTo>
                  <a:pt x="17222" y="1879"/>
                </a:lnTo>
                <a:lnTo>
                  <a:pt x="17222" y="1996"/>
                </a:lnTo>
                <a:moveTo>
                  <a:pt x="16958" y="1996"/>
                </a:moveTo>
                <a:lnTo>
                  <a:pt x="16799" y="1996"/>
                </a:lnTo>
                <a:lnTo>
                  <a:pt x="16799" y="1879"/>
                </a:lnTo>
                <a:lnTo>
                  <a:pt x="16958" y="1879"/>
                </a:lnTo>
                <a:lnTo>
                  <a:pt x="16958" y="1996"/>
                </a:lnTo>
                <a:moveTo>
                  <a:pt x="16693" y="1996"/>
                </a:moveTo>
                <a:lnTo>
                  <a:pt x="16534" y="1996"/>
                </a:lnTo>
                <a:lnTo>
                  <a:pt x="16534" y="1879"/>
                </a:lnTo>
                <a:lnTo>
                  <a:pt x="16693" y="1879"/>
                </a:lnTo>
                <a:lnTo>
                  <a:pt x="16693" y="1996"/>
                </a:lnTo>
                <a:moveTo>
                  <a:pt x="16428" y="1996"/>
                </a:moveTo>
                <a:lnTo>
                  <a:pt x="16269" y="1996"/>
                </a:lnTo>
                <a:lnTo>
                  <a:pt x="16269" y="1879"/>
                </a:lnTo>
                <a:lnTo>
                  <a:pt x="16428" y="1879"/>
                </a:lnTo>
                <a:lnTo>
                  <a:pt x="16428" y="1996"/>
                </a:lnTo>
                <a:moveTo>
                  <a:pt x="16163" y="1996"/>
                </a:moveTo>
                <a:lnTo>
                  <a:pt x="16004" y="1996"/>
                </a:lnTo>
                <a:lnTo>
                  <a:pt x="16004" y="1879"/>
                </a:lnTo>
                <a:lnTo>
                  <a:pt x="16163" y="1879"/>
                </a:lnTo>
                <a:lnTo>
                  <a:pt x="16163" y="1996"/>
                </a:lnTo>
                <a:moveTo>
                  <a:pt x="15898" y="1996"/>
                </a:moveTo>
                <a:lnTo>
                  <a:pt x="15740" y="1996"/>
                </a:lnTo>
                <a:lnTo>
                  <a:pt x="15740" y="1879"/>
                </a:lnTo>
                <a:lnTo>
                  <a:pt x="15898" y="1879"/>
                </a:lnTo>
                <a:lnTo>
                  <a:pt x="15898" y="1996"/>
                </a:lnTo>
                <a:moveTo>
                  <a:pt x="15634" y="1996"/>
                </a:moveTo>
                <a:lnTo>
                  <a:pt x="15475" y="1996"/>
                </a:lnTo>
                <a:lnTo>
                  <a:pt x="15475" y="1879"/>
                </a:lnTo>
                <a:lnTo>
                  <a:pt x="15634" y="1879"/>
                </a:lnTo>
                <a:lnTo>
                  <a:pt x="15634" y="1996"/>
                </a:lnTo>
                <a:moveTo>
                  <a:pt x="15369" y="1996"/>
                </a:moveTo>
                <a:lnTo>
                  <a:pt x="15210" y="1996"/>
                </a:lnTo>
                <a:lnTo>
                  <a:pt x="15210" y="1879"/>
                </a:lnTo>
                <a:lnTo>
                  <a:pt x="15369" y="1879"/>
                </a:lnTo>
                <a:lnTo>
                  <a:pt x="15369" y="1996"/>
                </a:lnTo>
                <a:moveTo>
                  <a:pt x="15104" y="1996"/>
                </a:moveTo>
                <a:lnTo>
                  <a:pt x="14945" y="1996"/>
                </a:lnTo>
                <a:lnTo>
                  <a:pt x="14945" y="1879"/>
                </a:lnTo>
                <a:lnTo>
                  <a:pt x="15104" y="1879"/>
                </a:lnTo>
                <a:lnTo>
                  <a:pt x="15104" y="1996"/>
                </a:lnTo>
                <a:moveTo>
                  <a:pt x="14839" y="1996"/>
                </a:moveTo>
                <a:lnTo>
                  <a:pt x="14680" y="1996"/>
                </a:lnTo>
                <a:lnTo>
                  <a:pt x="14680" y="1879"/>
                </a:lnTo>
                <a:lnTo>
                  <a:pt x="14839" y="1879"/>
                </a:lnTo>
                <a:lnTo>
                  <a:pt x="14839" y="1996"/>
                </a:lnTo>
                <a:moveTo>
                  <a:pt x="14574" y="1996"/>
                </a:moveTo>
                <a:lnTo>
                  <a:pt x="14416" y="1996"/>
                </a:lnTo>
                <a:lnTo>
                  <a:pt x="14416" y="1879"/>
                </a:lnTo>
                <a:lnTo>
                  <a:pt x="14574" y="1879"/>
                </a:lnTo>
                <a:lnTo>
                  <a:pt x="14574" y="1996"/>
                </a:lnTo>
                <a:moveTo>
                  <a:pt x="14310" y="1996"/>
                </a:moveTo>
                <a:lnTo>
                  <a:pt x="14151" y="1996"/>
                </a:lnTo>
                <a:lnTo>
                  <a:pt x="14151" y="1879"/>
                </a:lnTo>
                <a:lnTo>
                  <a:pt x="14310" y="1879"/>
                </a:lnTo>
                <a:lnTo>
                  <a:pt x="14310" y="1996"/>
                </a:lnTo>
                <a:moveTo>
                  <a:pt x="14045" y="1996"/>
                </a:moveTo>
                <a:lnTo>
                  <a:pt x="13886" y="1996"/>
                </a:lnTo>
                <a:lnTo>
                  <a:pt x="13886" y="1879"/>
                </a:lnTo>
                <a:lnTo>
                  <a:pt x="14045" y="1879"/>
                </a:lnTo>
                <a:lnTo>
                  <a:pt x="14045" y="1996"/>
                </a:lnTo>
                <a:moveTo>
                  <a:pt x="13780" y="1996"/>
                </a:moveTo>
                <a:lnTo>
                  <a:pt x="13621" y="1996"/>
                </a:lnTo>
                <a:lnTo>
                  <a:pt x="13621" y="1879"/>
                </a:lnTo>
                <a:lnTo>
                  <a:pt x="13780" y="1879"/>
                </a:lnTo>
                <a:lnTo>
                  <a:pt x="13780" y="1996"/>
                </a:lnTo>
                <a:moveTo>
                  <a:pt x="13515" y="1996"/>
                </a:moveTo>
                <a:lnTo>
                  <a:pt x="13356" y="1996"/>
                </a:lnTo>
                <a:lnTo>
                  <a:pt x="13356" y="1879"/>
                </a:lnTo>
                <a:lnTo>
                  <a:pt x="13515" y="1879"/>
                </a:lnTo>
                <a:lnTo>
                  <a:pt x="13515" y="1996"/>
                </a:lnTo>
                <a:moveTo>
                  <a:pt x="13249" y="1996"/>
                </a:moveTo>
                <a:lnTo>
                  <a:pt x="13091" y="1996"/>
                </a:lnTo>
                <a:lnTo>
                  <a:pt x="13091" y="1879"/>
                </a:lnTo>
                <a:lnTo>
                  <a:pt x="13249" y="1879"/>
                </a:lnTo>
                <a:lnTo>
                  <a:pt x="13249" y="1996"/>
                </a:lnTo>
                <a:moveTo>
                  <a:pt x="12984" y="1996"/>
                </a:moveTo>
                <a:lnTo>
                  <a:pt x="12826" y="1996"/>
                </a:lnTo>
                <a:lnTo>
                  <a:pt x="12826" y="1879"/>
                </a:lnTo>
                <a:lnTo>
                  <a:pt x="12984" y="1879"/>
                </a:lnTo>
                <a:lnTo>
                  <a:pt x="12984" y="1996"/>
                </a:lnTo>
                <a:moveTo>
                  <a:pt x="12720" y="1996"/>
                </a:moveTo>
                <a:lnTo>
                  <a:pt x="12561" y="1996"/>
                </a:lnTo>
                <a:lnTo>
                  <a:pt x="12561" y="1879"/>
                </a:lnTo>
                <a:lnTo>
                  <a:pt x="12720" y="1879"/>
                </a:lnTo>
                <a:lnTo>
                  <a:pt x="12720" y="1996"/>
                </a:lnTo>
                <a:moveTo>
                  <a:pt x="12455" y="1996"/>
                </a:moveTo>
                <a:lnTo>
                  <a:pt x="12296" y="1996"/>
                </a:lnTo>
                <a:lnTo>
                  <a:pt x="12296" y="1879"/>
                </a:lnTo>
                <a:lnTo>
                  <a:pt x="12455" y="1879"/>
                </a:lnTo>
                <a:lnTo>
                  <a:pt x="12455" y="1996"/>
                </a:lnTo>
                <a:moveTo>
                  <a:pt x="12190" y="1996"/>
                </a:moveTo>
                <a:lnTo>
                  <a:pt x="12031" y="1996"/>
                </a:lnTo>
                <a:lnTo>
                  <a:pt x="12031" y="1879"/>
                </a:lnTo>
                <a:lnTo>
                  <a:pt x="12190" y="1879"/>
                </a:lnTo>
                <a:lnTo>
                  <a:pt x="12190" y="1996"/>
                </a:lnTo>
                <a:moveTo>
                  <a:pt x="11925" y="1996"/>
                </a:moveTo>
                <a:lnTo>
                  <a:pt x="11767" y="1996"/>
                </a:lnTo>
                <a:lnTo>
                  <a:pt x="11767" y="1879"/>
                </a:lnTo>
                <a:lnTo>
                  <a:pt x="11925" y="1879"/>
                </a:lnTo>
                <a:lnTo>
                  <a:pt x="11925" y="1996"/>
                </a:lnTo>
                <a:moveTo>
                  <a:pt x="11660" y="1996"/>
                </a:moveTo>
                <a:lnTo>
                  <a:pt x="11502" y="1996"/>
                </a:lnTo>
                <a:lnTo>
                  <a:pt x="11502" y="1879"/>
                </a:lnTo>
                <a:lnTo>
                  <a:pt x="11660" y="1879"/>
                </a:lnTo>
                <a:lnTo>
                  <a:pt x="11660" y="1996"/>
                </a:lnTo>
                <a:moveTo>
                  <a:pt x="11396" y="1996"/>
                </a:moveTo>
                <a:lnTo>
                  <a:pt x="11237" y="1996"/>
                </a:lnTo>
                <a:lnTo>
                  <a:pt x="11237" y="1879"/>
                </a:lnTo>
                <a:lnTo>
                  <a:pt x="11396" y="1879"/>
                </a:lnTo>
                <a:lnTo>
                  <a:pt x="11396" y="1996"/>
                </a:lnTo>
                <a:moveTo>
                  <a:pt x="11131" y="1996"/>
                </a:moveTo>
                <a:lnTo>
                  <a:pt x="10972" y="1996"/>
                </a:lnTo>
                <a:lnTo>
                  <a:pt x="10972" y="1879"/>
                </a:lnTo>
                <a:lnTo>
                  <a:pt x="11131" y="1879"/>
                </a:lnTo>
                <a:lnTo>
                  <a:pt x="11131" y="1996"/>
                </a:lnTo>
                <a:moveTo>
                  <a:pt x="10866" y="1996"/>
                </a:moveTo>
                <a:lnTo>
                  <a:pt x="10707" y="1996"/>
                </a:lnTo>
                <a:lnTo>
                  <a:pt x="10707" y="1879"/>
                </a:lnTo>
                <a:lnTo>
                  <a:pt x="10866" y="1879"/>
                </a:lnTo>
                <a:lnTo>
                  <a:pt x="10866" y="1996"/>
                </a:lnTo>
                <a:moveTo>
                  <a:pt x="10601" y="1996"/>
                </a:moveTo>
                <a:lnTo>
                  <a:pt x="10443" y="1996"/>
                </a:lnTo>
                <a:lnTo>
                  <a:pt x="10443" y="1879"/>
                </a:lnTo>
                <a:lnTo>
                  <a:pt x="10601" y="1879"/>
                </a:lnTo>
                <a:lnTo>
                  <a:pt x="10601" y="1996"/>
                </a:lnTo>
                <a:moveTo>
                  <a:pt x="10336" y="1996"/>
                </a:moveTo>
                <a:lnTo>
                  <a:pt x="10178" y="1996"/>
                </a:lnTo>
                <a:lnTo>
                  <a:pt x="10178" y="1879"/>
                </a:lnTo>
                <a:lnTo>
                  <a:pt x="10336" y="1879"/>
                </a:lnTo>
                <a:lnTo>
                  <a:pt x="10336" y="1996"/>
                </a:lnTo>
                <a:moveTo>
                  <a:pt x="10072" y="1996"/>
                </a:moveTo>
                <a:lnTo>
                  <a:pt x="9913" y="1996"/>
                </a:lnTo>
                <a:lnTo>
                  <a:pt x="9913" y="1879"/>
                </a:lnTo>
                <a:lnTo>
                  <a:pt x="10072" y="1879"/>
                </a:lnTo>
                <a:lnTo>
                  <a:pt x="10072" y="1996"/>
                </a:lnTo>
                <a:moveTo>
                  <a:pt x="9807" y="1996"/>
                </a:moveTo>
                <a:lnTo>
                  <a:pt x="9648" y="1996"/>
                </a:lnTo>
                <a:lnTo>
                  <a:pt x="9648" y="1879"/>
                </a:lnTo>
                <a:lnTo>
                  <a:pt x="9807" y="1879"/>
                </a:lnTo>
                <a:lnTo>
                  <a:pt x="9807" y="1996"/>
                </a:lnTo>
                <a:moveTo>
                  <a:pt x="9542" y="1996"/>
                </a:moveTo>
                <a:lnTo>
                  <a:pt x="9383" y="1996"/>
                </a:lnTo>
                <a:lnTo>
                  <a:pt x="9383" y="1879"/>
                </a:lnTo>
                <a:lnTo>
                  <a:pt x="9542" y="1879"/>
                </a:lnTo>
                <a:lnTo>
                  <a:pt x="9542" y="1996"/>
                </a:lnTo>
                <a:moveTo>
                  <a:pt x="9277" y="1996"/>
                </a:moveTo>
                <a:lnTo>
                  <a:pt x="9118" y="1996"/>
                </a:lnTo>
                <a:lnTo>
                  <a:pt x="9118" y="1879"/>
                </a:lnTo>
                <a:lnTo>
                  <a:pt x="9277" y="1879"/>
                </a:lnTo>
                <a:lnTo>
                  <a:pt x="9277" y="1996"/>
                </a:lnTo>
                <a:moveTo>
                  <a:pt x="9012" y="1996"/>
                </a:moveTo>
                <a:lnTo>
                  <a:pt x="8854" y="1996"/>
                </a:lnTo>
                <a:lnTo>
                  <a:pt x="8854" y="1879"/>
                </a:lnTo>
                <a:lnTo>
                  <a:pt x="9012" y="1879"/>
                </a:lnTo>
                <a:lnTo>
                  <a:pt x="9012" y="1996"/>
                </a:lnTo>
                <a:moveTo>
                  <a:pt x="8748" y="1996"/>
                </a:moveTo>
                <a:lnTo>
                  <a:pt x="8589" y="1996"/>
                </a:lnTo>
                <a:lnTo>
                  <a:pt x="8589" y="1879"/>
                </a:lnTo>
                <a:lnTo>
                  <a:pt x="8748" y="1879"/>
                </a:lnTo>
                <a:lnTo>
                  <a:pt x="8748" y="1996"/>
                </a:lnTo>
                <a:moveTo>
                  <a:pt x="8483" y="1996"/>
                </a:moveTo>
                <a:lnTo>
                  <a:pt x="8324" y="1996"/>
                </a:lnTo>
                <a:lnTo>
                  <a:pt x="8324" y="1879"/>
                </a:lnTo>
                <a:lnTo>
                  <a:pt x="8483" y="1879"/>
                </a:lnTo>
                <a:lnTo>
                  <a:pt x="8483" y="1996"/>
                </a:lnTo>
                <a:moveTo>
                  <a:pt x="8218" y="1996"/>
                </a:moveTo>
                <a:lnTo>
                  <a:pt x="8059" y="1996"/>
                </a:lnTo>
                <a:lnTo>
                  <a:pt x="8059" y="1879"/>
                </a:lnTo>
                <a:lnTo>
                  <a:pt x="8218" y="1879"/>
                </a:lnTo>
                <a:lnTo>
                  <a:pt x="8218" y="1996"/>
                </a:lnTo>
                <a:moveTo>
                  <a:pt x="7953" y="1996"/>
                </a:moveTo>
                <a:lnTo>
                  <a:pt x="7794" y="1996"/>
                </a:lnTo>
                <a:lnTo>
                  <a:pt x="7794" y="1879"/>
                </a:lnTo>
                <a:lnTo>
                  <a:pt x="7953" y="1879"/>
                </a:lnTo>
                <a:lnTo>
                  <a:pt x="7953" y="1996"/>
                </a:lnTo>
                <a:moveTo>
                  <a:pt x="7688" y="1996"/>
                </a:moveTo>
                <a:lnTo>
                  <a:pt x="7530" y="1996"/>
                </a:lnTo>
                <a:lnTo>
                  <a:pt x="7530" y="1879"/>
                </a:lnTo>
                <a:lnTo>
                  <a:pt x="7688" y="1879"/>
                </a:lnTo>
                <a:lnTo>
                  <a:pt x="7688" y="1996"/>
                </a:lnTo>
                <a:moveTo>
                  <a:pt x="7424" y="1996"/>
                </a:moveTo>
                <a:lnTo>
                  <a:pt x="7265" y="1996"/>
                </a:lnTo>
                <a:lnTo>
                  <a:pt x="7265" y="1879"/>
                </a:lnTo>
                <a:lnTo>
                  <a:pt x="7424" y="1879"/>
                </a:lnTo>
                <a:lnTo>
                  <a:pt x="7424" y="1996"/>
                </a:lnTo>
                <a:moveTo>
                  <a:pt x="7159" y="1996"/>
                </a:moveTo>
                <a:lnTo>
                  <a:pt x="7000" y="1996"/>
                </a:lnTo>
                <a:lnTo>
                  <a:pt x="7000" y="1879"/>
                </a:lnTo>
                <a:lnTo>
                  <a:pt x="7159" y="1879"/>
                </a:lnTo>
                <a:lnTo>
                  <a:pt x="7159" y="1996"/>
                </a:lnTo>
                <a:moveTo>
                  <a:pt x="6894" y="1996"/>
                </a:moveTo>
                <a:lnTo>
                  <a:pt x="6735" y="1996"/>
                </a:lnTo>
                <a:lnTo>
                  <a:pt x="6735" y="1879"/>
                </a:lnTo>
                <a:lnTo>
                  <a:pt x="6894" y="1879"/>
                </a:lnTo>
                <a:lnTo>
                  <a:pt x="6894" y="1996"/>
                </a:lnTo>
                <a:moveTo>
                  <a:pt x="6629" y="1996"/>
                </a:moveTo>
                <a:lnTo>
                  <a:pt x="6470" y="1996"/>
                </a:lnTo>
                <a:lnTo>
                  <a:pt x="6470" y="1879"/>
                </a:lnTo>
                <a:lnTo>
                  <a:pt x="6629" y="1879"/>
                </a:lnTo>
                <a:lnTo>
                  <a:pt x="6629" y="1996"/>
                </a:lnTo>
                <a:moveTo>
                  <a:pt x="6364" y="1996"/>
                </a:moveTo>
                <a:lnTo>
                  <a:pt x="6206" y="1996"/>
                </a:lnTo>
                <a:lnTo>
                  <a:pt x="6206" y="1879"/>
                </a:lnTo>
                <a:lnTo>
                  <a:pt x="6364" y="1879"/>
                </a:lnTo>
                <a:lnTo>
                  <a:pt x="6364" y="1996"/>
                </a:lnTo>
                <a:moveTo>
                  <a:pt x="6100" y="1996"/>
                </a:moveTo>
                <a:lnTo>
                  <a:pt x="5941" y="1996"/>
                </a:lnTo>
                <a:lnTo>
                  <a:pt x="5941" y="1879"/>
                </a:lnTo>
                <a:lnTo>
                  <a:pt x="6100" y="1879"/>
                </a:lnTo>
                <a:lnTo>
                  <a:pt x="6100" y="1996"/>
                </a:lnTo>
                <a:moveTo>
                  <a:pt x="5835" y="1996"/>
                </a:moveTo>
                <a:lnTo>
                  <a:pt x="5676" y="1996"/>
                </a:lnTo>
                <a:lnTo>
                  <a:pt x="5676" y="1879"/>
                </a:lnTo>
                <a:lnTo>
                  <a:pt x="5835" y="1879"/>
                </a:lnTo>
                <a:lnTo>
                  <a:pt x="5835" y="1996"/>
                </a:lnTo>
                <a:moveTo>
                  <a:pt x="5570" y="1996"/>
                </a:moveTo>
                <a:lnTo>
                  <a:pt x="5411" y="1996"/>
                </a:lnTo>
                <a:lnTo>
                  <a:pt x="5411" y="1879"/>
                </a:lnTo>
                <a:lnTo>
                  <a:pt x="5570" y="1879"/>
                </a:lnTo>
                <a:lnTo>
                  <a:pt x="5570" y="1996"/>
                </a:lnTo>
                <a:moveTo>
                  <a:pt x="5305" y="1996"/>
                </a:moveTo>
                <a:lnTo>
                  <a:pt x="5146" y="1996"/>
                </a:lnTo>
                <a:lnTo>
                  <a:pt x="5146" y="1879"/>
                </a:lnTo>
                <a:lnTo>
                  <a:pt x="5305" y="1879"/>
                </a:lnTo>
                <a:lnTo>
                  <a:pt x="5305" y="1996"/>
                </a:lnTo>
                <a:moveTo>
                  <a:pt x="5040" y="1996"/>
                </a:moveTo>
                <a:lnTo>
                  <a:pt x="4882" y="1996"/>
                </a:lnTo>
                <a:lnTo>
                  <a:pt x="4882" y="1879"/>
                </a:lnTo>
                <a:lnTo>
                  <a:pt x="5040" y="1879"/>
                </a:lnTo>
                <a:lnTo>
                  <a:pt x="5040" y="1996"/>
                </a:lnTo>
                <a:moveTo>
                  <a:pt x="4776" y="1996"/>
                </a:moveTo>
                <a:lnTo>
                  <a:pt x="4617" y="1996"/>
                </a:lnTo>
                <a:lnTo>
                  <a:pt x="4617" y="1879"/>
                </a:lnTo>
                <a:lnTo>
                  <a:pt x="4776" y="1879"/>
                </a:lnTo>
                <a:lnTo>
                  <a:pt x="4776" y="1996"/>
                </a:lnTo>
                <a:moveTo>
                  <a:pt x="4511" y="1996"/>
                </a:moveTo>
                <a:lnTo>
                  <a:pt x="4352" y="1996"/>
                </a:lnTo>
                <a:lnTo>
                  <a:pt x="4352" y="1879"/>
                </a:lnTo>
                <a:lnTo>
                  <a:pt x="4511" y="1879"/>
                </a:lnTo>
                <a:lnTo>
                  <a:pt x="4511" y="1996"/>
                </a:lnTo>
                <a:moveTo>
                  <a:pt x="4246" y="1996"/>
                </a:moveTo>
                <a:lnTo>
                  <a:pt x="4087" y="1996"/>
                </a:lnTo>
                <a:lnTo>
                  <a:pt x="4087" y="1879"/>
                </a:lnTo>
                <a:lnTo>
                  <a:pt x="4246" y="1879"/>
                </a:lnTo>
                <a:lnTo>
                  <a:pt x="4246" y="1996"/>
                </a:lnTo>
                <a:moveTo>
                  <a:pt x="3981" y="1996"/>
                </a:moveTo>
                <a:lnTo>
                  <a:pt x="3822" y="1996"/>
                </a:lnTo>
                <a:lnTo>
                  <a:pt x="3822" y="1879"/>
                </a:lnTo>
                <a:lnTo>
                  <a:pt x="3981" y="1879"/>
                </a:lnTo>
                <a:lnTo>
                  <a:pt x="3981" y="1996"/>
                </a:lnTo>
                <a:moveTo>
                  <a:pt x="3716" y="1996"/>
                </a:moveTo>
                <a:lnTo>
                  <a:pt x="3558" y="1996"/>
                </a:lnTo>
                <a:lnTo>
                  <a:pt x="3558" y="1879"/>
                </a:lnTo>
                <a:lnTo>
                  <a:pt x="3716" y="1879"/>
                </a:lnTo>
                <a:lnTo>
                  <a:pt x="3716" y="1996"/>
                </a:lnTo>
                <a:moveTo>
                  <a:pt x="3452" y="1996"/>
                </a:moveTo>
                <a:lnTo>
                  <a:pt x="3293" y="1996"/>
                </a:lnTo>
                <a:lnTo>
                  <a:pt x="3293" y="1879"/>
                </a:lnTo>
                <a:lnTo>
                  <a:pt x="3452" y="1879"/>
                </a:lnTo>
                <a:lnTo>
                  <a:pt x="3452" y="1996"/>
                </a:lnTo>
                <a:moveTo>
                  <a:pt x="3187" y="1996"/>
                </a:moveTo>
                <a:lnTo>
                  <a:pt x="3028" y="1996"/>
                </a:lnTo>
                <a:lnTo>
                  <a:pt x="3028" y="1879"/>
                </a:lnTo>
                <a:lnTo>
                  <a:pt x="3187" y="1879"/>
                </a:lnTo>
                <a:lnTo>
                  <a:pt x="3187" y="1996"/>
                </a:lnTo>
                <a:moveTo>
                  <a:pt x="2922" y="1996"/>
                </a:moveTo>
                <a:lnTo>
                  <a:pt x="2763" y="1996"/>
                </a:lnTo>
                <a:lnTo>
                  <a:pt x="2763" y="1879"/>
                </a:lnTo>
                <a:lnTo>
                  <a:pt x="2922" y="1879"/>
                </a:lnTo>
                <a:lnTo>
                  <a:pt x="2922" y="1996"/>
                </a:lnTo>
                <a:moveTo>
                  <a:pt x="2657" y="1996"/>
                </a:moveTo>
                <a:lnTo>
                  <a:pt x="2498" y="1996"/>
                </a:lnTo>
                <a:lnTo>
                  <a:pt x="2498" y="1879"/>
                </a:lnTo>
                <a:lnTo>
                  <a:pt x="2657" y="1879"/>
                </a:lnTo>
                <a:lnTo>
                  <a:pt x="2657" y="1996"/>
                </a:lnTo>
                <a:moveTo>
                  <a:pt x="2392" y="1996"/>
                </a:moveTo>
                <a:lnTo>
                  <a:pt x="2234" y="1996"/>
                </a:lnTo>
                <a:lnTo>
                  <a:pt x="2234" y="1879"/>
                </a:lnTo>
                <a:lnTo>
                  <a:pt x="2392" y="1879"/>
                </a:lnTo>
                <a:lnTo>
                  <a:pt x="2392" y="1996"/>
                </a:lnTo>
                <a:moveTo>
                  <a:pt x="2128" y="1996"/>
                </a:moveTo>
                <a:lnTo>
                  <a:pt x="1969" y="1996"/>
                </a:lnTo>
                <a:lnTo>
                  <a:pt x="1969" y="1879"/>
                </a:lnTo>
                <a:lnTo>
                  <a:pt x="2128" y="1879"/>
                </a:lnTo>
                <a:lnTo>
                  <a:pt x="2128" y="1996"/>
                </a:lnTo>
                <a:moveTo>
                  <a:pt x="1863" y="1996"/>
                </a:moveTo>
                <a:lnTo>
                  <a:pt x="1704" y="1996"/>
                </a:lnTo>
                <a:lnTo>
                  <a:pt x="1704" y="1879"/>
                </a:lnTo>
                <a:lnTo>
                  <a:pt x="1863" y="1879"/>
                </a:lnTo>
                <a:lnTo>
                  <a:pt x="1863" y="1996"/>
                </a:lnTo>
                <a:moveTo>
                  <a:pt x="1598" y="1996"/>
                </a:moveTo>
                <a:lnTo>
                  <a:pt x="1439" y="1996"/>
                </a:lnTo>
                <a:lnTo>
                  <a:pt x="1439" y="1879"/>
                </a:lnTo>
                <a:lnTo>
                  <a:pt x="1598" y="1879"/>
                </a:lnTo>
                <a:lnTo>
                  <a:pt x="1598" y="1996"/>
                </a:lnTo>
                <a:moveTo>
                  <a:pt x="1333" y="1996"/>
                </a:moveTo>
                <a:lnTo>
                  <a:pt x="1174" y="1996"/>
                </a:lnTo>
                <a:lnTo>
                  <a:pt x="1174" y="1879"/>
                </a:lnTo>
                <a:lnTo>
                  <a:pt x="1333" y="1879"/>
                </a:lnTo>
                <a:lnTo>
                  <a:pt x="1333" y="1996"/>
                </a:lnTo>
                <a:moveTo>
                  <a:pt x="1068" y="1996"/>
                </a:moveTo>
                <a:lnTo>
                  <a:pt x="910" y="1996"/>
                </a:lnTo>
                <a:lnTo>
                  <a:pt x="910" y="1879"/>
                </a:lnTo>
                <a:lnTo>
                  <a:pt x="1068" y="1879"/>
                </a:lnTo>
                <a:lnTo>
                  <a:pt x="1068" y="1996"/>
                </a:lnTo>
                <a:moveTo>
                  <a:pt x="804" y="1996"/>
                </a:moveTo>
                <a:lnTo>
                  <a:pt x="645" y="1996"/>
                </a:lnTo>
                <a:lnTo>
                  <a:pt x="645" y="1879"/>
                </a:lnTo>
                <a:lnTo>
                  <a:pt x="804" y="1879"/>
                </a:lnTo>
                <a:lnTo>
                  <a:pt x="804" y="1996"/>
                </a:lnTo>
                <a:moveTo>
                  <a:pt x="539" y="1996"/>
                </a:moveTo>
                <a:lnTo>
                  <a:pt x="380" y="1996"/>
                </a:lnTo>
                <a:lnTo>
                  <a:pt x="380" y="1879"/>
                </a:lnTo>
                <a:lnTo>
                  <a:pt x="539" y="1879"/>
                </a:lnTo>
                <a:lnTo>
                  <a:pt x="539" y="1996"/>
                </a:lnTo>
                <a:moveTo>
                  <a:pt x="270" y="1995"/>
                </a:moveTo>
                <a:cubicBezTo>
                  <a:pt x="201" y="1988"/>
                  <a:pt x="141" y="1961"/>
                  <a:pt x="91" y="1913"/>
                </a:cubicBezTo>
                <a:lnTo>
                  <a:pt x="172" y="1829"/>
                </a:lnTo>
                <a:cubicBezTo>
                  <a:pt x="202" y="1858"/>
                  <a:pt x="238" y="1875"/>
                  <a:pt x="280" y="1879"/>
                </a:cubicBezTo>
                <a:lnTo>
                  <a:pt x="270" y="1995"/>
                </a:lnTo>
                <a:moveTo>
                  <a:pt x="18" y="1803"/>
                </a:moveTo>
                <a:cubicBezTo>
                  <a:pt x="6" y="1769"/>
                  <a:pt x="0" y="1735"/>
                  <a:pt x="0" y="1698"/>
                </a:cubicBezTo>
                <a:lnTo>
                  <a:pt x="0" y="1624"/>
                </a:lnTo>
                <a:lnTo>
                  <a:pt x="116" y="1624"/>
                </a:lnTo>
                <a:lnTo>
                  <a:pt x="116" y="1698"/>
                </a:lnTo>
                <a:cubicBezTo>
                  <a:pt x="116" y="1721"/>
                  <a:pt x="120" y="1742"/>
                  <a:pt x="128" y="1762"/>
                </a:cubicBezTo>
                <a:lnTo>
                  <a:pt x="18" y="1803"/>
                </a:lnTo>
                <a:moveTo>
                  <a:pt x="0" y="1518"/>
                </a:moveTo>
                <a:lnTo>
                  <a:pt x="0" y="1359"/>
                </a:lnTo>
                <a:lnTo>
                  <a:pt x="116" y="1359"/>
                </a:lnTo>
                <a:lnTo>
                  <a:pt x="116" y="1518"/>
                </a:lnTo>
                <a:lnTo>
                  <a:pt x="0" y="1518"/>
                </a:lnTo>
                <a:moveTo>
                  <a:pt x="0" y="1253"/>
                </a:moveTo>
                <a:lnTo>
                  <a:pt x="0" y="1095"/>
                </a:lnTo>
                <a:lnTo>
                  <a:pt x="116" y="1095"/>
                </a:lnTo>
                <a:lnTo>
                  <a:pt x="116" y="1253"/>
                </a:lnTo>
                <a:lnTo>
                  <a:pt x="0" y="1253"/>
                </a:lnTo>
                <a:moveTo>
                  <a:pt x="0" y="989"/>
                </a:moveTo>
                <a:lnTo>
                  <a:pt x="0" y="830"/>
                </a:lnTo>
                <a:lnTo>
                  <a:pt x="116" y="830"/>
                </a:lnTo>
                <a:lnTo>
                  <a:pt x="116" y="989"/>
                </a:lnTo>
                <a:lnTo>
                  <a:pt x="0" y="989"/>
                </a:lnTo>
                <a:moveTo>
                  <a:pt x="0" y="724"/>
                </a:moveTo>
                <a:lnTo>
                  <a:pt x="0" y="565"/>
                </a:lnTo>
                <a:lnTo>
                  <a:pt x="116" y="565"/>
                </a:lnTo>
                <a:lnTo>
                  <a:pt x="116" y="724"/>
                </a:lnTo>
                <a:lnTo>
                  <a:pt x="0" y="724"/>
                </a:lnTo>
                <a:moveTo>
                  <a:pt x="0" y="459"/>
                </a:moveTo>
                <a:lnTo>
                  <a:pt x="0" y="300"/>
                </a:lnTo>
                <a:lnTo>
                  <a:pt x="116" y="300"/>
                </a:lnTo>
                <a:lnTo>
                  <a:pt x="116" y="459"/>
                </a:lnTo>
                <a:lnTo>
                  <a:pt x="0" y="459"/>
                </a:lnTo>
                <a:moveTo>
                  <a:pt x="27" y="173"/>
                </a:moveTo>
                <a:cubicBezTo>
                  <a:pt x="56" y="110"/>
                  <a:pt x="101" y="63"/>
                  <a:pt x="163" y="32"/>
                </a:cubicBezTo>
                <a:lnTo>
                  <a:pt x="215" y="136"/>
                </a:lnTo>
                <a:cubicBezTo>
                  <a:pt x="178" y="154"/>
                  <a:pt x="150" y="183"/>
                  <a:pt x="133" y="221"/>
                </a:cubicBezTo>
                <a:lnTo>
                  <a:pt x="27" y="173"/>
                </a:lnTo>
                <a:moveTo>
                  <a:pt x="290" y="0"/>
                </a:moveTo>
                <a:cubicBezTo>
                  <a:pt x="292" y="0"/>
                  <a:pt x="294" y="0"/>
                  <a:pt x="296" y="0"/>
                </a:cubicBezTo>
                <a:lnTo>
                  <a:pt x="455" y="0"/>
                </a:lnTo>
                <a:lnTo>
                  <a:pt x="455" y="116"/>
                </a:lnTo>
                <a:lnTo>
                  <a:pt x="296" y="116"/>
                </a:lnTo>
                <a:cubicBezTo>
                  <a:pt x="295" y="116"/>
                  <a:pt x="294" y="116"/>
                  <a:pt x="293" y="116"/>
                </a:cubicBezTo>
                <a:lnTo>
                  <a:pt x="290" y="0"/>
                </a:lnTo>
                <a:close/>
              </a:path>
            </a:pathLst>
          </a:custGeom>
          <a:solidFill>
            <a:srgbClr val="e0a8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1981080" y="1438200"/>
            <a:ext cx="2438640" cy="428760"/>
          </a:xfrm>
          <a:custGeom>
            <a:avLst/>
            <a:gdLst/>
            <a:ahLst/>
            <a:rect l="0" t="0" r="r" b="b"/>
            <a:pathLst>
              <a:path w="6774" h="1191">
                <a:moveTo>
                  <a:pt x="0" y="1033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6615" y="0"/>
                </a:lnTo>
                <a:cubicBezTo>
                  <a:pt x="6626" y="0"/>
                  <a:pt x="6636" y="1"/>
                  <a:pt x="6646" y="3"/>
                </a:cubicBezTo>
                <a:cubicBezTo>
                  <a:pt x="6657" y="5"/>
                  <a:pt x="6667" y="8"/>
                  <a:pt x="6676" y="12"/>
                </a:cubicBezTo>
                <a:cubicBezTo>
                  <a:pt x="6686" y="16"/>
                  <a:pt x="6695" y="21"/>
                  <a:pt x="6704" y="26"/>
                </a:cubicBezTo>
                <a:cubicBezTo>
                  <a:pt x="6712" y="32"/>
                  <a:pt x="6720" y="39"/>
                  <a:pt x="6728" y="46"/>
                </a:cubicBezTo>
                <a:cubicBezTo>
                  <a:pt x="6735" y="54"/>
                  <a:pt x="6742" y="62"/>
                  <a:pt x="6747" y="70"/>
                </a:cubicBezTo>
                <a:cubicBezTo>
                  <a:pt x="6753" y="79"/>
                  <a:pt x="6758" y="88"/>
                  <a:pt x="6762" y="98"/>
                </a:cubicBezTo>
                <a:cubicBezTo>
                  <a:pt x="6766" y="107"/>
                  <a:pt x="6769" y="117"/>
                  <a:pt x="6771" y="127"/>
                </a:cubicBezTo>
                <a:cubicBezTo>
                  <a:pt x="6773" y="138"/>
                  <a:pt x="6774" y="148"/>
                  <a:pt x="6774" y="158"/>
                </a:cubicBezTo>
                <a:lnTo>
                  <a:pt x="6774" y="1033"/>
                </a:lnTo>
                <a:cubicBezTo>
                  <a:pt x="6774" y="1043"/>
                  <a:pt x="6773" y="1053"/>
                  <a:pt x="6771" y="1064"/>
                </a:cubicBezTo>
                <a:cubicBezTo>
                  <a:pt x="6769" y="1074"/>
                  <a:pt x="6766" y="1084"/>
                  <a:pt x="6762" y="1093"/>
                </a:cubicBezTo>
                <a:cubicBezTo>
                  <a:pt x="6758" y="1103"/>
                  <a:pt x="6753" y="1112"/>
                  <a:pt x="6747" y="1121"/>
                </a:cubicBezTo>
                <a:cubicBezTo>
                  <a:pt x="6742" y="1129"/>
                  <a:pt x="6735" y="1137"/>
                  <a:pt x="6728" y="1145"/>
                </a:cubicBezTo>
                <a:cubicBezTo>
                  <a:pt x="6720" y="1152"/>
                  <a:pt x="6712" y="1159"/>
                  <a:pt x="6704" y="1165"/>
                </a:cubicBezTo>
                <a:cubicBezTo>
                  <a:pt x="6695" y="1170"/>
                  <a:pt x="6686" y="1175"/>
                  <a:pt x="6676" y="1179"/>
                </a:cubicBezTo>
                <a:cubicBezTo>
                  <a:pt x="6667" y="1183"/>
                  <a:pt x="6657" y="1186"/>
                  <a:pt x="6646" y="1188"/>
                </a:cubicBezTo>
                <a:cubicBezTo>
                  <a:pt x="6636" y="1190"/>
                  <a:pt x="6626" y="1191"/>
                  <a:pt x="6615" y="1191"/>
                </a:cubicBezTo>
                <a:lnTo>
                  <a:pt x="159" y="1191"/>
                </a:lnTo>
                <a:cubicBezTo>
                  <a:pt x="148" y="1191"/>
                  <a:pt x="138" y="1190"/>
                  <a:pt x="128" y="1188"/>
                </a:cubicBezTo>
                <a:cubicBezTo>
                  <a:pt x="117" y="1186"/>
                  <a:pt x="107" y="1183"/>
                  <a:pt x="98" y="1179"/>
                </a:cubicBezTo>
                <a:cubicBezTo>
                  <a:pt x="88" y="1175"/>
                  <a:pt x="79" y="1170"/>
                  <a:pt x="70" y="1165"/>
                </a:cubicBezTo>
                <a:cubicBezTo>
                  <a:pt x="62" y="1159"/>
                  <a:pt x="54" y="1152"/>
                  <a:pt x="46" y="1145"/>
                </a:cubicBezTo>
                <a:cubicBezTo>
                  <a:pt x="39" y="1137"/>
                  <a:pt x="32" y="1129"/>
                  <a:pt x="27" y="1121"/>
                </a:cubicBezTo>
                <a:cubicBezTo>
                  <a:pt x="21" y="1112"/>
                  <a:pt x="16" y="1103"/>
                  <a:pt x="12" y="1093"/>
                </a:cubicBezTo>
                <a:cubicBezTo>
                  <a:pt x="8" y="1084"/>
                  <a:pt x="5" y="1074"/>
                  <a:pt x="3" y="1064"/>
                </a:cubicBezTo>
                <a:cubicBezTo>
                  <a:pt x="1" y="1053"/>
                  <a:pt x="0" y="1043"/>
                  <a:pt x="0" y="103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720" y="1407960"/>
            <a:ext cx="1417564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Audio: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054880" y="1435320"/>
            <a:ext cx="2470046" cy="43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Courier New"/>
                <a:ea typeface="Courier New"/>
              </a:rPr>
              <a:t>WavDecoder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828720" y="2327400"/>
            <a:ext cx="5186203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torchcodec.decoders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WavDecoder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981000" y="34668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828720" y="2765520"/>
            <a:ext cx="6297393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samples = WavDecoder(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"audio.wav"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).get_all_samples()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981000" y="39337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60"/>
                  <a:pt x="191" y="172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2"/>
                  <a:pt x="13" y="160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1200240" y="3340080"/>
            <a:ext cx="6996067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Reads WAV data directly, </a:t>
            </a:r>
            <a:r>
              <a:rPr lang="en-US" sz="210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bypassing FFmpeg </a:t>
            </a:r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entirely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1971360" y="3809880"/>
            <a:ext cx="2495880" cy="352800"/>
          </a:xfrm>
          <a:custGeom>
            <a:avLst/>
            <a:gdLst/>
            <a:ahLst/>
            <a:rect l="0" t="0" r="r" b="b"/>
            <a:pathLst>
              <a:path w="6933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775" y="0"/>
                </a:lnTo>
                <a:cubicBezTo>
                  <a:pt x="6785" y="0"/>
                  <a:pt x="6795" y="1"/>
                  <a:pt x="6806" y="3"/>
                </a:cubicBezTo>
                <a:cubicBezTo>
                  <a:pt x="6816" y="5"/>
                  <a:pt x="6826" y="8"/>
                  <a:pt x="6835" y="12"/>
                </a:cubicBezTo>
                <a:cubicBezTo>
                  <a:pt x="6845" y="16"/>
                  <a:pt x="6854" y="21"/>
                  <a:pt x="6863" y="27"/>
                </a:cubicBezTo>
                <a:cubicBezTo>
                  <a:pt x="6872" y="32"/>
                  <a:pt x="6880" y="39"/>
                  <a:pt x="6887" y="46"/>
                </a:cubicBezTo>
                <a:cubicBezTo>
                  <a:pt x="6894" y="54"/>
                  <a:pt x="6901" y="62"/>
                  <a:pt x="6907" y="70"/>
                </a:cubicBezTo>
                <a:cubicBezTo>
                  <a:pt x="6912" y="79"/>
                  <a:pt x="6917" y="88"/>
                  <a:pt x="6921" y="98"/>
                </a:cubicBezTo>
                <a:cubicBezTo>
                  <a:pt x="6925" y="107"/>
                  <a:pt x="6928" y="117"/>
                  <a:pt x="6930" y="128"/>
                </a:cubicBezTo>
                <a:cubicBezTo>
                  <a:pt x="6932" y="138"/>
                  <a:pt x="6933" y="148"/>
                  <a:pt x="6933" y="159"/>
                </a:cubicBezTo>
                <a:lnTo>
                  <a:pt x="6933" y="821"/>
                </a:lnTo>
                <a:cubicBezTo>
                  <a:pt x="6933" y="831"/>
                  <a:pt x="6932" y="842"/>
                  <a:pt x="6930" y="852"/>
                </a:cubicBezTo>
                <a:cubicBezTo>
                  <a:pt x="6928" y="862"/>
                  <a:pt x="6925" y="872"/>
                  <a:pt x="6921" y="882"/>
                </a:cubicBezTo>
                <a:cubicBezTo>
                  <a:pt x="6917" y="891"/>
                  <a:pt x="6912" y="901"/>
                  <a:pt x="6907" y="909"/>
                </a:cubicBezTo>
                <a:cubicBezTo>
                  <a:pt x="6901" y="918"/>
                  <a:pt x="6894" y="926"/>
                  <a:pt x="6887" y="933"/>
                </a:cubicBezTo>
                <a:cubicBezTo>
                  <a:pt x="6880" y="941"/>
                  <a:pt x="6872" y="947"/>
                  <a:pt x="6863" y="953"/>
                </a:cubicBezTo>
                <a:cubicBezTo>
                  <a:pt x="6854" y="959"/>
                  <a:pt x="6845" y="964"/>
                  <a:pt x="6835" y="968"/>
                </a:cubicBezTo>
                <a:cubicBezTo>
                  <a:pt x="6826" y="972"/>
                  <a:pt x="6816" y="975"/>
                  <a:pt x="6806" y="977"/>
                </a:cubicBezTo>
                <a:cubicBezTo>
                  <a:pt x="6795" y="979"/>
                  <a:pt x="6785" y="980"/>
                  <a:pt x="6775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1"/>
                  <a:pt x="47" y="933"/>
                </a:cubicBezTo>
                <a:cubicBezTo>
                  <a:pt x="40" y="926"/>
                  <a:pt x="33" y="918"/>
                  <a:pt x="27" y="909"/>
                </a:cubicBezTo>
                <a:cubicBezTo>
                  <a:pt x="21" y="901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200240" y="3806640"/>
            <a:ext cx="83319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Same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2061720" y="3857040"/>
            <a:ext cx="2502705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get_all_samples()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4686120" y="3809880"/>
            <a:ext cx="4124520" cy="352800"/>
          </a:xfrm>
          <a:custGeom>
            <a:avLst/>
            <a:gdLst/>
            <a:ahLst/>
            <a:rect l="0" t="0" r="r" b="b"/>
            <a:pathLst>
              <a:path w="11457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1299" y="0"/>
                </a:lnTo>
                <a:cubicBezTo>
                  <a:pt x="11309" y="0"/>
                  <a:pt x="11319" y="1"/>
                  <a:pt x="11330" y="3"/>
                </a:cubicBezTo>
                <a:cubicBezTo>
                  <a:pt x="11340" y="5"/>
                  <a:pt x="11350" y="8"/>
                  <a:pt x="11359" y="12"/>
                </a:cubicBezTo>
                <a:cubicBezTo>
                  <a:pt x="11369" y="16"/>
                  <a:pt x="11378" y="21"/>
                  <a:pt x="11387" y="27"/>
                </a:cubicBezTo>
                <a:cubicBezTo>
                  <a:pt x="11396" y="32"/>
                  <a:pt x="11404" y="39"/>
                  <a:pt x="11411" y="46"/>
                </a:cubicBezTo>
                <a:cubicBezTo>
                  <a:pt x="11418" y="54"/>
                  <a:pt x="11425" y="62"/>
                  <a:pt x="11431" y="70"/>
                </a:cubicBezTo>
                <a:cubicBezTo>
                  <a:pt x="11436" y="79"/>
                  <a:pt x="11441" y="88"/>
                  <a:pt x="11445" y="98"/>
                </a:cubicBezTo>
                <a:cubicBezTo>
                  <a:pt x="11449" y="107"/>
                  <a:pt x="11452" y="117"/>
                  <a:pt x="11454" y="128"/>
                </a:cubicBezTo>
                <a:cubicBezTo>
                  <a:pt x="11456" y="138"/>
                  <a:pt x="11457" y="148"/>
                  <a:pt x="11457" y="159"/>
                </a:cubicBezTo>
                <a:lnTo>
                  <a:pt x="11457" y="821"/>
                </a:lnTo>
                <a:cubicBezTo>
                  <a:pt x="11457" y="831"/>
                  <a:pt x="11456" y="842"/>
                  <a:pt x="11454" y="852"/>
                </a:cubicBezTo>
                <a:cubicBezTo>
                  <a:pt x="11452" y="862"/>
                  <a:pt x="11449" y="872"/>
                  <a:pt x="11445" y="882"/>
                </a:cubicBezTo>
                <a:cubicBezTo>
                  <a:pt x="11441" y="891"/>
                  <a:pt x="11436" y="901"/>
                  <a:pt x="11431" y="909"/>
                </a:cubicBezTo>
                <a:cubicBezTo>
                  <a:pt x="11425" y="918"/>
                  <a:pt x="11418" y="926"/>
                  <a:pt x="11411" y="933"/>
                </a:cubicBezTo>
                <a:cubicBezTo>
                  <a:pt x="11404" y="941"/>
                  <a:pt x="11396" y="947"/>
                  <a:pt x="11387" y="953"/>
                </a:cubicBezTo>
                <a:cubicBezTo>
                  <a:pt x="11378" y="959"/>
                  <a:pt x="11369" y="964"/>
                  <a:pt x="11359" y="968"/>
                </a:cubicBezTo>
                <a:cubicBezTo>
                  <a:pt x="11350" y="972"/>
                  <a:pt x="11340" y="975"/>
                  <a:pt x="11330" y="977"/>
                </a:cubicBezTo>
                <a:cubicBezTo>
                  <a:pt x="11319" y="979"/>
                  <a:pt x="11309" y="980"/>
                  <a:pt x="11299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8" y="964"/>
                  <a:pt x="79" y="959"/>
                  <a:pt x="71" y="953"/>
                </a:cubicBezTo>
                <a:cubicBezTo>
                  <a:pt x="62" y="947"/>
                  <a:pt x="54" y="941"/>
                  <a:pt x="46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1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4464720" y="3806640"/>
            <a:ext cx="28771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/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777920" y="3857040"/>
            <a:ext cx="4268635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get_samples_played_in_range()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9239040" y="3809880"/>
            <a:ext cx="1819800" cy="352800"/>
          </a:xfrm>
          <a:custGeom>
            <a:avLst/>
            <a:gdLst/>
            <a:ahLst/>
            <a:rect l="0" t="0" r="r" b="b"/>
            <a:pathLst>
              <a:path w="5055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896" y="0"/>
                </a:lnTo>
                <a:cubicBezTo>
                  <a:pt x="4906" y="0"/>
                  <a:pt x="4917" y="1"/>
                  <a:pt x="4927" y="3"/>
                </a:cubicBezTo>
                <a:cubicBezTo>
                  <a:pt x="4937" y="5"/>
                  <a:pt x="4947" y="8"/>
                  <a:pt x="4957" y="12"/>
                </a:cubicBezTo>
                <a:cubicBezTo>
                  <a:pt x="4966" y="16"/>
                  <a:pt x="4975" y="21"/>
                  <a:pt x="4984" y="27"/>
                </a:cubicBezTo>
                <a:cubicBezTo>
                  <a:pt x="4993" y="32"/>
                  <a:pt x="5001" y="39"/>
                  <a:pt x="5008" y="46"/>
                </a:cubicBezTo>
                <a:cubicBezTo>
                  <a:pt x="5015" y="54"/>
                  <a:pt x="5022" y="62"/>
                  <a:pt x="5028" y="70"/>
                </a:cubicBezTo>
                <a:cubicBezTo>
                  <a:pt x="5034" y="79"/>
                  <a:pt x="5039" y="88"/>
                  <a:pt x="5043" y="98"/>
                </a:cubicBezTo>
                <a:cubicBezTo>
                  <a:pt x="5047" y="107"/>
                  <a:pt x="5050" y="117"/>
                  <a:pt x="5052" y="128"/>
                </a:cubicBezTo>
                <a:cubicBezTo>
                  <a:pt x="5054" y="138"/>
                  <a:pt x="5055" y="148"/>
                  <a:pt x="5055" y="159"/>
                </a:cubicBezTo>
                <a:lnTo>
                  <a:pt x="5055" y="821"/>
                </a:lnTo>
                <a:cubicBezTo>
                  <a:pt x="5055" y="831"/>
                  <a:pt x="5054" y="842"/>
                  <a:pt x="5052" y="852"/>
                </a:cubicBezTo>
                <a:cubicBezTo>
                  <a:pt x="5050" y="862"/>
                  <a:pt x="5047" y="872"/>
                  <a:pt x="5043" y="882"/>
                </a:cubicBezTo>
                <a:cubicBezTo>
                  <a:pt x="5039" y="891"/>
                  <a:pt x="5034" y="901"/>
                  <a:pt x="5028" y="909"/>
                </a:cubicBezTo>
                <a:cubicBezTo>
                  <a:pt x="5022" y="918"/>
                  <a:pt x="5015" y="926"/>
                  <a:pt x="5008" y="933"/>
                </a:cubicBezTo>
                <a:cubicBezTo>
                  <a:pt x="5001" y="941"/>
                  <a:pt x="4993" y="947"/>
                  <a:pt x="4984" y="953"/>
                </a:cubicBezTo>
                <a:cubicBezTo>
                  <a:pt x="4975" y="959"/>
                  <a:pt x="4966" y="964"/>
                  <a:pt x="4957" y="968"/>
                </a:cubicBezTo>
                <a:cubicBezTo>
                  <a:pt x="4947" y="972"/>
                  <a:pt x="4937" y="975"/>
                  <a:pt x="4927" y="977"/>
                </a:cubicBezTo>
                <a:cubicBezTo>
                  <a:pt x="4917" y="979"/>
                  <a:pt x="4906" y="980"/>
                  <a:pt x="4896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8" y="964"/>
                  <a:pt x="79" y="959"/>
                  <a:pt x="71" y="953"/>
                </a:cubicBezTo>
                <a:cubicBezTo>
                  <a:pt x="62" y="947"/>
                  <a:pt x="54" y="941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1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8813160" y="3806640"/>
            <a:ext cx="465004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as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981000" y="44002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9333720" y="385704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AudioDecoder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9486720" y="4276440"/>
            <a:ext cx="1810080" cy="352800"/>
          </a:xfrm>
          <a:custGeom>
            <a:avLst/>
            <a:gdLst/>
            <a:ahLst/>
            <a:rect l="0" t="0" r="r" b="b"/>
            <a:pathLst>
              <a:path w="5028" h="980">
                <a:moveTo>
                  <a:pt x="0" y="821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869" y="0"/>
                </a:lnTo>
                <a:cubicBezTo>
                  <a:pt x="4880" y="0"/>
                  <a:pt x="4890" y="1"/>
                  <a:pt x="4900" y="3"/>
                </a:cubicBezTo>
                <a:cubicBezTo>
                  <a:pt x="4911" y="5"/>
                  <a:pt x="4920" y="8"/>
                  <a:pt x="4930" y="12"/>
                </a:cubicBezTo>
                <a:cubicBezTo>
                  <a:pt x="4940" y="16"/>
                  <a:pt x="4949" y="21"/>
                  <a:pt x="4958" y="27"/>
                </a:cubicBezTo>
                <a:cubicBezTo>
                  <a:pt x="4966" y="33"/>
                  <a:pt x="4974" y="39"/>
                  <a:pt x="4982" y="47"/>
                </a:cubicBezTo>
                <a:cubicBezTo>
                  <a:pt x="4989" y="54"/>
                  <a:pt x="4996" y="62"/>
                  <a:pt x="5001" y="71"/>
                </a:cubicBezTo>
                <a:cubicBezTo>
                  <a:pt x="5007" y="80"/>
                  <a:pt x="5012" y="89"/>
                  <a:pt x="5016" y="98"/>
                </a:cubicBezTo>
                <a:cubicBezTo>
                  <a:pt x="5020" y="108"/>
                  <a:pt x="5023" y="118"/>
                  <a:pt x="5025" y="128"/>
                </a:cubicBezTo>
                <a:cubicBezTo>
                  <a:pt x="5027" y="138"/>
                  <a:pt x="5028" y="149"/>
                  <a:pt x="5028" y="159"/>
                </a:cubicBezTo>
                <a:lnTo>
                  <a:pt x="5028" y="821"/>
                </a:lnTo>
                <a:cubicBezTo>
                  <a:pt x="5028" y="832"/>
                  <a:pt x="5027" y="842"/>
                  <a:pt x="5025" y="852"/>
                </a:cubicBezTo>
                <a:cubicBezTo>
                  <a:pt x="5023" y="863"/>
                  <a:pt x="5020" y="873"/>
                  <a:pt x="5016" y="882"/>
                </a:cubicBezTo>
                <a:cubicBezTo>
                  <a:pt x="5012" y="892"/>
                  <a:pt x="5007" y="901"/>
                  <a:pt x="5001" y="910"/>
                </a:cubicBezTo>
                <a:cubicBezTo>
                  <a:pt x="4996" y="918"/>
                  <a:pt x="4989" y="926"/>
                  <a:pt x="4982" y="934"/>
                </a:cubicBezTo>
                <a:cubicBezTo>
                  <a:pt x="4974" y="941"/>
                  <a:pt x="4966" y="948"/>
                  <a:pt x="4958" y="953"/>
                </a:cubicBezTo>
                <a:cubicBezTo>
                  <a:pt x="4949" y="959"/>
                  <a:pt x="4940" y="964"/>
                  <a:pt x="4930" y="968"/>
                </a:cubicBezTo>
                <a:cubicBezTo>
                  <a:pt x="4920" y="972"/>
                  <a:pt x="4911" y="975"/>
                  <a:pt x="4900" y="977"/>
                </a:cubicBezTo>
                <a:cubicBezTo>
                  <a:pt x="4890" y="979"/>
                  <a:pt x="4880" y="980"/>
                  <a:pt x="4869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8" y="964"/>
                  <a:pt x="79" y="959"/>
                  <a:pt x="71" y="953"/>
                </a:cubicBezTo>
                <a:cubicBezTo>
                  <a:pt x="62" y="948"/>
                  <a:pt x="54" y="941"/>
                  <a:pt x="46" y="934"/>
                </a:cubicBezTo>
                <a:cubicBezTo>
                  <a:pt x="39" y="926"/>
                  <a:pt x="33" y="918"/>
                  <a:pt x="27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1200240" y="4273560"/>
            <a:ext cx="898166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Use it for WAV without resampling or channel remixing; otherwise use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576720" y="432360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AudioDecoder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14400" y="5010840"/>
            <a:ext cx="639187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8a6d00"/>
                </a:solidFill>
                <a:effectLst/>
                <a:uFillTx/>
                <a:latin typeface="Arial"/>
                <a:ea typeface="Arial"/>
              </a:rPr>
              <a:t>TODO benchmark: WavDecoder vs AudioDecoder on WAV files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880200" y="6397920"/>
            <a:ext cx="2162505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Performance tips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671400" y="1643040"/>
            <a:ext cx="10849320" cy="2286360"/>
          </a:xfrm>
          <a:custGeom>
            <a:avLst/>
            <a:gdLst/>
            <a:ahLst/>
            <a:rect l="0" t="0" r="r" b="b"/>
            <a:pathLst>
              <a:path w="30137" h="6351">
                <a:moveTo>
                  <a:pt x="0" y="6152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3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8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152"/>
                </a:lnTo>
                <a:cubicBezTo>
                  <a:pt x="30137" y="6165"/>
                  <a:pt x="30136" y="6178"/>
                  <a:pt x="30133" y="6191"/>
                </a:cubicBezTo>
                <a:cubicBezTo>
                  <a:pt x="30130" y="6204"/>
                  <a:pt x="30127" y="6216"/>
                  <a:pt x="30122" y="6228"/>
                </a:cubicBezTo>
                <a:cubicBezTo>
                  <a:pt x="30117" y="6240"/>
                  <a:pt x="30111" y="6252"/>
                  <a:pt x="30103" y="6262"/>
                </a:cubicBezTo>
                <a:cubicBezTo>
                  <a:pt x="30096" y="6273"/>
                  <a:pt x="30088" y="6283"/>
                  <a:pt x="30079" y="6292"/>
                </a:cubicBezTo>
                <a:cubicBezTo>
                  <a:pt x="30070" y="6302"/>
                  <a:pt x="30059" y="6310"/>
                  <a:pt x="30049" y="6317"/>
                </a:cubicBezTo>
                <a:cubicBezTo>
                  <a:pt x="30038" y="6324"/>
                  <a:pt x="30026" y="6330"/>
                  <a:pt x="30014" y="6335"/>
                </a:cubicBezTo>
                <a:cubicBezTo>
                  <a:pt x="30002" y="6340"/>
                  <a:pt x="29990" y="6344"/>
                  <a:pt x="29977" y="6347"/>
                </a:cubicBezTo>
                <a:cubicBezTo>
                  <a:pt x="29964" y="6349"/>
                  <a:pt x="29951" y="6351"/>
                  <a:pt x="29938" y="6351"/>
                </a:cubicBezTo>
                <a:lnTo>
                  <a:pt x="198" y="6351"/>
                </a:lnTo>
                <a:cubicBezTo>
                  <a:pt x="185" y="6351"/>
                  <a:pt x="172" y="6349"/>
                  <a:pt x="160" y="6347"/>
                </a:cubicBezTo>
                <a:cubicBezTo>
                  <a:pt x="147" y="6344"/>
                  <a:pt x="134" y="6340"/>
                  <a:pt x="122" y="6335"/>
                </a:cubicBezTo>
                <a:cubicBezTo>
                  <a:pt x="110" y="6330"/>
                  <a:pt x="99" y="6324"/>
                  <a:pt x="88" y="6317"/>
                </a:cubicBezTo>
                <a:cubicBezTo>
                  <a:pt x="77" y="6310"/>
                  <a:pt x="67" y="6302"/>
                  <a:pt x="58" y="6292"/>
                </a:cubicBezTo>
                <a:cubicBezTo>
                  <a:pt x="49" y="6283"/>
                  <a:pt x="40" y="6273"/>
                  <a:pt x="33" y="6262"/>
                </a:cubicBezTo>
                <a:cubicBezTo>
                  <a:pt x="26" y="6252"/>
                  <a:pt x="20" y="6240"/>
                  <a:pt x="15" y="6228"/>
                </a:cubicBezTo>
                <a:cubicBezTo>
                  <a:pt x="10" y="6216"/>
                  <a:pt x="6" y="6204"/>
                  <a:pt x="4" y="6191"/>
                </a:cubicBezTo>
                <a:cubicBezTo>
                  <a:pt x="1" y="6178"/>
                  <a:pt x="0" y="6165"/>
                  <a:pt x="0" y="615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671400" y="1643040"/>
            <a:ext cx="10849320" cy="2286360"/>
          </a:xfrm>
          <a:custGeom>
            <a:avLst/>
            <a:gdLst/>
            <a:ahLst/>
            <a:rect l="0" t="0" r="r" b="b"/>
            <a:pathLst>
              <a:path w="30137" h="6351">
                <a:moveTo>
                  <a:pt x="0" y="6152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3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8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152"/>
                </a:lnTo>
                <a:cubicBezTo>
                  <a:pt x="30137" y="6165"/>
                  <a:pt x="30136" y="6178"/>
                  <a:pt x="30133" y="6191"/>
                </a:cubicBezTo>
                <a:cubicBezTo>
                  <a:pt x="30130" y="6204"/>
                  <a:pt x="30127" y="6216"/>
                  <a:pt x="30122" y="6228"/>
                </a:cubicBezTo>
                <a:cubicBezTo>
                  <a:pt x="30117" y="6240"/>
                  <a:pt x="30111" y="6252"/>
                  <a:pt x="30103" y="6262"/>
                </a:cubicBezTo>
                <a:cubicBezTo>
                  <a:pt x="30096" y="6273"/>
                  <a:pt x="30088" y="6283"/>
                  <a:pt x="30079" y="6292"/>
                </a:cubicBezTo>
                <a:cubicBezTo>
                  <a:pt x="30070" y="6302"/>
                  <a:pt x="30059" y="6310"/>
                  <a:pt x="30049" y="6317"/>
                </a:cubicBezTo>
                <a:cubicBezTo>
                  <a:pt x="30038" y="6324"/>
                  <a:pt x="30026" y="6330"/>
                  <a:pt x="30014" y="6335"/>
                </a:cubicBezTo>
                <a:cubicBezTo>
                  <a:pt x="30002" y="6340"/>
                  <a:pt x="29990" y="6344"/>
                  <a:pt x="29977" y="6347"/>
                </a:cubicBezTo>
                <a:cubicBezTo>
                  <a:pt x="29964" y="6349"/>
                  <a:pt x="29951" y="6351"/>
                  <a:pt x="29938" y="6351"/>
                </a:cubicBezTo>
                <a:lnTo>
                  <a:pt x="198" y="6351"/>
                </a:lnTo>
                <a:cubicBezTo>
                  <a:pt x="185" y="6351"/>
                  <a:pt x="172" y="6349"/>
                  <a:pt x="160" y="6347"/>
                </a:cubicBezTo>
                <a:cubicBezTo>
                  <a:pt x="147" y="6344"/>
                  <a:pt x="134" y="6340"/>
                  <a:pt x="122" y="6335"/>
                </a:cubicBezTo>
                <a:cubicBezTo>
                  <a:pt x="110" y="6330"/>
                  <a:pt x="99" y="6324"/>
                  <a:pt x="88" y="6317"/>
                </a:cubicBezTo>
                <a:cubicBezTo>
                  <a:pt x="77" y="6310"/>
                  <a:pt x="67" y="6302"/>
                  <a:pt x="58" y="6292"/>
                </a:cubicBezTo>
                <a:cubicBezTo>
                  <a:pt x="49" y="6283"/>
                  <a:pt x="40" y="6273"/>
                  <a:pt x="33" y="6262"/>
                </a:cubicBezTo>
                <a:cubicBezTo>
                  <a:pt x="26" y="6252"/>
                  <a:pt x="20" y="6240"/>
                  <a:pt x="15" y="6228"/>
                </a:cubicBezTo>
                <a:cubicBezTo>
                  <a:pt x="10" y="6216"/>
                  <a:pt x="6" y="6204"/>
                  <a:pt x="4" y="6191"/>
                </a:cubicBezTo>
                <a:cubicBezTo>
                  <a:pt x="1" y="6178"/>
                  <a:pt x="0" y="6165"/>
                  <a:pt x="0" y="615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666720" y="921960"/>
            <a:ext cx="5875545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And on the way out: encoding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828720" y="1803600"/>
            <a:ext cx="4815676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torchcodec.encoders </a:t>
            </a:r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Encoder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828720" y="2241720"/>
            <a:ext cx="234640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encoder = Encoder()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28720" y="2460600"/>
            <a:ext cx="9877464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 = encoder.add_video(height=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1080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width=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1920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frame_rate=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30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device=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"cuda"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828720" y="2679840"/>
            <a:ext cx="7408972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audio = encoder.add_audio(sample_rate=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44100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, num_channels=</a:t>
            </a:r>
            <a:r>
              <a:rPr lang="en-US" sz="1500" b="0" u="none" strike="noStrik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2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828720" y="3117960"/>
            <a:ext cx="456878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cf222e"/>
                </a:solidFill>
                <a:effectLst/>
                <a:uFillTx/>
                <a:latin typeface="Courier New"/>
                <a:ea typeface="Courier New"/>
              </a:rPr>
              <a:t>with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encoder.open_file(</a:t>
            </a:r>
            <a:r>
              <a:rPr lang="en-US" sz="1500" b="0" u="none" strike="noStrik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"output.mp4"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):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828720" y="3336840"/>
            <a:ext cx="3457598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video.add_frames(frames)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981000" y="42573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828720" y="3556080"/>
            <a:ext cx="3704875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  audio.add_samples(samples)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981000" y="4724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8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1200240" y="4130640"/>
            <a:ext cx="634132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Multiple video and audio streams in one container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981000" y="5190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8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200240" y="4597200"/>
            <a:ext cx="7604928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Mix CPU and CUDA video streams, feed data incrementally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4981320" y="5067000"/>
            <a:ext cx="1810080" cy="343440"/>
          </a:xfrm>
          <a:custGeom>
            <a:avLst/>
            <a:gdLst/>
            <a:ahLst/>
            <a:rect l="0" t="0" r="r" b="b"/>
            <a:pathLst>
              <a:path w="5028" h="954">
                <a:moveTo>
                  <a:pt x="0" y="795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870" y="0"/>
                </a:lnTo>
                <a:cubicBezTo>
                  <a:pt x="4880" y="0"/>
                  <a:pt x="4890" y="1"/>
                  <a:pt x="4901" y="3"/>
                </a:cubicBezTo>
                <a:cubicBezTo>
                  <a:pt x="4911" y="5"/>
                  <a:pt x="4921" y="8"/>
                  <a:pt x="4930" y="12"/>
                </a:cubicBezTo>
                <a:cubicBezTo>
                  <a:pt x="4940" y="16"/>
                  <a:pt x="4949" y="21"/>
                  <a:pt x="4958" y="27"/>
                </a:cubicBezTo>
                <a:cubicBezTo>
                  <a:pt x="4966" y="33"/>
                  <a:pt x="4974" y="39"/>
                  <a:pt x="4982" y="47"/>
                </a:cubicBezTo>
                <a:cubicBezTo>
                  <a:pt x="4989" y="54"/>
                  <a:pt x="4996" y="62"/>
                  <a:pt x="5002" y="71"/>
                </a:cubicBezTo>
                <a:cubicBezTo>
                  <a:pt x="5007" y="80"/>
                  <a:pt x="5012" y="89"/>
                  <a:pt x="5016" y="98"/>
                </a:cubicBezTo>
                <a:cubicBezTo>
                  <a:pt x="5020" y="108"/>
                  <a:pt x="5023" y="118"/>
                  <a:pt x="5025" y="128"/>
                </a:cubicBezTo>
                <a:cubicBezTo>
                  <a:pt x="5027" y="138"/>
                  <a:pt x="5028" y="149"/>
                  <a:pt x="5028" y="159"/>
                </a:cubicBezTo>
                <a:lnTo>
                  <a:pt x="5028" y="795"/>
                </a:lnTo>
                <a:cubicBezTo>
                  <a:pt x="5028" y="806"/>
                  <a:pt x="5027" y="816"/>
                  <a:pt x="5025" y="826"/>
                </a:cubicBezTo>
                <a:cubicBezTo>
                  <a:pt x="5023" y="836"/>
                  <a:pt x="5020" y="846"/>
                  <a:pt x="5016" y="856"/>
                </a:cubicBezTo>
                <a:cubicBezTo>
                  <a:pt x="5012" y="865"/>
                  <a:pt x="5007" y="875"/>
                  <a:pt x="5002" y="883"/>
                </a:cubicBezTo>
                <a:cubicBezTo>
                  <a:pt x="4996" y="892"/>
                  <a:pt x="4989" y="900"/>
                  <a:pt x="4982" y="907"/>
                </a:cubicBezTo>
                <a:cubicBezTo>
                  <a:pt x="4974" y="915"/>
                  <a:pt x="4966" y="921"/>
                  <a:pt x="4958" y="927"/>
                </a:cubicBezTo>
                <a:cubicBezTo>
                  <a:pt x="4949" y="933"/>
                  <a:pt x="4940" y="938"/>
                  <a:pt x="4930" y="942"/>
                </a:cubicBezTo>
                <a:cubicBezTo>
                  <a:pt x="4921" y="946"/>
                  <a:pt x="4911" y="949"/>
                  <a:pt x="4901" y="951"/>
                </a:cubicBezTo>
                <a:cubicBezTo>
                  <a:pt x="4890" y="953"/>
                  <a:pt x="4880" y="954"/>
                  <a:pt x="4870" y="954"/>
                </a:cubicBezTo>
                <a:lnTo>
                  <a:pt x="159" y="954"/>
                </a:lnTo>
                <a:cubicBezTo>
                  <a:pt x="149" y="954"/>
                  <a:pt x="138" y="953"/>
                  <a:pt x="128" y="951"/>
                </a:cubicBezTo>
                <a:cubicBezTo>
                  <a:pt x="118" y="949"/>
                  <a:pt x="108" y="946"/>
                  <a:pt x="98" y="942"/>
                </a:cubicBezTo>
                <a:cubicBezTo>
                  <a:pt x="89" y="938"/>
                  <a:pt x="79" y="933"/>
                  <a:pt x="71" y="927"/>
                </a:cubicBezTo>
                <a:cubicBezTo>
                  <a:pt x="62" y="921"/>
                  <a:pt x="54" y="915"/>
                  <a:pt x="47" y="907"/>
                </a:cubicBezTo>
                <a:cubicBezTo>
                  <a:pt x="39" y="900"/>
                  <a:pt x="33" y="892"/>
                  <a:pt x="27" y="883"/>
                </a:cubicBezTo>
                <a:cubicBezTo>
                  <a:pt x="21" y="875"/>
                  <a:pt x="16" y="865"/>
                  <a:pt x="12" y="856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1200240" y="5064120"/>
            <a:ext cx="4083566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Simpler one-shot encoders too: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5071320" y="511416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VideoEncoder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6943680" y="5067000"/>
            <a:ext cx="1810080" cy="343440"/>
          </a:xfrm>
          <a:custGeom>
            <a:avLst/>
            <a:gdLst/>
            <a:ahLst/>
            <a:rect l="0" t="0" r="r" b="b"/>
            <a:pathLst>
              <a:path w="5028" h="954">
                <a:moveTo>
                  <a:pt x="0" y="795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869" y="0"/>
                </a:lnTo>
                <a:cubicBezTo>
                  <a:pt x="4879" y="0"/>
                  <a:pt x="4890" y="1"/>
                  <a:pt x="4900" y="3"/>
                </a:cubicBezTo>
                <a:cubicBezTo>
                  <a:pt x="4910" y="5"/>
                  <a:pt x="4920" y="8"/>
                  <a:pt x="4930" y="12"/>
                </a:cubicBezTo>
                <a:cubicBezTo>
                  <a:pt x="4939" y="16"/>
                  <a:pt x="4948" y="21"/>
                  <a:pt x="4957" y="27"/>
                </a:cubicBezTo>
                <a:cubicBezTo>
                  <a:pt x="4966" y="33"/>
                  <a:pt x="4974" y="39"/>
                  <a:pt x="4981" y="47"/>
                </a:cubicBezTo>
                <a:cubicBezTo>
                  <a:pt x="4989" y="54"/>
                  <a:pt x="4995" y="62"/>
                  <a:pt x="5001" y="71"/>
                </a:cubicBezTo>
                <a:cubicBezTo>
                  <a:pt x="5007" y="80"/>
                  <a:pt x="5012" y="89"/>
                  <a:pt x="5016" y="98"/>
                </a:cubicBezTo>
                <a:cubicBezTo>
                  <a:pt x="5020" y="108"/>
                  <a:pt x="5023" y="118"/>
                  <a:pt x="5025" y="128"/>
                </a:cubicBezTo>
                <a:cubicBezTo>
                  <a:pt x="5027" y="138"/>
                  <a:pt x="5028" y="149"/>
                  <a:pt x="5028" y="159"/>
                </a:cubicBezTo>
                <a:lnTo>
                  <a:pt x="5028" y="795"/>
                </a:lnTo>
                <a:cubicBezTo>
                  <a:pt x="5028" y="806"/>
                  <a:pt x="5027" y="816"/>
                  <a:pt x="5025" y="826"/>
                </a:cubicBezTo>
                <a:cubicBezTo>
                  <a:pt x="5023" y="836"/>
                  <a:pt x="5020" y="846"/>
                  <a:pt x="5016" y="856"/>
                </a:cubicBezTo>
                <a:cubicBezTo>
                  <a:pt x="5012" y="865"/>
                  <a:pt x="5007" y="875"/>
                  <a:pt x="5001" y="883"/>
                </a:cubicBezTo>
                <a:cubicBezTo>
                  <a:pt x="4995" y="892"/>
                  <a:pt x="4989" y="900"/>
                  <a:pt x="4981" y="907"/>
                </a:cubicBezTo>
                <a:cubicBezTo>
                  <a:pt x="4974" y="915"/>
                  <a:pt x="4966" y="921"/>
                  <a:pt x="4957" y="927"/>
                </a:cubicBezTo>
                <a:cubicBezTo>
                  <a:pt x="4948" y="933"/>
                  <a:pt x="4939" y="938"/>
                  <a:pt x="4930" y="942"/>
                </a:cubicBezTo>
                <a:cubicBezTo>
                  <a:pt x="4920" y="946"/>
                  <a:pt x="4910" y="949"/>
                  <a:pt x="4900" y="951"/>
                </a:cubicBezTo>
                <a:cubicBezTo>
                  <a:pt x="4890" y="953"/>
                  <a:pt x="4879" y="954"/>
                  <a:pt x="4869" y="954"/>
                </a:cubicBezTo>
                <a:lnTo>
                  <a:pt x="158" y="954"/>
                </a:lnTo>
                <a:cubicBezTo>
                  <a:pt x="148" y="954"/>
                  <a:pt x="138" y="953"/>
                  <a:pt x="127" y="951"/>
                </a:cubicBezTo>
                <a:cubicBezTo>
                  <a:pt x="117" y="949"/>
                  <a:pt x="107" y="946"/>
                  <a:pt x="98" y="942"/>
                </a:cubicBezTo>
                <a:cubicBezTo>
                  <a:pt x="88" y="938"/>
                  <a:pt x="79" y="933"/>
                  <a:pt x="70" y="927"/>
                </a:cubicBezTo>
                <a:cubicBezTo>
                  <a:pt x="62" y="921"/>
                  <a:pt x="53" y="915"/>
                  <a:pt x="46" y="907"/>
                </a:cubicBezTo>
                <a:cubicBezTo>
                  <a:pt x="39" y="900"/>
                  <a:pt x="32" y="892"/>
                  <a:pt x="26" y="883"/>
                </a:cubicBezTo>
                <a:cubicBezTo>
                  <a:pt x="21" y="875"/>
                  <a:pt x="16" y="865"/>
                  <a:pt x="12" y="856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6794280" y="5064120"/>
            <a:ext cx="28771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7032960" y="5114160"/>
            <a:ext cx="1766707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AudioEncoder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8905680" y="5067000"/>
            <a:ext cx="1676880" cy="343440"/>
          </a:xfrm>
          <a:custGeom>
            <a:avLst/>
            <a:gdLst/>
            <a:ahLst/>
            <a:rect l="0" t="0" r="r" b="b"/>
            <a:pathLst>
              <a:path w="4658" h="954">
                <a:moveTo>
                  <a:pt x="0" y="795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499" y="0"/>
                </a:lnTo>
                <a:cubicBezTo>
                  <a:pt x="4509" y="0"/>
                  <a:pt x="4520" y="1"/>
                  <a:pt x="4530" y="3"/>
                </a:cubicBezTo>
                <a:cubicBezTo>
                  <a:pt x="4540" y="5"/>
                  <a:pt x="4550" y="8"/>
                  <a:pt x="4560" y="12"/>
                </a:cubicBezTo>
                <a:cubicBezTo>
                  <a:pt x="4569" y="16"/>
                  <a:pt x="4578" y="21"/>
                  <a:pt x="4587" y="27"/>
                </a:cubicBezTo>
                <a:cubicBezTo>
                  <a:pt x="4596" y="33"/>
                  <a:pt x="4604" y="39"/>
                  <a:pt x="4611" y="47"/>
                </a:cubicBezTo>
                <a:cubicBezTo>
                  <a:pt x="4619" y="54"/>
                  <a:pt x="4625" y="62"/>
                  <a:pt x="4631" y="71"/>
                </a:cubicBezTo>
                <a:cubicBezTo>
                  <a:pt x="4637" y="80"/>
                  <a:pt x="4642" y="89"/>
                  <a:pt x="4646" y="98"/>
                </a:cubicBezTo>
                <a:cubicBezTo>
                  <a:pt x="4650" y="108"/>
                  <a:pt x="4653" y="118"/>
                  <a:pt x="4655" y="128"/>
                </a:cubicBezTo>
                <a:cubicBezTo>
                  <a:pt x="4657" y="138"/>
                  <a:pt x="4658" y="149"/>
                  <a:pt x="4658" y="159"/>
                </a:cubicBezTo>
                <a:lnTo>
                  <a:pt x="4658" y="795"/>
                </a:lnTo>
                <a:cubicBezTo>
                  <a:pt x="4658" y="806"/>
                  <a:pt x="4657" y="816"/>
                  <a:pt x="4655" y="826"/>
                </a:cubicBezTo>
                <a:cubicBezTo>
                  <a:pt x="4653" y="836"/>
                  <a:pt x="4650" y="846"/>
                  <a:pt x="4646" y="856"/>
                </a:cubicBezTo>
                <a:cubicBezTo>
                  <a:pt x="4642" y="865"/>
                  <a:pt x="4637" y="875"/>
                  <a:pt x="4631" y="883"/>
                </a:cubicBezTo>
                <a:cubicBezTo>
                  <a:pt x="4625" y="892"/>
                  <a:pt x="4619" y="900"/>
                  <a:pt x="4611" y="907"/>
                </a:cubicBezTo>
                <a:cubicBezTo>
                  <a:pt x="4604" y="915"/>
                  <a:pt x="4596" y="921"/>
                  <a:pt x="4587" y="927"/>
                </a:cubicBezTo>
                <a:cubicBezTo>
                  <a:pt x="4578" y="933"/>
                  <a:pt x="4569" y="938"/>
                  <a:pt x="4560" y="942"/>
                </a:cubicBezTo>
                <a:cubicBezTo>
                  <a:pt x="4550" y="946"/>
                  <a:pt x="4540" y="949"/>
                  <a:pt x="4530" y="951"/>
                </a:cubicBezTo>
                <a:cubicBezTo>
                  <a:pt x="4520" y="953"/>
                  <a:pt x="4509" y="954"/>
                  <a:pt x="4499" y="954"/>
                </a:cubicBezTo>
                <a:lnTo>
                  <a:pt x="159" y="954"/>
                </a:lnTo>
                <a:cubicBezTo>
                  <a:pt x="148" y="954"/>
                  <a:pt x="138" y="953"/>
                  <a:pt x="128" y="951"/>
                </a:cubicBezTo>
                <a:cubicBezTo>
                  <a:pt x="118" y="949"/>
                  <a:pt x="108" y="946"/>
                  <a:pt x="98" y="942"/>
                </a:cubicBezTo>
                <a:cubicBezTo>
                  <a:pt x="88" y="938"/>
                  <a:pt x="79" y="933"/>
                  <a:pt x="71" y="927"/>
                </a:cubicBezTo>
                <a:cubicBezTo>
                  <a:pt x="62" y="921"/>
                  <a:pt x="54" y="915"/>
                  <a:pt x="47" y="907"/>
                </a:cubicBezTo>
                <a:cubicBezTo>
                  <a:pt x="39" y="900"/>
                  <a:pt x="33" y="892"/>
                  <a:pt x="27" y="883"/>
                </a:cubicBezTo>
                <a:cubicBezTo>
                  <a:pt x="21" y="875"/>
                  <a:pt x="16" y="865"/>
                  <a:pt x="12" y="856"/>
                </a:cubicBezTo>
                <a:cubicBezTo>
                  <a:pt x="8" y="846"/>
                  <a:pt x="5" y="836"/>
                  <a:pt x="3" y="826"/>
                </a:cubicBezTo>
                <a:cubicBezTo>
                  <a:pt x="1" y="816"/>
                  <a:pt x="0" y="806"/>
                  <a:pt x="0" y="795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8755920" y="5064120"/>
            <a:ext cx="28771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8994960" y="5114160"/>
            <a:ext cx="161974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JpegEncoder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199880" y="5467320"/>
            <a:ext cx="1543320" cy="343080"/>
          </a:xfrm>
          <a:custGeom>
            <a:avLst/>
            <a:gdLst/>
            <a:ahLst/>
            <a:rect l="0" t="0" r="r" b="b"/>
            <a:pathLst>
              <a:path w="4287" h="953">
                <a:moveTo>
                  <a:pt x="0" y="794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129" y="0"/>
                </a:lnTo>
                <a:cubicBezTo>
                  <a:pt x="4139" y="0"/>
                  <a:pt x="4149" y="1"/>
                  <a:pt x="4160" y="3"/>
                </a:cubicBezTo>
                <a:cubicBezTo>
                  <a:pt x="4170" y="5"/>
                  <a:pt x="4180" y="8"/>
                  <a:pt x="4189" y="12"/>
                </a:cubicBezTo>
                <a:cubicBezTo>
                  <a:pt x="4199" y="16"/>
                  <a:pt x="4208" y="21"/>
                  <a:pt x="4217" y="26"/>
                </a:cubicBezTo>
                <a:cubicBezTo>
                  <a:pt x="4226" y="32"/>
                  <a:pt x="4234" y="39"/>
                  <a:pt x="4241" y="46"/>
                </a:cubicBezTo>
                <a:cubicBezTo>
                  <a:pt x="4248" y="53"/>
                  <a:pt x="4255" y="61"/>
                  <a:pt x="4261" y="70"/>
                </a:cubicBezTo>
                <a:cubicBezTo>
                  <a:pt x="4267" y="79"/>
                  <a:pt x="4271" y="88"/>
                  <a:pt x="4275" y="98"/>
                </a:cubicBezTo>
                <a:cubicBezTo>
                  <a:pt x="4279" y="107"/>
                  <a:pt x="4282" y="117"/>
                  <a:pt x="4284" y="127"/>
                </a:cubicBezTo>
                <a:cubicBezTo>
                  <a:pt x="4286" y="138"/>
                  <a:pt x="4287" y="148"/>
                  <a:pt x="4287" y="158"/>
                </a:cubicBezTo>
                <a:lnTo>
                  <a:pt x="4287" y="794"/>
                </a:lnTo>
                <a:cubicBezTo>
                  <a:pt x="4287" y="805"/>
                  <a:pt x="4286" y="815"/>
                  <a:pt x="4284" y="825"/>
                </a:cubicBezTo>
                <a:cubicBezTo>
                  <a:pt x="4282" y="836"/>
                  <a:pt x="4279" y="845"/>
                  <a:pt x="4275" y="855"/>
                </a:cubicBezTo>
                <a:cubicBezTo>
                  <a:pt x="4271" y="865"/>
                  <a:pt x="4267" y="874"/>
                  <a:pt x="4261" y="883"/>
                </a:cubicBezTo>
                <a:cubicBezTo>
                  <a:pt x="4255" y="891"/>
                  <a:pt x="4248" y="899"/>
                  <a:pt x="4241" y="907"/>
                </a:cubicBezTo>
                <a:cubicBezTo>
                  <a:pt x="4234" y="914"/>
                  <a:pt x="4226" y="921"/>
                  <a:pt x="4217" y="926"/>
                </a:cubicBezTo>
                <a:cubicBezTo>
                  <a:pt x="4208" y="932"/>
                  <a:pt x="4199" y="937"/>
                  <a:pt x="4189" y="941"/>
                </a:cubicBezTo>
                <a:cubicBezTo>
                  <a:pt x="4180" y="945"/>
                  <a:pt x="4170" y="948"/>
                  <a:pt x="4160" y="950"/>
                </a:cubicBezTo>
                <a:cubicBezTo>
                  <a:pt x="4149" y="952"/>
                  <a:pt x="4139" y="953"/>
                  <a:pt x="4129" y="953"/>
                </a:cubicBezTo>
                <a:lnTo>
                  <a:pt x="159" y="953"/>
                </a:lnTo>
                <a:cubicBezTo>
                  <a:pt x="149" y="953"/>
                  <a:pt x="138" y="952"/>
                  <a:pt x="128" y="950"/>
                </a:cubicBezTo>
                <a:cubicBezTo>
                  <a:pt x="118" y="948"/>
                  <a:pt x="108" y="945"/>
                  <a:pt x="98" y="941"/>
                </a:cubicBezTo>
                <a:cubicBezTo>
                  <a:pt x="89" y="937"/>
                  <a:pt x="79" y="932"/>
                  <a:pt x="71" y="926"/>
                </a:cubicBezTo>
                <a:cubicBezTo>
                  <a:pt x="62" y="921"/>
                  <a:pt x="54" y="914"/>
                  <a:pt x="47" y="907"/>
                </a:cubicBezTo>
                <a:cubicBezTo>
                  <a:pt x="39" y="899"/>
                  <a:pt x="33" y="891"/>
                  <a:pt x="27" y="883"/>
                </a:cubicBezTo>
                <a:cubicBezTo>
                  <a:pt x="21" y="874"/>
                  <a:pt x="16" y="865"/>
                  <a:pt x="12" y="855"/>
                </a:cubicBezTo>
                <a:cubicBezTo>
                  <a:pt x="8" y="845"/>
                  <a:pt x="5" y="836"/>
                  <a:pt x="3" y="825"/>
                </a:cubicBezTo>
                <a:cubicBezTo>
                  <a:pt x="1" y="815"/>
                  <a:pt x="0" y="805"/>
                  <a:pt x="0" y="79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10581840" y="5064120"/>
            <a:ext cx="287712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210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1290960" y="5514120"/>
            <a:ext cx="1472385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79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PngEncoder</a:t>
            </a:r>
            <a:endParaRPr lang="en-US" sz="1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880200" y="6397920"/>
            <a:ext cx="4109227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Tutorials: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Multi-stream encoding</a:t>
            </a:r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·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Video encoding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676080" y="123804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4514760" y="123804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676080" y="167616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4514760" y="167616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676080" y="211428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4514760" y="211428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676080" y="2552400"/>
            <a:ext cx="3839040" cy="753120"/>
          </a:xfrm>
          <a:custGeom>
            <a:avLst/>
            <a:gdLst/>
            <a:ahLst/>
            <a:rect l="0" t="0" r="r" b="b"/>
            <a:pathLst>
              <a:path w="10664" h="2092">
                <a:moveTo>
                  <a:pt x="0" y="0"/>
                </a:moveTo>
                <a:lnTo>
                  <a:pt x="10664" y="0"/>
                </a:lnTo>
                <a:lnTo>
                  <a:pt x="10664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4514760" y="2552400"/>
            <a:ext cx="7010640" cy="753120"/>
          </a:xfrm>
          <a:custGeom>
            <a:avLst/>
            <a:gdLst/>
            <a:ahLst/>
            <a:rect l="0" t="0" r="r" b="b"/>
            <a:pathLst>
              <a:path w="19474" h="2092">
                <a:moveTo>
                  <a:pt x="0" y="0"/>
                </a:moveTo>
                <a:lnTo>
                  <a:pt x="19474" y="0"/>
                </a:lnTo>
                <a:lnTo>
                  <a:pt x="19474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676080" y="330516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4514760" y="330516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76080" y="374328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4514760" y="374328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676080" y="4181400"/>
            <a:ext cx="3839040" cy="752760"/>
          </a:xfrm>
          <a:custGeom>
            <a:avLst/>
            <a:gdLst/>
            <a:ahLst/>
            <a:rect l="0" t="0" r="r" b="b"/>
            <a:pathLst>
              <a:path w="10664" h="2091">
                <a:moveTo>
                  <a:pt x="0" y="0"/>
                </a:moveTo>
                <a:lnTo>
                  <a:pt x="10664" y="0"/>
                </a:lnTo>
                <a:lnTo>
                  <a:pt x="10664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4514760" y="4181400"/>
            <a:ext cx="7010640" cy="752760"/>
          </a:xfrm>
          <a:custGeom>
            <a:avLst/>
            <a:gdLst/>
            <a:ahLst/>
            <a:rect l="0" t="0" r="r" b="b"/>
            <a:pathLst>
              <a:path w="19474" h="2091">
                <a:moveTo>
                  <a:pt x="0" y="0"/>
                </a:moveTo>
                <a:lnTo>
                  <a:pt x="19474" y="0"/>
                </a:lnTo>
                <a:lnTo>
                  <a:pt x="19474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676080" y="493380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4514760" y="493380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676080" y="5371920"/>
            <a:ext cx="3839040" cy="438480"/>
          </a:xfrm>
          <a:custGeom>
            <a:avLst/>
            <a:gdLst/>
            <a:ahLst/>
            <a:rect l="0" t="0" r="r" b="b"/>
            <a:pathLst>
              <a:path w="10664" h="1218">
                <a:moveTo>
                  <a:pt x="0" y="0"/>
                </a:moveTo>
                <a:lnTo>
                  <a:pt x="10664" y="0"/>
                </a:lnTo>
                <a:lnTo>
                  <a:pt x="1066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4514760" y="5371920"/>
            <a:ext cx="7010640" cy="438480"/>
          </a:xfrm>
          <a:custGeom>
            <a:avLst/>
            <a:gdLst/>
            <a:ahLst/>
            <a:rect l="0" t="0" r="r" b="b"/>
            <a:pathLst>
              <a:path w="19474" h="1218">
                <a:moveTo>
                  <a:pt x="0" y="0"/>
                </a:moveTo>
                <a:lnTo>
                  <a:pt x="19474" y="0"/>
                </a:lnTo>
                <a:lnTo>
                  <a:pt x="1947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66720" y="1228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666720" y="122868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4505040" y="122868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4514760" y="122868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11515680" y="12286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666720" y="166680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4514760" y="166680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666720" y="1676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4505040" y="1676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11515680" y="1676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666720" y="2114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666720" y="210492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4505040" y="2114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4514760" y="210492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11515680" y="2114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666720" y="255240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27" y="0"/>
                </a:lnTo>
                <a:lnTo>
                  <a:pt x="27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666720" y="254304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4505040" y="255240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28" y="0"/>
                </a:lnTo>
                <a:lnTo>
                  <a:pt x="2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4514760" y="254304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11515680" y="255240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27" y="0"/>
                </a:lnTo>
                <a:lnTo>
                  <a:pt x="27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666720" y="33145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666720" y="330516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4505040" y="33145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4514760" y="330516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11515680" y="33145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666720" y="3752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666720" y="374328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4505040" y="37526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4514760" y="374328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1515680" y="3752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666720" y="41907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666720" y="418140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4505040" y="41907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4514760" y="418140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1515680" y="41907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666720" y="4943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666720" y="493380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4505040" y="4943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4514760" y="493380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11515680" y="49431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666720" y="5381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666720" y="5371920"/>
            <a:ext cx="3848400" cy="9720"/>
          </a:xfrm>
          <a:custGeom>
            <a:avLst/>
            <a:gdLst/>
            <a:ahLst/>
            <a:rect l="0" t="0" r="r" b="b"/>
            <a:pathLst>
              <a:path w="10690" h="27">
                <a:moveTo>
                  <a:pt x="0" y="0"/>
                </a:moveTo>
                <a:lnTo>
                  <a:pt x="10690" y="0"/>
                </a:lnTo>
                <a:lnTo>
                  <a:pt x="10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4505040" y="5381280"/>
            <a:ext cx="10080" cy="438840"/>
          </a:xfrm>
          <a:custGeom>
            <a:avLst/>
            <a:gdLst/>
            <a:ahLst/>
            <a:rect l="0" t="0" r="r" b="b"/>
            <a:pathLst>
              <a:path w="28" h="1219">
                <a:moveTo>
                  <a:pt x="0" y="0"/>
                </a:moveTo>
                <a:lnTo>
                  <a:pt x="28" y="0"/>
                </a:lnTo>
                <a:lnTo>
                  <a:pt x="28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4514760" y="5371920"/>
            <a:ext cx="7010640" cy="9720"/>
          </a:xfrm>
          <a:custGeom>
            <a:avLst/>
            <a:gdLst/>
            <a:ahLst/>
            <a:rect l="0" t="0" r="r" b="b"/>
            <a:pathLst>
              <a:path w="19474" h="27">
                <a:moveTo>
                  <a:pt x="0" y="0"/>
                </a:moveTo>
                <a:lnTo>
                  <a:pt x="19474" y="0"/>
                </a:lnTo>
                <a:lnTo>
                  <a:pt x="194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11515680" y="5381280"/>
            <a:ext cx="9720" cy="438840"/>
          </a:xfrm>
          <a:custGeom>
            <a:avLst/>
            <a:gdLst/>
            <a:ahLst/>
            <a:rect l="0" t="0" r="r" b="b"/>
            <a:pathLst>
              <a:path w="27" h="1219">
                <a:moveTo>
                  <a:pt x="0" y="0"/>
                </a:moveTo>
                <a:lnTo>
                  <a:pt x="27" y="0"/>
                </a:lnTo>
                <a:lnTo>
                  <a:pt x="27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666720" y="5810040"/>
            <a:ext cx="3848400" cy="10080"/>
          </a:xfrm>
          <a:custGeom>
            <a:avLst/>
            <a:gdLst/>
            <a:ahLst/>
            <a:rect l="0" t="0" r="r" b="b"/>
            <a:pathLst>
              <a:path w="10690" h="28">
                <a:moveTo>
                  <a:pt x="0" y="0"/>
                </a:moveTo>
                <a:lnTo>
                  <a:pt x="10690" y="0"/>
                </a:lnTo>
                <a:lnTo>
                  <a:pt x="10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4514760" y="5810040"/>
            <a:ext cx="7010640" cy="10080"/>
          </a:xfrm>
          <a:custGeom>
            <a:avLst/>
            <a:gdLst/>
            <a:ahLst/>
            <a:rect l="0" t="0" r="r" b="b"/>
            <a:pathLst>
              <a:path w="19474" h="28">
                <a:moveTo>
                  <a:pt x="0" y="0"/>
                </a:moveTo>
                <a:lnTo>
                  <a:pt x="19474" y="0"/>
                </a:lnTo>
                <a:lnTo>
                  <a:pt x="194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66720" y="512280"/>
            <a:ext cx="2333188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Arial"/>
                <a:ea typeface="Arial"/>
              </a:rPr>
              <a:t>Cheat sheet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2113560" y="1334520"/>
            <a:ext cx="1027987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Symptom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7864200" y="1334520"/>
            <a:ext cx="32659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1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Fix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799920" y="1772640"/>
            <a:ext cx="190628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Videos in the cloud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6619680" y="1780920"/>
            <a:ext cx="781560" cy="276480"/>
          </a:xfrm>
          <a:custGeom>
            <a:avLst/>
            <a:gdLst/>
            <a:ahLst/>
            <a:rect l="0" t="0" r="r" b="b"/>
            <a:pathLst>
              <a:path w="2171" h="768">
                <a:moveTo>
                  <a:pt x="0" y="610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0"/>
                  <a:pt x="27" y="72"/>
                </a:cubicBezTo>
                <a:cubicBezTo>
                  <a:pt x="33" y="63"/>
                  <a:pt x="39" y="55"/>
                  <a:pt x="47" y="48"/>
                </a:cubicBezTo>
                <a:cubicBezTo>
                  <a:pt x="55" y="40"/>
                  <a:pt x="63" y="33"/>
                  <a:pt x="72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2012" y="0"/>
                </a:lnTo>
                <a:cubicBezTo>
                  <a:pt x="2022" y="0"/>
                  <a:pt x="2033" y="1"/>
                  <a:pt x="2043" y="3"/>
                </a:cubicBezTo>
                <a:cubicBezTo>
                  <a:pt x="2053" y="5"/>
                  <a:pt x="2063" y="8"/>
                  <a:pt x="2073" y="12"/>
                </a:cubicBezTo>
                <a:cubicBezTo>
                  <a:pt x="2082" y="16"/>
                  <a:pt x="2091" y="21"/>
                  <a:pt x="2100" y="27"/>
                </a:cubicBezTo>
                <a:cubicBezTo>
                  <a:pt x="2109" y="33"/>
                  <a:pt x="2117" y="40"/>
                  <a:pt x="2124" y="48"/>
                </a:cubicBezTo>
                <a:cubicBezTo>
                  <a:pt x="2131" y="55"/>
                  <a:pt x="2138" y="63"/>
                  <a:pt x="2144" y="72"/>
                </a:cubicBezTo>
                <a:cubicBezTo>
                  <a:pt x="2150" y="80"/>
                  <a:pt x="2155" y="90"/>
                  <a:pt x="2159" y="99"/>
                </a:cubicBezTo>
                <a:cubicBezTo>
                  <a:pt x="2163" y="109"/>
                  <a:pt x="2166" y="119"/>
                  <a:pt x="2168" y="129"/>
                </a:cubicBezTo>
                <a:cubicBezTo>
                  <a:pt x="2170" y="139"/>
                  <a:pt x="2171" y="150"/>
                  <a:pt x="2171" y="160"/>
                </a:cubicBezTo>
                <a:lnTo>
                  <a:pt x="2171" y="610"/>
                </a:lnTo>
                <a:cubicBezTo>
                  <a:pt x="2171" y="620"/>
                  <a:pt x="2170" y="630"/>
                  <a:pt x="2168" y="641"/>
                </a:cubicBezTo>
                <a:cubicBezTo>
                  <a:pt x="2166" y="651"/>
                  <a:pt x="2163" y="661"/>
                  <a:pt x="2159" y="670"/>
                </a:cubicBezTo>
                <a:cubicBezTo>
                  <a:pt x="2155" y="680"/>
                  <a:pt x="2150" y="689"/>
                  <a:pt x="2144" y="698"/>
                </a:cubicBezTo>
                <a:cubicBezTo>
                  <a:pt x="2138" y="707"/>
                  <a:pt x="2131" y="715"/>
                  <a:pt x="2124" y="722"/>
                </a:cubicBezTo>
                <a:cubicBezTo>
                  <a:pt x="2117" y="729"/>
                  <a:pt x="2109" y="736"/>
                  <a:pt x="2100" y="742"/>
                </a:cubicBezTo>
                <a:cubicBezTo>
                  <a:pt x="2091" y="748"/>
                  <a:pt x="2082" y="752"/>
                  <a:pt x="2073" y="756"/>
                </a:cubicBezTo>
                <a:cubicBezTo>
                  <a:pt x="2063" y="760"/>
                  <a:pt x="2053" y="763"/>
                  <a:pt x="2043" y="765"/>
                </a:cubicBezTo>
                <a:cubicBezTo>
                  <a:pt x="2033" y="767"/>
                  <a:pt x="2022" y="768"/>
                  <a:pt x="2012" y="768"/>
                </a:cubicBezTo>
                <a:lnTo>
                  <a:pt x="160" y="768"/>
                </a:lnTo>
                <a:cubicBezTo>
                  <a:pt x="149" y="768"/>
                  <a:pt x="139" y="767"/>
                  <a:pt x="129" y="765"/>
                </a:cubicBezTo>
                <a:cubicBezTo>
                  <a:pt x="119" y="763"/>
                  <a:pt x="109" y="760"/>
                  <a:pt x="99" y="756"/>
                </a:cubicBezTo>
                <a:cubicBezTo>
                  <a:pt x="89" y="752"/>
                  <a:pt x="80" y="748"/>
                  <a:pt x="72" y="742"/>
                </a:cubicBezTo>
                <a:cubicBezTo>
                  <a:pt x="63" y="736"/>
                  <a:pt x="55" y="729"/>
                  <a:pt x="47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0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4639320" y="1772640"/>
            <a:ext cx="213101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File-like objects (e.g.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6690240" y="1820880"/>
            <a:ext cx="694008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fsspec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7402680" y="1772640"/>
            <a:ext cx="22589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4638600" y="2219040"/>
            <a:ext cx="2600640" cy="276840"/>
          </a:xfrm>
          <a:custGeom>
            <a:avLst/>
            <a:gdLst/>
            <a:ahLst/>
            <a:rect l="0" t="0" r="r" b="b"/>
            <a:pathLst>
              <a:path w="7224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7065" y="0"/>
                </a:lnTo>
                <a:cubicBezTo>
                  <a:pt x="7076" y="0"/>
                  <a:pt x="7086" y="1"/>
                  <a:pt x="7096" y="3"/>
                </a:cubicBezTo>
                <a:cubicBezTo>
                  <a:pt x="7106" y="5"/>
                  <a:pt x="7116" y="8"/>
                  <a:pt x="7126" y="12"/>
                </a:cubicBezTo>
                <a:cubicBezTo>
                  <a:pt x="7135" y="16"/>
                  <a:pt x="7145" y="21"/>
                  <a:pt x="7153" y="27"/>
                </a:cubicBezTo>
                <a:cubicBezTo>
                  <a:pt x="7162" y="33"/>
                  <a:pt x="7170" y="39"/>
                  <a:pt x="7177" y="47"/>
                </a:cubicBezTo>
                <a:cubicBezTo>
                  <a:pt x="7185" y="54"/>
                  <a:pt x="7191" y="62"/>
                  <a:pt x="7197" y="71"/>
                </a:cubicBezTo>
                <a:cubicBezTo>
                  <a:pt x="7203" y="80"/>
                  <a:pt x="7208" y="89"/>
                  <a:pt x="7212" y="98"/>
                </a:cubicBezTo>
                <a:cubicBezTo>
                  <a:pt x="7216" y="108"/>
                  <a:pt x="7219" y="118"/>
                  <a:pt x="7221" y="128"/>
                </a:cubicBezTo>
                <a:cubicBezTo>
                  <a:pt x="7223" y="138"/>
                  <a:pt x="7224" y="149"/>
                  <a:pt x="7224" y="159"/>
                </a:cubicBezTo>
                <a:lnTo>
                  <a:pt x="7224" y="610"/>
                </a:lnTo>
                <a:cubicBezTo>
                  <a:pt x="7224" y="620"/>
                  <a:pt x="7223" y="631"/>
                  <a:pt x="7221" y="641"/>
                </a:cubicBezTo>
                <a:cubicBezTo>
                  <a:pt x="7219" y="651"/>
                  <a:pt x="7216" y="661"/>
                  <a:pt x="7212" y="671"/>
                </a:cubicBezTo>
                <a:cubicBezTo>
                  <a:pt x="7208" y="680"/>
                  <a:pt x="7203" y="689"/>
                  <a:pt x="7197" y="698"/>
                </a:cubicBezTo>
                <a:cubicBezTo>
                  <a:pt x="7191" y="707"/>
                  <a:pt x="7185" y="715"/>
                  <a:pt x="7177" y="722"/>
                </a:cubicBezTo>
                <a:cubicBezTo>
                  <a:pt x="7170" y="729"/>
                  <a:pt x="7162" y="736"/>
                  <a:pt x="7153" y="742"/>
                </a:cubicBezTo>
                <a:cubicBezTo>
                  <a:pt x="7145" y="748"/>
                  <a:pt x="7135" y="753"/>
                  <a:pt x="7126" y="756"/>
                </a:cubicBezTo>
                <a:cubicBezTo>
                  <a:pt x="7116" y="760"/>
                  <a:pt x="7106" y="763"/>
                  <a:pt x="7096" y="766"/>
                </a:cubicBezTo>
                <a:cubicBezTo>
                  <a:pt x="7086" y="768"/>
                  <a:pt x="7076" y="769"/>
                  <a:pt x="7065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2" y="707"/>
                  <a:pt x="26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799920" y="2210760"/>
            <a:ext cx="25077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Slow to open long videos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4710600" y="2259000"/>
            <a:ext cx="2658614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seek_mode="approximate"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7238520" y="2210760"/>
            <a:ext cx="2732875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or custom frame mappings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799920" y="2648880"/>
            <a:ext cx="3372451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CPU saturated by decoding, GPU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4638600" y="2657160"/>
            <a:ext cx="1533600" cy="276840"/>
          </a:xfrm>
          <a:custGeom>
            <a:avLst/>
            <a:gdLst/>
            <a:ahLst/>
            <a:rect l="0" t="0" r="r" b="b"/>
            <a:pathLst>
              <a:path w="426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102" y="0"/>
                </a:lnTo>
                <a:cubicBezTo>
                  <a:pt x="4112" y="0"/>
                  <a:pt x="4122" y="1"/>
                  <a:pt x="4133" y="3"/>
                </a:cubicBezTo>
                <a:cubicBezTo>
                  <a:pt x="4143" y="5"/>
                  <a:pt x="4153" y="8"/>
                  <a:pt x="4162" y="12"/>
                </a:cubicBezTo>
                <a:cubicBezTo>
                  <a:pt x="4172" y="16"/>
                  <a:pt x="4181" y="21"/>
                  <a:pt x="4190" y="27"/>
                </a:cubicBezTo>
                <a:cubicBezTo>
                  <a:pt x="4199" y="33"/>
                  <a:pt x="4207" y="39"/>
                  <a:pt x="4214" y="47"/>
                </a:cubicBezTo>
                <a:cubicBezTo>
                  <a:pt x="4221" y="54"/>
                  <a:pt x="4228" y="62"/>
                  <a:pt x="4234" y="71"/>
                </a:cubicBezTo>
                <a:cubicBezTo>
                  <a:pt x="4240" y="80"/>
                  <a:pt x="4244" y="89"/>
                  <a:pt x="4248" y="98"/>
                </a:cubicBezTo>
                <a:cubicBezTo>
                  <a:pt x="4252" y="108"/>
                  <a:pt x="4255" y="118"/>
                  <a:pt x="4257" y="128"/>
                </a:cubicBezTo>
                <a:cubicBezTo>
                  <a:pt x="4259" y="138"/>
                  <a:pt x="4260" y="149"/>
                  <a:pt x="4260" y="159"/>
                </a:cubicBezTo>
                <a:lnTo>
                  <a:pt x="4260" y="609"/>
                </a:lnTo>
                <a:cubicBezTo>
                  <a:pt x="4260" y="619"/>
                  <a:pt x="4259" y="630"/>
                  <a:pt x="4257" y="640"/>
                </a:cubicBezTo>
                <a:cubicBezTo>
                  <a:pt x="4255" y="650"/>
                  <a:pt x="4252" y="660"/>
                  <a:pt x="4248" y="670"/>
                </a:cubicBezTo>
                <a:cubicBezTo>
                  <a:pt x="4244" y="680"/>
                  <a:pt x="4240" y="689"/>
                  <a:pt x="4234" y="698"/>
                </a:cubicBezTo>
                <a:cubicBezTo>
                  <a:pt x="4228" y="707"/>
                  <a:pt x="4221" y="715"/>
                  <a:pt x="4214" y="722"/>
                </a:cubicBezTo>
                <a:cubicBezTo>
                  <a:pt x="4207" y="730"/>
                  <a:pt x="4199" y="736"/>
                  <a:pt x="4190" y="742"/>
                </a:cubicBezTo>
                <a:cubicBezTo>
                  <a:pt x="4181" y="748"/>
                  <a:pt x="4172" y="753"/>
                  <a:pt x="4162" y="757"/>
                </a:cubicBezTo>
                <a:cubicBezTo>
                  <a:pt x="4153" y="761"/>
                  <a:pt x="4143" y="764"/>
                  <a:pt x="4133" y="766"/>
                </a:cubicBezTo>
                <a:cubicBezTo>
                  <a:pt x="4122" y="768"/>
                  <a:pt x="4112" y="769"/>
                  <a:pt x="4102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8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799920" y="2963160"/>
            <a:ext cx="740275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starved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4710600" y="2697120"/>
            <a:ext cx="150310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device="cuda"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6752880" y="2657160"/>
            <a:ext cx="2915280" cy="276840"/>
          </a:xfrm>
          <a:custGeom>
            <a:avLst/>
            <a:gdLst/>
            <a:ahLst/>
            <a:rect l="0" t="0" r="r" b="b"/>
            <a:pathLst>
              <a:path w="8098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939" y="0"/>
                </a:lnTo>
                <a:cubicBezTo>
                  <a:pt x="7949" y="0"/>
                  <a:pt x="7960" y="1"/>
                  <a:pt x="7970" y="3"/>
                </a:cubicBezTo>
                <a:cubicBezTo>
                  <a:pt x="7980" y="5"/>
                  <a:pt x="7990" y="8"/>
                  <a:pt x="8000" y="12"/>
                </a:cubicBezTo>
                <a:cubicBezTo>
                  <a:pt x="8009" y="16"/>
                  <a:pt x="8018" y="21"/>
                  <a:pt x="8027" y="27"/>
                </a:cubicBezTo>
                <a:cubicBezTo>
                  <a:pt x="8036" y="33"/>
                  <a:pt x="8044" y="39"/>
                  <a:pt x="8051" y="47"/>
                </a:cubicBezTo>
                <a:cubicBezTo>
                  <a:pt x="8059" y="54"/>
                  <a:pt x="8065" y="62"/>
                  <a:pt x="8071" y="71"/>
                </a:cubicBezTo>
                <a:cubicBezTo>
                  <a:pt x="8077" y="80"/>
                  <a:pt x="8082" y="89"/>
                  <a:pt x="8086" y="98"/>
                </a:cubicBezTo>
                <a:cubicBezTo>
                  <a:pt x="8090" y="108"/>
                  <a:pt x="8093" y="118"/>
                  <a:pt x="8095" y="128"/>
                </a:cubicBezTo>
                <a:cubicBezTo>
                  <a:pt x="8097" y="138"/>
                  <a:pt x="8098" y="149"/>
                  <a:pt x="8098" y="159"/>
                </a:cubicBezTo>
                <a:lnTo>
                  <a:pt x="8098" y="609"/>
                </a:lnTo>
                <a:cubicBezTo>
                  <a:pt x="8098" y="619"/>
                  <a:pt x="8097" y="630"/>
                  <a:pt x="8095" y="640"/>
                </a:cubicBezTo>
                <a:cubicBezTo>
                  <a:pt x="8093" y="650"/>
                  <a:pt x="8090" y="660"/>
                  <a:pt x="8086" y="670"/>
                </a:cubicBezTo>
                <a:cubicBezTo>
                  <a:pt x="8082" y="680"/>
                  <a:pt x="8077" y="689"/>
                  <a:pt x="8071" y="698"/>
                </a:cubicBezTo>
                <a:cubicBezTo>
                  <a:pt x="8065" y="707"/>
                  <a:pt x="8059" y="715"/>
                  <a:pt x="8051" y="722"/>
                </a:cubicBezTo>
                <a:cubicBezTo>
                  <a:pt x="8044" y="730"/>
                  <a:pt x="8036" y="736"/>
                  <a:pt x="8027" y="742"/>
                </a:cubicBezTo>
                <a:cubicBezTo>
                  <a:pt x="8018" y="748"/>
                  <a:pt x="8009" y="753"/>
                  <a:pt x="8000" y="757"/>
                </a:cubicBezTo>
                <a:cubicBezTo>
                  <a:pt x="7990" y="761"/>
                  <a:pt x="7980" y="764"/>
                  <a:pt x="7970" y="766"/>
                </a:cubicBezTo>
                <a:cubicBezTo>
                  <a:pt x="7960" y="768"/>
                  <a:pt x="7949" y="769"/>
                  <a:pt x="7939" y="769"/>
                </a:cubicBezTo>
                <a:lnTo>
                  <a:pt x="159" y="769"/>
                </a:lnTo>
                <a:cubicBezTo>
                  <a:pt x="149" y="769"/>
                  <a:pt x="138" y="768"/>
                  <a:pt x="128" y="766"/>
                </a:cubicBezTo>
                <a:cubicBezTo>
                  <a:pt x="118" y="764"/>
                  <a:pt x="108" y="761"/>
                  <a:pt x="98" y="757"/>
                </a:cubicBezTo>
                <a:cubicBezTo>
                  <a:pt x="89" y="753"/>
                  <a:pt x="80" y="748"/>
                  <a:pt x="71" y="742"/>
                </a:cubicBezTo>
                <a:cubicBezTo>
                  <a:pt x="62" y="736"/>
                  <a:pt x="54" y="730"/>
                  <a:pt x="47" y="722"/>
                </a:cubicBezTo>
                <a:cubicBezTo>
                  <a:pt x="40" y="715"/>
                  <a:pt x="33" y="707"/>
                  <a:pt x="27" y="698"/>
                </a:cubicBezTo>
                <a:cubicBezTo>
                  <a:pt x="21" y="689"/>
                  <a:pt x="17" y="680"/>
                  <a:pt x="13" y="670"/>
                </a:cubicBezTo>
                <a:cubicBezTo>
                  <a:pt x="9" y="660"/>
                  <a:pt x="6" y="650"/>
                  <a:pt x="4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6170400" y="2648880"/>
            <a:ext cx="627523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tune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824160" y="2697120"/>
            <a:ext cx="3005424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set_nvdec_cache_capacity()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4638600" y="2971440"/>
            <a:ext cx="1314720" cy="276840"/>
          </a:xfrm>
          <a:custGeom>
            <a:avLst/>
            <a:gdLst/>
            <a:ahLst/>
            <a:rect l="0" t="0" r="r" b="b"/>
            <a:pathLst>
              <a:path w="3652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2"/>
                  <a:pt x="148" y="0"/>
                  <a:pt x="158" y="0"/>
                </a:cubicBezTo>
                <a:lnTo>
                  <a:pt x="3492" y="0"/>
                </a:lnTo>
                <a:cubicBezTo>
                  <a:pt x="3503" y="0"/>
                  <a:pt x="3513" y="2"/>
                  <a:pt x="3523" y="4"/>
                </a:cubicBezTo>
                <a:cubicBezTo>
                  <a:pt x="3533" y="6"/>
                  <a:pt x="3543" y="9"/>
                  <a:pt x="3554" y="13"/>
                </a:cubicBezTo>
                <a:cubicBezTo>
                  <a:pt x="3564" y="17"/>
                  <a:pt x="3573" y="21"/>
                  <a:pt x="3581" y="27"/>
                </a:cubicBezTo>
                <a:cubicBezTo>
                  <a:pt x="3590" y="33"/>
                  <a:pt x="3598" y="40"/>
                  <a:pt x="3605" y="47"/>
                </a:cubicBezTo>
                <a:cubicBezTo>
                  <a:pt x="3613" y="54"/>
                  <a:pt x="3619" y="62"/>
                  <a:pt x="3625" y="71"/>
                </a:cubicBezTo>
                <a:cubicBezTo>
                  <a:pt x="3631" y="80"/>
                  <a:pt x="3636" y="89"/>
                  <a:pt x="3640" y="98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1" y="139"/>
                  <a:pt x="3652" y="149"/>
                  <a:pt x="3652" y="159"/>
                </a:cubicBezTo>
                <a:lnTo>
                  <a:pt x="3652" y="610"/>
                </a:lnTo>
                <a:cubicBezTo>
                  <a:pt x="3652" y="620"/>
                  <a:pt x="3651" y="631"/>
                  <a:pt x="3649" y="641"/>
                </a:cubicBezTo>
                <a:cubicBezTo>
                  <a:pt x="3647" y="651"/>
                  <a:pt x="3644" y="661"/>
                  <a:pt x="3640" y="671"/>
                </a:cubicBezTo>
                <a:cubicBezTo>
                  <a:pt x="3636" y="680"/>
                  <a:pt x="3631" y="690"/>
                  <a:pt x="3625" y="698"/>
                </a:cubicBezTo>
                <a:cubicBezTo>
                  <a:pt x="3619" y="707"/>
                  <a:pt x="3613" y="715"/>
                  <a:pt x="3605" y="722"/>
                </a:cubicBezTo>
                <a:cubicBezTo>
                  <a:pt x="3598" y="730"/>
                  <a:pt x="3590" y="736"/>
                  <a:pt x="3581" y="742"/>
                </a:cubicBezTo>
                <a:cubicBezTo>
                  <a:pt x="3573" y="748"/>
                  <a:pt x="3564" y="753"/>
                  <a:pt x="3554" y="757"/>
                </a:cubicBezTo>
                <a:cubicBezTo>
                  <a:pt x="3543" y="761"/>
                  <a:pt x="3533" y="764"/>
                  <a:pt x="3523" y="766"/>
                </a:cubicBezTo>
                <a:cubicBezTo>
                  <a:pt x="3513" y="768"/>
                  <a:pt x="3503" y="769"/>
                  <a:pt x="3492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8"/>
                </a:cubicBezTo>
                <a:cubicBezTo>
                  <a:pt x="21" y="690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9672480" y="2648880"/>
            <a:ext cx="92845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batched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710600" y="3011400"/>
            <a:ext cx="1272153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decode_jpeg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799920" y="3410640"/>
            <a:ext cx="377330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Decoding many frames / many videos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6781680" y="3409920"/>
            <a:ext cx="2067120" cy="276480"/>
          </a:xfrm>
          <a:custGeom>
            <a:avLst/>
            <a:gdLst/>
            <a:ahLst/>
            <a:rect l="0" t="0" r="r" b="b"/>
            <a:pathLst>
              <a:path w="5742" h="768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584" y="0"/>
                </a:lnTo>
                <a:cubicBezTo>
                  <a:pt x="5594" y="0"/>
                  <a:pt x="5604" y="1"/>
                  <a:pt x="5615" y="3"/>
                </a:cubicBezTo>
                <a:cubicBezTo>
                  <a:pt x="5625" y="5"/>
                  <a:pt x="5635" y="8"/>
                  <a:pt x="5644" y="12"/>
                </a:cubicBezTo>
                <a:cubicBezTo>
                  <a:pt x="5654" y="16"/>
                  <a:pt x="5663" y="21"/>
                  <a:pt x="5672" y="26"/>
                </a:cubicBezTo>
                <a:cubicBezTo>
                  <a:pt x="5680" y="32"/>
                  <a:pt x="5688" y="39"/>
                  <a:pt x="5696" y="46"/>
                </a:cubicBezTo>
                <a:cubicBezTo>
                  <a:pt x="5703" y="53"/>
                  <a:pt x="5710" y="61"/>
                  <a:pt x="5716" y="70"/>
                </a:cubicBezTo>
                <a:cubicBezTo>
                  <a:pt x="5721" y="79"/>
                  <a:pt x="5726" y="88"/>
                  <a:pt x="5730" y="98"/>
                </a:cubicBezTo>
                <a:cubicBezTo>
                  <a:pt x="5734" y="107"/>
                  <a:pt x="5737" y="118"/>
                  <a:pt x="5739" y="128"/>
                </a:cubicBezTo>
                <a:cubicBezTo>
                  <a:pt x="5741" y="139"/>
                  <a:pt x="5742" y="149"/>
                  <a:pt x="5742" y="159"/>
                </a:cubicBezTo>
                <a:lnTo>
                  <a:pt x="5742" y="609"/>
                </a:lnTo>
                <a:cubicBezTo>
                  <a:pt x="5742" y="620"/>
                  <a:pt x="5741" y="630"/>
                  <a:pt x="5739" y="640"/>
                </a:cubicBezTo>
                <a:cubicBezTo>
                  <a:pt x="5737" y="650"/>
                  <a:pt x="5734" y="660"/>
                  <a:pt x="5730" y="670"/>
                </a:cubicBezTo>
                <a:cubicBezTo>
                  <a:pt x="5726" y="680"/>
                  <a:pt x="5721" y="689"/>
                  <a:pt x="5716" y="697"/>
                </a:cubicBezTo>
                <a:cubicBezTo>
                  <a:pt x="5710" y="706"/>
                  <a:pt x="5703" y="714"/>
                  <a:pt x="5696" y="721"/>
                </a:cubicBezTo>
                <a:cubicBezTo>
                  <a:pt x="5688" y="729"/>
                  <a:pt x="5680" y="735"/>
                  <a:pt x="5672" y="741"/>
                </a:cubicBezTo>
                <a:cubicBezTo>
                  <a:pt x="5663" y="747"/>
                  <a:pt x="5654" y="752"/>
                  <a:pt x="5644" y="756"/>
                </a:cubicBezTo>
                <a:cubicBezTo>
                  <a:pt x="5635" y="760"/>
                  <a:pt x="5625" y="763"/>
                  <a:pt x="5615" y="765"/>
                </a:cubicBezTo>
                <a:cubicBezTo>
                  <a:pt x="5604" y="767"/>
                  <a:pt x="5594" y="768"/>
                  <a:pt x="5584" y="768"/>
                </a:cubicBezTo>
                <a:lnTo>
                  <a:pt x="159" y="768"/>
                </a:lnTo>
                <a:cubicBezTo>
                  <a:pt x="148" y="768"/>
                  <a:pt x="138" y="767"/>
                  <a:pt x="128" y="765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2"/>
                  <a:pt x="79" y="747"/>
                  <a:pt x="70" y="741"/>
                </a:cubicBezTo>
                <a:cubicBezTo>
                  <a:pt x="62" y="735"/>
                  <a:pt x="54" y="729"/>
                  <a:pt x="46" y="721"/>
                </a:cubicBezTo>
                <a:cubicBezTo>
                  <a:pt x="39" y="714"/>
                  <a:pt x="32" y="706"/>
                  <a:pt x="27" y="697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20"/>
                  <a:pt x="0" y="60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4639320" y="3410640"/>
            <a:ext cx="230675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Threads or processes,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6853680" y="3449520"/>
            <a:ext cx="2080857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num_ffmpeg_threads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2361960" y="3848040"/>
            <a:ext cx="1419480" cy="276480"/>
          </a:xfrm>
          <a:custGeom>
            <a:avLst/>
            <a:gdLst/>
            <a:ahLst/>
            <a:rect l="0" t="0" r="r" b="b"/>
            <a:pathLst>
              <a:path w="3943" h="768">
                <a:moveTo>
                  <a:pt x="0" y="609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785" y="0"/>
                </a:lnTo>
                <a:cubicBezTo>
                  <a:pt x="3795" y="0"/>
                  <a:pt x="3805" y="1"/>
                  <a:pt x="3816" y="3"/>
                </a:cubicBezTo>
                <a:cubicBezTo>
                  <a:pt x="3826" y="5"/>
                  <a:pt x="3836" y="8"/>
                  <a:pt x="3845" y="12"/>
                </a:cubicBezTo>
                <a:cubicBezTo>
                  <a:pt x="3855" y="16"/>
                  <a:pt x="3864" y="21"/>
                  <a:pt x="3873" y="26"/>
                </a:cubicBezTo>
                <a:cubicBezTo>
                  <a:pt x="3882" y="32"/>
                  <a:pt x="3890" y="39"/>
                  <a:pt x="3897" y="46"/>
                </a:cubicBezTo>
                <a:cubicBezTo>
                  <a:pt x="3904" y="54"/>
                  <a:pt x="3911" y="62"/>
                  <a:pt x="3917" y="70"/>
                </a:cubicBezTo>
                <a:cubicBezTo>
                  <a:pt x="3922" y="79"/>
                  <a:pt x="3927" y="88"/>
                  <a:pt x="3931" y="98"/>
                </a:cubicBezTo>
                <a:cubicBezTo>
                  <a:pt x="3935" y="107"/>
                  <a:pt x="3938" y="117"/>
                  <a:pt x="3940" y="127"/>
                </a:cubicBezTo>
                <a:cubicBezTo>
                  <a:pt x="3942" y="138"/>
                  <a:pt x="3943" y="148"/>
                  <a:pt x="3943" y="158"/>
                </a:cubicBezTo>
                <a:lnTo>
                  <a:pt x="3943" y="609"/>
                </a:lnTo>
                <a:cubicBezTo>
                  <a:pt x="3943" y="620"/>
                  <a:pt x="3942" y="630"/>
                  <a:pt x="3940" y="640"/>
                </a:cubicBezTo>
                <a:cubicBezTo>
                  <a:pt x="3938" y="650"/>
                  <a:pt x="3935" y="660"/>
                  <a:pt x="3931" y="670"/>
                </a:cubicBezTo>
                <a:cubicBezTo>
                  <a:pt x="3927" y="680"/>
                  <a:pt x="3922" y="689"/>
                  <a:pt x="3917" y="697"/>
                </a:cubicBezTo>
                <a:cubicBezTo>
                  <a:pt x="3911" y="706"/>
                  <a:pt x="3904" y="714"/>
                  <a:pt x="3897" y="721"/>
                </a:cubicBezTo>
                <a:cubicBezTo>
                  <a:pt x="3890" y="729"/>
                  <a:pt x="3882" y="735"/>
                  <a:pt x="3873" y="741"/>
                </a:cubicBezTo>
                <a:cubicBezTo>
                  <a:pt x="3864" y="747"/>
                  <a:pt x="3855" y="752"/>
                  <a:pt x="3845" y="756"/>
                </a:cubicBezTo>
                <a:cubicBezTo>
                  <a:pt x="3836" y="760"/>
                  <a:pt x="3826" y="763"/>
                  <a:pt x="3816" y="765"/>
                </a:cubicBezTo>
                <a:cubicBezTo>
                  <a:pt x="3805" y="767"/>
                  <a:pt x="3795" y="768"/>
                  <a:pt x="3785" y="768"/>
                </a:cubicBezTo>
                <a:lnTo>
                  <a:pt x="159" y="768"/>
                </a:lnTo>
                <a:cubicBezTo>
                  <a:pt x="148" y="768"/>
                  <a:pt x="138" y="767"/>
                  <a:pt x="128" y="765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9" y="752"/>
                  <a:pt x="79" y="747"/>
                  <a:pt x="71" y="741"/>
                </a:cubicBezTo>
                <a:cubicBezTo>
                  <a:pt x="62" y="735"/>
                  <a:pt x="54" y="729"/>
                  <a:pt x="47" y="721"/>
                </a:cubicBezTo>
                <a:cubicBezTo>
                  <a:pt x="39" y="714"/>
                  <a:pt x="33" y="706"/>
                  <a:pt x="27" y="697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20"/>
                  <a:pt x="0" y="609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799920" y="3849120"/>
            <a:ext cx="1680393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Need more than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2432160" y="3887640"/>
            <a:ext cx="1387627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VideoDecoder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3785040" y="3849120"/>
            <a:ext cx="627523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offers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4639320" y="3849120"/>
            <a:ext cx="502640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Low-level APIs: multi-threaded pipelines, raw YUV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4638600" y="4286160"/>
            <a:ext cx="1428840" cy="276480"/>
          </a:xfrm>
          <a:custGeom>
            <a:avLst/>
            <a:gdLst/>
            <a:ahLst/>
            <a:rect l="0" t="0" r="r" b="b"/>
            <a:pathLst>
              <a:path w="3969" h="768">
                <a:moveTo>
                  <a:pt x="0" y="608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811" y="0"/>
                </a:lnTo>
                <a:cubicBezTo>
                  <a:pt x="3821" y="0"/>
                  <a:pt x="3831" y="1"/>
                  <a:pt x="3842" y="3"/>
                </a:cubicBezTo>
                <a:cubicBezTo>
                  <a:pt x="3852" y="5"/>
                  <a:pt x="3862" y="8"/>
                  <a:pt x="3871" y="12"/>
                </a:cubicBezTo>
                <a:cubicBezTo>
                  <a:pt x="3881" y="16"/>
                  <a:pt x="3890" y="21"/>
                  <a:pt x="3899" y="27"/>
                </a:cubicBezTo>
                <a:cubicBezTo>
                  <a:pt x="3908" y="32"/>
                  <a:pt x="3916" y="39"/>
                  <a:pt x="3923" y="46"/>
                </a:cubicBezTo>
                <a:cubicBezTo>
                  <a:pt x="3930" y="54"/>
                  <a:pt x="3937" y="62"/>
                  <a:pt x="3943" y="70"/>
                </a:cubicBezTo>
                <a:cubicBezTo>
                  <a:pt x="3948" y="79"/>
                  <a:pt x="3953" y="88"/>
                  <a:pt x="3957" y="98"/>
                </a:cubicBezTo>
                <a:cubicBezTo>
                  <a:pt x="3961" y="107"/>
                  <a:pt x="3964" y="117"/>
                  <a:pt x="3966" y="128"/>
                </a:cubicBezTo>
                <a:cubicBezTo>
                  <a:pt x="3968" y="138"/>
                  <a:pt x="3969" y="148"/>
                  <a:pt x="3969" y="158"/>
                </a:cubicBezTo>
                <a:lnTo>
                  <a:pt x="3969" y="608"/>
                </a:lnTo>
                <a:cubicBezTo>
                  <a:pt x="3969" y="619"/>
                  <a:pt x="3968" y="629"/>
                  <a:pt x="3966" y="639"/>
                </a:cubicBezTo>
                <a:cubicBezTo>
                  <a:pt x="3964" y="649"/>
                  <a:pt x="3961" y="659"/>
                  <a:pt x="3957" y="669"/>
                </a:cubicBezTo>
                <a:cubicBezTo>
                  <a:pt x="3953" y="679"/>
                  <a:pt x="3948" y="688"/>
                  <a:pt x="3943" y="696"/>
                </a:cubicBezTo>
                <a:cubicBezTo>
                  <a:pt x="3937" y="705"/>
                  <a:pt x="3930" y="713"/>
                  <a:pt x="3923" y="721"/>
                </a:cubicBezTo>
                <a:cubicBezTo>
                  <a:pt x="3916" y="728"/>
                  <a:pt x="3908" y="734"/>
                  <a:pt x="3899" y="740"/>
                </a:cubicBezTo>
                <a:cubicBezTo>
                  <a:pt x="3890" y="746"/>
                  <a:pt x="3881" y="752"/>
                  <a:pt x="3871" y="756"/>
                </a:cubicBezTo>
                <a:cubicBezTo>
                  <a:pt x="3862" y="760"/>
                  <a:pt x="3852" y="763"/>
                  <a:pt x="3842" y="765"/>
                </a:cubicBezTo>
                <a:cubicBezTo>
                  <a:pt x="3831" y="767"/>
                  <a:pt x="3821" y="768"/>
                  <a:pt x="3811" y="768"/>
                </a:cubicBezTo>
                <a:lnTo>
                  <a:pt x="158" y="768"/>
                </a:lnTo>
                <a:cubicBezTo>
                  <a:pt x="148" y="768"/>
                  <a:pt x="138" y="767"/>
                  <a:pt x="127" y="765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2"/>
                  <a:pt x="79" y="746"/>
                  <a:pt x="70" y="740"/>
                </a:cubicBezTo>
                <a:cubicBezTo>
                  <a:pt x="62" y="734"/>
                  <a:pt x="54" y="728"/>
                  <a:pt x="46" y="721"/>
                </a:cubicBezTo>
                <a:cubicBezTo>
                  <a:pt x="39" y="713"/>
                  <a:pt x="32" y="705"/>
                  <a:pt x="26" y="696"/>
                </a:cubicBezTo>
                <a:cubicBezTo>
                  <a:pt x="21" y="688"/>
                  <a:pt x="16" y="679"/>
                  <a:pt x="12" y="669"/>
                </a:cubicBezTo>
                <a:cubicBezTo>
                  <a:pt x="8" y="659"/>
                  <a:pt x="5" y="649"/>
                  <a:pt x="3" y="639"/>
                </a:cubicBezTo>
                <a:cubicBezTo>
                  <a:pt x="1" y="629"/>
                  <a:pt x="0" y="619"/>
                  <a:pt x="0" y="60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799920" y="4439520"/>
            <a:ext cx="2006208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Slow image pipeline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710600" y="4325760"/>
            <a:ext cx="1387627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decode_image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8096040" y="4286160"/>
            <a:ext cx="676800" cy="276480"/>
          </a:xfrm>
          <a:custGeom>
            <a:avLst/>
            <a:gdLst/>
            <a:ahLst/>
            <a:rect l="0" t="0" r="r" b="b"/>
            <a:pathLst>
              <a:path w="1880" h="768">
                <a:moveTo>
                  <a:pt x="0" y="608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721" y="0"/>
                </a:lnTo>
                <a:cubicBezTo>
                  <a:pt x="1731" y="0"/>
                  <a:pt x="1742" y="1"/>
                  <a:pt x="1752" y="3"/>
                </a:cubicBezTo>
                <a:cubicBezTo>
                  <a:pt x="1762" y="5"/>
                  <a:pt x="1772" y="8"/>
                  <a:pt x="1782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8" y="32"/>
                  <a:pt x="1826" y="39"/>
                  <a:pt x="1833" y="46"/>
                </a:cubicBezTo>
                <a:cubicBezTo>
                  <a:pt x="1840" y="54"/>
                  <a:pt x="1847" y="62"/>
                  <a:pt x="1853" y="70"/>
                </a:cubicBezTo>
                <a:cubicBezTo>
                  <a:pt x="1859" y="79"/>
                  <a:pt x="1864" y="88"/>
                  <a:pt x="1868" y="98"/>
                </a:cubicBezTo>
                <a:cubicBezTo>
                  <a:pt x="1872" y="107"/>
                  <a:pt x="1875" y="117"/>
                  <a:pt x="1877" y="128"/>
                </a:cubicBezTo>
                <a:cubicBezTo>
                  <a:pt x="1879" y="138"/>
                  <a:pt x="1880" y="148"/>
                  <a:pt x="1880" y="158"/>
                </a:cubicBezTo>
                <a:lnTo>
                  <a:pt x="1880" y="608"/>
                </a:lnTo>
                <a:cubicBezTo>
                  <a:pt x="1880" y="619"/>
                  <a:pt x="1879" y="629"/>
                  <a:pt x="1877" y="639"/>
                </a:cubicBezTo>
                <a:cubicBezTo>
                  <a:pt x="1875" y="649"/>
                  <a:pt x="1872" y="659"/>
                  <a:pt x="1868" y="669"/>
                </a:cubicBezTo>
                <a:cubicBezTo>
                  <a:pt x="1864" y="679"/>
                  <a:pt x="1859" y="688"/>
                  <a:pt x="1853" y="696"/>
                </a:cubicBezTo>
                <a:cubicBezTo>
                  <a:pt x="1847" y="705"/>
                  <a:pt x="1840" y="713"/>
                  <a:pt x="1833" y="721"/>
                </a:cubicBezTo>
                <a:cubicBezTo>
                  <a:pt x="1826" y="728"/>
                  <a:pt x="1818" y="734"/>
                  <a:pt x="1809" y="740"/>
                </a:cubicBezTo>
                <a:cubicBezTo>
                  <a:pt x="1800" y="746"/>
                  <a:pt x="1791" y="752"/>
                  <a:pt x="1782" y="756"/>
                </a:cubicBezTo>
                <a:cubicBezTo>
                  <a:pt x="1772" y="760"/>
                  <a:pt x="1762" y="763"/>
                  <a:pt x="1752" y="765"/>
                </a:cubicBezTo>
                <a:cubicBezTo>
                  <a:pt x="1742" y="767"/>
                  <a:pt x="1731" y="768"/>
                  <a:pt x="1721" y="768"/>
                </a:cubicBezTo>
                <a:lnTo>
                  <a:pt x="159" y="768"/>
                </a:lnTo>
                <a:cubicBezTo>
                  <a:pt x="148" y="768"/>
                  <a:pt x="138" y="767"/>
                  <a:pt x="128" y="765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8" y="752"/>
                  <a:pt x="79" y="746"/>
                  <a:pt x="71" y="740"/>
                </a:cubicBezTo>
                <a:cubicBezTo>
                  <a:pt x="62" y="734"/>
                  <a:pt x="54" y="728"/>
                  <a:pt x="47" y="721"/>
                </a:cubicBezTo>
                <a:cubicBezTo>
                  <a:pt x="39" y="713"/>
                  <a:pt x="33" y="705"/>
                  <a:pt x="27" y="696"/>
                </a:cubicBezTo>
                <a:cubicBezTo>
                  <a:pt x="21" y="688"/>
                  <a:pt x="16" y="679"/>
                  <a:pt x="12" y="669"/>
                </a:cubicBezTo>
                <a:cubicBezTo>
                  <a:pt x="8" y="659"/>
                  <a:pt x="5" y="649"/>
                  <a:pt x="3" y="639"/>
                </a:cubicBezTo>
                <a:cubicBezTo>
                  <a:pt x="1" y="629"/>
                  <a:pt x="0" y="619"/>
                  <a:pt x="0" y="60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6063480" y="4287240"/>
            <a:ext cx="2218881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→ TorchVision v2 on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8165520" y="4325760"/>
            <a:ext cx="578534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uint8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10077120" y="4286160"/>
            <a:ext cx="886320" cy="276480"/>
          </a:xfrm>
          <a:custGeom>
            <a:avLst/>
            <a:gdLst/>
            <a:ahLst/>
            <a:rect l="0" t="0" r="r" b="b"/>
            <a:pathLst>
              <a:path w="2462" h="768">
                <a:moveTo>
                  <a:pt x="0" y="608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9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303" y="0"/>
                </a:lnTo>
                <a:cubicBezTo>
                  <a:pt x="2314" y="0"/>
                  <a:pt x="2324" y="1"/>
                  <a:pt x="2334" y="3"/>
                </a:cubicBezTo>
                <a:cubicBezTo>
                  <a:pt x="2344" y="5"/>
                  <a:pt x="2354" y="8"/>
                  <a:pt x="2364" y="12"/>
                </a:cubicBezTo>
                <a:cubicBezTo>
                  <a:pt x="2374" y="16"/>
                  <a:pt x="2383" y="21"/>
                  <a:pt x="2391" y="27"/>
                </a:cubicBezTo>
                <a:cubicBezTo>
                  <a:pt x="2400" y="32"/>
                  <a:pt x="2408" y="39"/>
                  <a:pt x="2416" y="46"/>
                </a:cubicBezTo>
                <a:cubicBezTo>
                  <a:pt x="2423" y="54"/>
                  <a:pt x="2429" y="62"/>
                  <a:pt x="2435" y="70"/>
                </a:cubicBezTo>
                <a:cubicBezTo>
                  <a:pt x="2441" y="79"/>
                  <a:pt x="2446" y="88"/>
                  <a:pt x="2450" y="98"/>
                </a:cubicBezTo>
                <a:cubicBezTo>
                  <a:pt x="2454" y="107"/>
                  <a:pt x="2457" y="117"/>
                  <a:pt x="2459" y="128"/>
                </a:cubicBezTo>
                <a:cubicBezTo>
                  <a:pt x="2461" y="138"/>
                  <a:pt x="2462" y="148"/>
                  <a:pt x="2462" y="158"/>
                </a:cubicBezTo>
                <a:lnTo>
                  <a:pt x="2462" y="608"/>
                </a:lnTo>
                <a:cubicBezTo>
                  <a:pt x="2462" y="619"/>
                  <a:pt x="2461" y="629"/>
                  <a:pt x="2459" y="639"/>
                </a:cubicBezTo>
                <a:cubicBezTo>
                  <a:pt x="2457" y="649"/>
                  <a:pt x="2454" y="659"/>
                  <a:pt x="2450" y="669"/>
                </a:cubicBezTo>
                <a:cubicBezTo>
                  <a:pt x="2446" y="679"/>
                  <a:pt x="2441" y="688"/>
                  <a:pt x="2435" y="696"/>
                </a:cubicBezTo>
                <a:cubicBezTo>
                  <a:pt x="2429" y="705"/>
                  <a:pt x="2423" y="713"/>
                  <a:pt x="2416" y="721"/>
                </a:cubicBezTo>
                <a:cubicBezTo>
                  <a:pt x="2408" y="728"/>
                  <a:pt x="2400" y="734"/>
                  <a:pt x="2391" y="740"/>
                </a:cubicBezTo>
                <a:cubicBezTo>
                  <a:pt x="2383" y="746"/>
                  <a:pt x="2374" y="752"/>
                  <a:pt x="2364" y="756"/>
                </a:cubicBezTo>
                <a:cubicBezTo>
                  <a:pt x="2354" y="760"/>
                  <a:pt x="2344" y="763"/>
                  <a:pt x="2334" y="765"/>
                </a:cubicBezTo>
                <a:cubicBezTo>
                  <a:pt x="2324" y="767"/>
                  <a:pt x="2314" y="768"/>
                  <a:pt x="2303" y="768"/>
                </a:cubicBezTo>
                <a:lnTo>
                  <a:pt x="159" y="768"/>
                </a:lnTo>
                <a:cubicBezTo>
                  <a:pt x="149" y="768"/>
                  <a:pt x="138" y="767"/>
                  <a:pt x="128" y="765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9" y="752"/>
                  <a:pt x="80" y="746"/>
                  <a:pt x="71" y="740"/>
                </a:cubicBezTo>
                <a:cubicBezTo>
                  <a:pt x="62" y="734"/>
                  <a:pt x="54" y="728"/>
                  <a:pt x="47" y="721"/>
                </a:cubicBezTo>
                <a:cubicBezTo>
                  <a:pt x="40" y="713"/>
                  <a:pt x="33" y="705"/>
                  <a:pt x="27" y="696"/>
                </a:cubicBezTo>
                <a:cubicBezTo>
                  <a:pt x="21" y="688"/>
                  <a:pt x="16" y="679"/>
                  <a:pt x="12" y="669"/>
                </a:cubicBezTo>
                <a:cubicBezTo>
                  <a:pt x="9" y="659"/>
                  <a:pt x="5" y="649"/>
                  <a:pt x="3" y="639"/>
                </a:cubicBezTo>
                <a:cubicBezTo>
                  <a:pt x="1" y="629"/>
                  <a:pt x="0" y="619"/>
                  <a:pt x="0" y="60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8770680" y="4287240"/>
            <a:ext cx="140395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 (SIMD), then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0145880" y="4325760"/>
            <a:ext cx="80987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ToDtype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10965240" y="4287240"/>
            <a:ext cx="439344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, not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4639320" y="4601520"/>
            <a:ext cx="339422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PIL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799920" y="5039640"/>
            <a:ext cx="3484036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High memory from high-res frames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4639320" y="5039640"/>
            <a:ext cx="2657448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Decoder-native transforms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4638600" y="5476680"/>
            <a:ext cx="1209960" cy="276480"/>
          </a:xfrm>
          <a:custGeom>
            <a:avLst/>
            <a:gdLst/>
            <a:ahLst/>
            <a:rect l="0" t="0" r="r" b="b"/>
            <a:pathLst>
              <a:path w="3361" h="768">
                <a:moveTo>
                  <a:pt x="0" y="610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202" y="0"/>
                </a:lnTo>
                <a:cubicBezTo>
                  <a:pt x="3213" y="0"/>
                  <a:pt x="3223" y="1"/>
                  <a:pt x="3233" y="3"/>
                </a:cubicBezTo>
                <a:cubicBezTo>
                  <a:pt x="3243" y="5"/>
                  <a:pt x="3253" y="8"/>
                  <a:pt x="3263" y="12"/>
                </a:cubicBezTo>
                <a:cubicBezTo>
                  <a:pt x="3273" y="16"/>
                  <a:pt x="3282" y="21"/>
                  <a:pt x="3290" y="27"/>
                </a:cubicBezTo>
                <a:cubicBezTo>
                  <a:pt x="3299" y="33"/>
                  <a:pt x="3307" y="39"/>
                  <a:pt x="3314" y="47"/>
                </a:cubicBezTo>
                <a:cubicBezTo>
                  <a:pt x="3322" y="54"/>
                  <a:pt x="3328" y="62"/>
                  <a:pt x="3334" y="71"/>
                </a:cubicBezTo>
                <a:cubicBezTo>
                  <a:pt x="3340" y="79"/>
                  <a:pt x="3345" y="88"/>
                  <a:pt x="3349" y="98"/>
                </a:cubicBezTo>
                <a:cubicBezTo>
                  <a:pt x="3353" y="108"/>
                  <a:pt x="3356" y="118"/>
                  <a:pt x="3358" y="128"/>
                </a:cubicBezTo>
                <a:cubicBezTo>
                  <a:pt x="3360" y="138"/>
                  <a:pt x="3361" y="148"/>
                  <a:pt x="3361" y="159"/>
                </a:cubicBezTo>
                <a:lnTo>
                  <a:pt x="3361" y="610"/>
                </a:lnTo>
                <a:cubicBezTo>
                  <a:pt x="3361" y="620"/>
                  <a:pt x="3360" y="630"/>
                  <a:pt x="3358" y="641"/>
                </a:cubicBezTo>
                <a:cubicBezTo>
                  <a:pt x="3356" y="651"/>
                  <a:pt x="3353" y="661"/>
                  <a:pt x="3349" y="670"/>
                </a:cubicBezTo>
                <a:cubicBezTo>
                  <a:pt x="3345" y="680"/>
                  <a:pt x="3340" y="689"/>
                  <a:pt x="3334" y="698"/>
                </a:cubicBezTo>
                <a:cubicBezTo>
                  <a:pt x="3328" y="706"/>
                  <a:pt x="3322" y="714"/>
                  <a:pt x="3314" y="722"/>
                </a:cubicBezTo>
                <a:cubicBezTo>
                  <a:pt x="3307" y="729"/>
                  <a:pt x="3299" y="736"/>
                  <a:pt x="3290" y="742"/>
                </a:cubicBezTo>
                <a:cubicBezTo>
                  <a:pt x="3282" y="747"/>
                  <a:pt x="3273" y="752"/>
                  <a:pt x="3263" y="756"/>
                </a:cubicBezTo>
                <a:cubicBezTo>
                  <a:pt x="3253" y="760"/>
                  <a:pt x="3243" y="763"/>
                  <a:pt x="3233" y="765"/>
                </a:cubicBezTo>
                <a:cubicBezTo>
                  <a:pt x="3223" y="767"/>
                  <a:pt x="3213" y="768"/>
                  <a:pt x="3202" y="768"/>
                </a:cubicBezTo>
                <a:lnTo>
                  <a:pt x="158" y="768"/>
                </a:lnTo>
                <a:cubicBezTo>
                  <a:pt x="148" y="768"/>
                  <a:pt x="138" y="767"/>
                  <a:pt x="127" y="765"/>
                </a:cubicBezTo>
                <a:cubicBezTo>
                  <a:pt x="117" y="763"/>
                  <a:pt x="107" y="760"/>
                  <a:pt x="98" y="756"/>
                </a:cubicBezTo>
                <a:cubicBezTo>
                  <a:pt x="88" y="752"/>
                  <a:pt x="79" y="747"/>
                  <a:pt x="70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4"/>
                  <a:pt x="32" y="706"/>
                  <a:pt x="26" y="698"/>
                </a:cubicBezTo>
                <a:cubicBezTo>
                  <a:pt x="21" y="689"/>
                  <a:pt x="16" y="680"/>
                  <a:pt x="12" y="670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0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799920" y="5477760"/>
            <a:ext cx="2043921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650" b="0" u="none" strike="noStrike">
                <a:solidFill>
                  <a:srgbClr val="1f2328"/>
                </a:solidFill>
                <a:effectLst/>
                <a:uFillTx/>
                <a:latin typeface="Arial"/>
                <a:ea typeface="Arial"/>
              </a:rPr>
              <a:t>Slow WAV decoding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4710600" y="5516640"/>
            <a:ext cx="1156291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WavDecoder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666720" y="6393960"/>
            <a:ext cx="230169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NotoColorEmoji"/>
                <a:ea typeface="NotoColorEmoji"/>
              </a:rPr>
              <a:t>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880200" y="6397920"/>
            <a:ext cx="3197102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35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 Tutorial: </a:t>
            </a:r>
            <a:r>
              <a:rPr lang="en-US" sz="1350" b="0" u="none" strike="noStrike">
                <a:solidFill>
                  <a:srgbClr val="ee4c2c"/>
                </a:solidFill>
                <a:effectLst/>
                <a:uFillTx/>
                <a:latin typeface="Arial"/>
                <a:ea typeface="Arial"/>
              </a:rPr>
              <a:t>TorchCodec performance tips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11651760" y="6355800"/>
            <a:ext cx="27527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LibreOffice/25.8.7.3$Linux_X86_64 LibreOffice_project/580$Build-3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